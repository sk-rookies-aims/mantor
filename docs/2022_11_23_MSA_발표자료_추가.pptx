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6"/>
  </p:notesMasterIdLst>
  <p:handoutMasterIdLst>
    <p:handoutMasterId r:id="rId47"/>
  </p:handoutMasterIdLst>
  <p:sldIdLst>
    <p:sldId id="276" r:id="rId2"/>
    <p:sldId id="277" r:id="rId3"/>
    <p:sldId id="278" r:id="rId4"/>
    <p:sldId id="335" r:id="rId5"/>
    <p:sldId id="336" r:id="rId6"/>
    <p:sldId id="338" r:id="rId7"/>
    <p:sldId id="337" r:id="rId8"/>
    <p:sldId id="339" r:id="rId9"/>
    <p:sldId id="340" r:id="rId10"/>
    <p:sldId id="288" r:id="rId11"/>
    <p:sldId id="367" r:id="rId12"/>
    <p:sldId id="368" r:id="rId13"/>
    <p:sldId id="341" r:id="rId14"/>
    <p:sldId id="342" r:id="rId15"/>
    <p:sldId id="343" r:id="rId16"/>
    <p:sldId id="346" r:id="rId17"/>
    <p:sldId id="347" r:id="rId18"/>
    <p:sldId id="348" r:id="rId19"/>
    <p:sldId id="350" r:id="rId20"/>
    <p:sldId id="351" r:id="rId21"/>
    <p:sldId id="352" r:id="rId22"/>
    <p:sldId id="353" r:id="rId23"/>
    <p:sldId id="354" r:id="rId24"/>
    <p:sldId id="355" r:id="rId25"/>
    <p:sldId id="357" r:id="rId26"/>
    <p:sldId id="360" r:id="rId27"/>
    <p:sldId id="358" r:id="rId28"/>
    <p:sldId id="362" r:id="rId29"/>
    <p:sldId id="363" r:id="rId30"/>
    <p:sldId id="361" r:id="rId31"/>
    <p:sldId id="365" r:id="rId32"/>
    <p:sldId id="366" r:id="rId33"/>
    <p:sldId id="359" r:id="rId34"/>
    <p:sldId id="281" r:id="rId35"/>
    <p:sldId id="283" r:id="rId36"/>
    <p:sldId id="282" r:id="rId37"/>
    <p:sldId id="284" r:id="rId38"/>
    <p:sldId id="286" r:id="rId39"/>
    <p:sldId id="370" r:id="rId40"/>
    <p:sldId id="280" r:id="rId41"/>
    <p:sldId id="328" r:id="rId42"/>
    <p:sldId id="369" r:id="rId43"/>
    <p:sldId id="285" r:id="rId44"/>
    <p:sldId id="373" r:id="rId45"/>
  </p:sldIdLst>
  <p:sldSz cx="9906000" cy="6858000" type="A4"/>
  <p:notesSz cx="6805613" cy="9939338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172" userDrawn="1">
          <p15:clr>
            <a:srgbClr val="A4A3A4"/>
          </p15:clr>
        </p15:guide>
        <p15:guide id="3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F00"/>
    <a:srgbClr val="2B59ED"/>
    <a:srgbClr val="0049B4"/>
    <a:srgbClr val="0050D2"/>
    <a:srgbClr val="344BF8"/>
    <a:srgbClr val="FFDF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20" autoAdjust="0"/>
    <p:restoredTop sz="82140" autoAdjust="0"/>
  </p:normalViewPr>
  <p:slideViewPr>
    <p:cSldViewPr>
      <p:cViewPr varScale="1">
        <p:scale>
          <a:sx n="73" d="100"/>
          <a:sy n="73" d="100"/>
        </p:scale>
        <p:origin x="672" y="66"/>
      </p:cViewPr>
      <p:guideLst>
        <p:guide orient="horz" pos="2160"/>
        <p:guide pos="172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>
        <p:scale>
          <a:sx n="200" d="100"/>
          <a:sy n="200" d="100"/>
        </p:scale>
        <p:origin x="1344" y="-3720"/>
      </p:cViewPr>
      <p:guideLst>
        <p:guide orient="horz" pos="3131"/>
        <p:guide pos="214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handoutMaster" Target="handoutMasters/handout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8887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5140" y="0"/>
            <a:ext cx="2948887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89BCCFD0-3DCF-4395-8D4C-F5A138BE1198}" type="datetimeFigureOut">
              <a:rPr lang="ko-KR" altLang="en-US"/>
              <a:pPr>
                <a:defRPr/>
              </a:pPr>
              <a:t>2022-12-01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9440864"/>
            <a:ext cx="2948887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5140" y="9440864"/>
            <a:ext cx="2948887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2A3AFCA1-73D0-453D-A0C3-203BAD7AAD4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434384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8887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5140" y="0"/>
            <a:ext cx="2948887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76A56A14-7D91-4FC3-9646-5536B54DF099}" type="datetimeFigureOut">
              <a:rPr lang="ko-KR" altLang="en-US"/>
              <a:pPr>
                <a:defRPr/>
              </a:pPr>
              <a:t>2022-12-01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12788" y="746125"/>
            <a:ext cx="5380037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879" y="4721225"/>
            <a:ext cx="5443856" cy="44719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40864"/>
            <a:ext cx="2948887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5140" y="9440864"/>
            <a:ext cx="2948887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11FB0DA3-C449-4533-96BD-169A8193AF71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203566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1FB0DA3-C449-4533-96BD-169A8193AF71}" type="slidenum">
              <a:rPr lang="ko-KR" altLang="en-US" smtClean="0"/>
              <a:pPr>
                <a:defRPr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57827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1FB0DA3-C449-4533-96BD-169A8193AF71}" type="slidenum">
              <a:rPr lang="ko-KR" altLang="en-US" smtClean="0"/>
              <a:pPr>
                <a:defRPr/>
              </a:pPr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18751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MSA</a:t>
            </a:r>
            <a:r>
              <a:rPr lang="ko-KR" altLang="en-US"/>
              <a:t>에 대해 위키피디아에서 가져온 내용입니다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en-US" altLang="ko-KR"/>
              <a:t>MSA</a:t>
            </a:r>
            <a:r>
              <a:rPr lang="ko-KR" altLang="en-US"/>
              <a:t>란 </a:t>
            </a:r>
            <a:r>
              <a:rPr lang="en-US" altLang="ko-KR"/>
              <a:t>Micro Service Architecture</a:t>
            </a:r>
            <a:r>
              <a:rPr lang="ko-KR" altLang="en-US"/>
              <a:t>의 줄임말로 어플리케이션을 느슨하게 결합된 서비스의 모임으로 구조화하는 </a:t>
            </a:r>
            <a:r>
              <a:rPr lang="en-US" altLang="ko-KR"/>
              <a:t>SOA</a:t>
            </a:r>
            <a:r>
              <a:rPr lang="ko-KR" altLang="en-US"/>
              <a:t>스타일의 일종인 소프트웨어 개발 기법입니다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ko-KR" altLang="en-US"/>
              <a:t>마이크로서비스의 속성과 관련하여 아직 산업적인 합의는 없으며 공식적인 정의가 없는 상황입니다</a:t>
            </a:r>
            <a:r>
              <a:rPr lang="en-US" altLang="ko-KR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1FB0DA3-C449-4533-96BD-169A8193AF71}" type="slidenum">
              <a:rPr lang="ko-KR" altLang="en-US" smtClean="0"/>
              <a:pPr>
                <a:defRPr/>
              </a:pPr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51274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MSA </a:t>
            </a:r>
            <a:r>
              <a:rPr lang="ko-KR" altLang="en-US"/>
              <a:t>등장 배경에 대해 말씀드리겠습니다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모놀로식 아키턱처는 유지보수가 용이하여 소규모 프로젝트에 합리적이지만</a:t>
            </a:r>
            <a:endParaRPr lang="en-US" altLang="ko-KR"/>
          </a:p>
          <a:p>
            <a:endParaRPr lang="en-US" altLang="ko-KR" baseline="0"/>
          </a:p>
          <a:p>
            <a:r>
              <a:rPr lang="en-US" altLang="ko-KR"/>
              <a:t>Enterprise </a:t>
            </a:r>
            <a:r>
              <a:rPr lang="ko-KR" altLang="en-US"/>
              <a:t>환경에서 서비스의 크기가 커짐에 따라 모놀리식</a:t>
            </a:r>
            <a:r>
              <a:rPr lang="en-US" altLang="ko-KR"/>
              <a:t>(Monolithic)</a:t>
            </a:r>
            <a:r>
              <a:rPr lang="en-US" altLang="ko-KR" baseline="0"/>
              <a:t> Architecture</a:t>
            </a:r>
            <a:r>
              <a:rPr lang="ko-KR" altLang="en-US" baseline="0"/>
              <a:t>의 한계점이 발생하였습니다</a:t>
            </a:r>
            <a:r>
              <a:rPr lang="en-US" altLang="ko-KR" baseline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1FB0DA3-C449-4533-96BD-169A8193AF71}" type="slidenum">
              <a:rPr lang="ko-KR" altLang="en-US" smtClean="0"/>
              <a:pPr>
                <a:defRPr/>
              </a:pPr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84698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모놀로식 아키텍처의 한계점은 다음과 같습니다</a:t>
            </a:r>
            <a:r>
              <a:rPr lang="en-US" altLang="ko-KR"/>
              <a:t>.</a:t>
            </a:r>
          </a:p>
          <a:p>
            <a:r>
              <a:rPr lang="ko-KR" altLang="en-US"/>
              <a:t>부분 장애가 전체 서비스의 장애로 확대되기 쉬웠습니다</a:t>
            </a:r>
            <a:r>
              <a:rPr lang="en-US" altLang="ko-KR"/>
              <a:t>.</a:t>
            </a:r>
          </a:p>
          <a:p>
            <a:r>
              <a:rPr lang="ko-KR" altLang="en-US"/>
              <a:t>규모가 커지다 보니 전체 시스템 구조 파악이 어려웠습니다</a:t>
            </a:r>
            <a:r>
              <a:rPr lang="en-US" altLang="ko-KR"/>
              <a:t>.</a:t>
            </a:r>
          </a:p>
          <a:p>
            <a:r>
              <a:rPr lang="ko-KR" altLang="en-US"/>
              <a:t>서비스 변경이 어렵고</a:t>
            </a:r>
            <a:r>
              <a:rPr lang="en-US" altLang="ko-KR"/>
              <a:t>, </a:t>
            </a:r>
            <a:r>
              <a:rPr lang="ko-KR" altLang="en-US"/>
              <a:t>수정 시 </a:t>
            </a:r>
            <a:r>
              <a:rPr lang="en-US" altLang="ko-KR"/>
              <a:t>side effect</a:t>
            </a:r>
            <a:r>
              <a:rPr lang="ko-KR" altLang="en-US"/>
              <a:t>의 우려가 있습니다</a:t>
            </a:r>
            <a:r>
              <a:rPr lang="en-US" altLang="ko-KR"/>
              <a:t>.</a:t>
            </a:r>
          </a:p>
          <a:p>
            <a:r>
              <a:rPr lang="ko-KR" altLang="en-US"/>
              <a:t>빌드 시간 및 테스트</a:t>
            </a:r>
            <a:r>
              <a:rPr lang="en-US" altLang="ko-KR"/>
              <a:t>, </a:t>
            </a:r>
            <a:r>
              <a:rPr lang="ko-KR" altLang="en-US"/>
              <a:t>배포 시간이 급증하였고 서비스의 특정 부분만 스케일 아웃 하기 어려웠습니다</a:t>
            </a:r>
            <a:r>
              <a:rPr lang="en-US" altLang="ko-KR"/>
              <a:t>.</a:t>
            </a:r>
          </a:p>
          <a:p>
            <a:r>
              <a:rPr lang="ko-KR" altLang="en-US"/>
              <a:t>그리고 특정 개발 언어에 종속적이었습니다</a:t>
            </a:r>
            <a:r>
              <a:rPr lang="en-US" altLang="ko-KR"/>
              <a:t>.</a:t>
            </a:r>
          </a:p>
          <a:p>
            <a:r>
              <a:rPr lang="ko-KR" altLang="en-US"/>
              <a:t>이러한 문제점들을 해결 하기 위해 </a:t>
            </a:r>
            <a:r>
              <a:rPr lang="en-US" altLang="ko-KR"/>
              <a:t>MSA</a:t>
            </a:r>
            <a:r>
              <a:rPr lang="ko-KR" altLang="en-US"/>
              <a:t>라는 아키텍처가 등장하게 되었습니다</a:t>
            </a:r>
            <a:r>
              <a:rPr lang="en-US" altLang="ko-KR"/>
              <a:t>.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1FB0DA3-C449-4533-96BD-169A8193AF71}" type="slidenum">
              <a:rPr lang="ko-KR" altLang="en-US" smtClean="0"/>
              <a:pPr>
                <a:defRPr/>
              </a:pPr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96127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MSA</a:t>
            </a:r>
            <a:r>
              <a:rPr lang="ko-KR" altLang="en-US"/>
              <a:t>는 다음과 같은 특징들을 가졌는데</a:t>
            </a:r>
            <a:r>
              <a:rPr lang="en-US" altLang="ko-KR"/>
              <a:t> </a:t>
            </a:r>
            <a:r>
              <a:rPr lang="ko-KR" altLang="en-US"/>
              <a:t>이러한 특징들로</a:t>
            </a:r>
            <a:r>
              <a:rPr lang="ko-KR" altLang="en-US" baseline="0"/>
              <a:t> 모놀로식 아키텍처의 한계점을 해결할 수 있었습니다</a:t>
            </a:r>
            <a:r>
              <a:rPr lang="en-US" altLang="ko-KR" baseline="0"/>
              <a:t>.</a:t>
            </a:r>
          </a:p>
          <a:p>
            <a:endParaRPr lang="en-US" altLang="ko-KR" baseline="0"/>
          </a:p>
          <a:p>
            <a:r>
              <a:rPr lang="ko-KR" altLang="en-US" baseline="0"/>
              <a:t>각 서비스에 대한 의존성을 최소화하여 결합도가 낮아졌습니다</a:t>
            </a:r>
            <a:r>
              <a:rPr lang="en-US" altLang="ko-KR" baseline="0"/>
              <a:t>. </a:t>
            </a:r>
            <a:r>
              <a:rPr lang="ko-KR" altLang="en-US" baseline="0"/>
              <a:t>이로</a:t>
            </a:r>
            <a:r>
              <a:rPr lang="en-US" altLang="ko-KR" baseline="0"/>
              <a:t> </a:t>
            </a:r>
            <a:r>
              <a:rPr lang="ko-KR" altLang="en-US" baseline="0"/>
              <a:t>인해 </a:t>
            </a:r>
            <a:r>
              <a:rPr lang="en-US" altLang="ko-KR" baseline="0"/>
              <a:t>side effect</a:t>
            </a:r>
            <a:r>
              <a:rPr lang="ko-KR" altLang="en-US" baseline="0"/>
              <a:t>와 부분 장애의 확산을 막을 수 있습니다</a:t>
            </a:r>
            <a:r>
              <a:rPr lang="en-US" altLang="ko-KR" baseline="0"/>
              <a:t>.</a:t>
            </a:r>
          </a:p>
          <a:p>
            <a:r>
              <a:rPr lang="ko-KR" altLang="en-US" baseline="0"/>
              <a:t>독립적인 배포가 가능해져 배포 시간이 줄어들었습니다</a:t>
            </a:r>
            <a:r>
              <a:rPr lang="en-US" altLang="ko-KR" baseline="0"/>
              <a:t>.</a:t>
            </a:r>
          </a:p>
          <a:p>
            <a:r>
              <a:rPr lang="ko-KR" altLang="en-US" baseline="0"/>
              <a:t>각 서비스는 특정 언어에 종속되지 않고 개발할 수 있게 되었습니다</a:t>
            </a:r>
            <a:r>
              <a:rPr lang="en-US" altLang="ko-KR" baseline="0"/>
              <a:t>.</a:t>
            </a:r>
          </a:p>
          <a:p>
            <a:r>
              <a:rPr lang="ko-KR" altLang="en-US" baseline="0"/>
              <a:t>각 서비스는 독립적이기 때문에 교체</a:t>
            </a:r>
            <a:r>
              <a:rPr lang="en-US" altLang="ko-KR" baseline="0"/>
              <a:t>, </a:t>
            </a:r>
            <a:r>
              <a:rPr lang="ko-KR" altLang="en-US" baseline="0"/>
              <a:t>확장이 쉬워졌습니다</a:t>
            </a:r>
            <a:r>
              <a:rPr lang="en-US" altLang="ko-KR" baseline="0"/>
              <a:t>.</a:t>
            </a:r>
            <a:endParaRPr lang="en-US" altLang="ko-KR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1FB0DA3-C449-4533-96BD-169A8193AF71}" type="slidenum">
              <a:rPr lang="ko-KR" altLang="en-US" smtClean="0"/>
              <a:pPr>
                <a:defRPr/>
              </a:pPr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10220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MSA</a:t>
            </a:r>
            <a:r>
              <a:rPr lang="ko-KR" altLang="en-US"/>
              <a:t>는 좋은 특징들을 가졌지만 </a:t>
            </a:r>
            <a:r>
              <a:rPr lang="en-US" altLang="ko-KR"/>
              <a:t>MSA</a:t>
            </a:r>
            <a:r>
              <a:rPr lang="ko-KR" altLang="en-US"/>
              <a:t>를 설계하고 구현하는 과정은 매우 힘든 일입니다</a:t>
            </a:r>
            <a:r>
              <a:rPr lang="en-US" altLang="ko-KR"/>
              <a:t>. </a:t>
            </a:r>
          </a:p>
          <a:p>
            <a:r>
              <a:rPr lang="ko-KR" altLang="en-US"/>
              <a:t>다행이도 넷플릭스가 </a:t>
            </a:r>
            <a:r>
              <a:rPr lang="en-US" altLang="ko-KR"/>
              <a:t>MSA</a:t>
            </a:r>
            <a:r>
              <a:rPr lang="ko-KR" altLang="en-US"/>
              <a:t>로 전환하기 위해 </a:t>
            </a:r>
            <a:r>
              <a:rPr lang="en-US" altLang="ko-KR"/>
              <a:t>7</a:t>
            </a:r>
            <a:r>
              <a:rPr lang="ko-KR" altLang="en-US"/>
              <a:t>년에 걸쳐 클라우드 환경으로 이전하며</a:t>
            </a:r>
            <a:r>
              <a:rPr lang="en-US" altLang="ko-KR" baseline="0"/>
              <a:t> </a:t>
            </a:r>
            <a:r>
              <a:rPr lang="ko-KR" altLang="en-US"/>
              <a:t>경험한 노하우와 문제해결 방법을 공유하기 위해</a:t>
            </a:r>
            <a:endParaRPr lang="en-US" altLang="ko-KR"/>
          </a:p>
          <a:p>
            <a:r>
              <a:rPr lang="en-US" altLang="ko-KR"/>
              <a:t>MSA </a:t>
            </a:r>
            <a:r>
              <a:rPr lang="ko-KR" altLang="en-US"/>
              <a:t>전환 기술을 오픈소스로 공개하여 조금이나마 쉬워졌습니다</a:t>
            </a:r>
            <a:r>
              <a:rPr lang="en-US" altLang="ko-KR"/>
              <a:t>. </a:t>
            </a:r>
          </a:p>
          <a:p>
            <a:r>
              <a:rPr lang="en-US" altLang="ko-KR"/>
              <a:t>MSA</a:t>
            </a:r>
            <a:r>
              <a:rPr lang="ko-KR" altLang="en-US"/>
              <a:t>로 전환하며 어떤 문제가 있었고 어떻게 해결</a:t>
            </a:r>
            <a:r>
              <a:rPr lang="ko-KR" altLang="en-US" baseline="0"/>
              <a:t> 했는지 보도록 하겠습니다</a:t>
            </a:r>
            <a:r>
              <a:rPr lang="en-US" altLang="ko-KR" baseline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1FB0DA3-C449-4533-96BD-169A8193AF71}" type="slidenum">
              <a:rPr lang="ko-KR" altLang="en-US" smtClean="0"/>
              <a:pPr>
                <a:defRPr/>
              </a:pPr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05241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첫번쨰는 유레카 서버입니다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MSA </a:t>
            </a:r>
            <a:r>
              <a:rPr lang="ko-KR" altLang="en-US" dirty="0"/>
              <a:t>구조에서</a:t>
            </a:r>
            <a:r>
              <a:rPr lang="ko-KR" altLang="en-US" baseline="0" dirty="0"/>
              <a:t> 서비스들은 동적으로 확장되고 축소되기도 하는데 이때마다 운영자가 일일이 인스턴스 정보를 수정</a:t>
            </a:r>
            <a:r>
              <a:rPr lang="en-US" altLang="ko-KR" baseline="0" dirty="0"/>
              <a:t>,</a:t>
            </a:r>
            <a:r>
              <a:rPr lang="ko-KR" altLang="en-US" baseline="0" dirty="0"/>
              <a:t>관리하기가 매우 힘들었습니다</a:t>
            </a:r>
            <a:r>
              <a:rPr lang="en-US" altLang="ko-KR" baseline="0" dirty="0"/>
              <a:t>.</a:t>
            </a:r>
          </a:p>
          <a:p>
            <a:r>
              <a:rPr lang="ko-KR" altLang="en-US" baseline="0" dirty="0"/>
              <a:t>인스턴스의 상태를 동적으로 관리하는 서버가 </a:t>
            </a:r>
            <a:r>
              <a:rPr lang="ko-KR" altLang="en-US" baseline="0" dirty="0" err="1"/>
              <a:t>필요해졌는데</a:t>
            </a:r>
            <a:r>
              <a:rPr lang="ko-KR" altLang="en-US" baseline="0" dirty="0"/>
              <a:t> 이를 보통 서비스 디스커버리 서버로 칭하며 </a:t>
            </a:r>
            <a:r>
              <a:rPr lang="ko-KR" altLang="en-US" baseline="0" dirty="0" err="1"/>
              <a:t>넷플릭스는</a:t>
            </a:r>
            <a:r>
              <a:rPr lang="ko-KR" altLang="en-US" baseline="0" dirty="0"/>
              <a:t> </a:t>
            </a:r>
            <a:r>
              <a:rPr lang="en-US" altLang="ko-KR" baseline="0" dirty="0"/>
              <a:t>Eureka</a:t>
            </a:r>
            <a:r>
              <a:rPr lang="ko-KR" altLang="en-US" baseline="0" dirty="0"/>
              <a:t>라는 이름으로 공개했습니다</a:t>
            </a:r>
            <a:r>
              <a:rPr lang="en-US" altLang="ko-KR" baseline="0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1FB0DA3-C449-4533-96BD-169A8193AF71}" type="slidenum">
              <a:rPr lang="ko-KR" altLang="en-US" smtClean="0"/>
              <a:pPr>
                <a:defRPr/>
              </a:pPr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23014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aseline="0" dirty="0" err="1"/>
              <a:t>유레카가</a:t>
            </a:r>
            <a:r>
              <a:rPr lang="ko-KR" altLang="en-US" baseline="0" dirty="0"/>
              <a:t> 어떻게 동작을 하는지 설명 드리겠습니다</a:t>
            </a:r>
            <a:r>
              <a:rPr lang="en-US" altLang="ko-KR" baseline="0" dirty="0"/>
              <a:t>.</a:t>
            </a:r>
          </a:p>
          <a:p>
            <a:r>
              <a:rPr lang="ko-KR" altLang="en-US" baseline="0" dirty="0"/>
              <a:t>새로운 인스턴스는 시작할 때 </a:t>
            </a:r>
            <a:r>
              <a:rPr lang="ko-KR" altLang="en-US" baseline="0" dirty="0" err="1"/>
              <a:t>유레카</a:t>
            </a:r>
            <a:r>
              <a:rPr lang="ko-KR" altLang="en-US" baseline="0" dirty="0"/>
              <a:t> 서버에 </a:t>
            </a:r>
            <a:r>
              <a:rPr lang="en-US" altLang="ko-KR" baseline="0" dirty="0"/>
              <a:t>IP, </a:t>
            </a:r>
            <a:r>
              <a:rPr lang="ko-KR" altLang="en-US" baseline="0" dirty="0"/>
              <a:t>호스트 주소</a:t>
            </a:r>
            <a:r>
              <a:rPr lang="en-US" altLang="ko-KR" baseline="0" dirty="0"/>
              <a:t>, </a:t>
            </a:r>
            <a:r>
              <a:rPr lang="ko-KR" altLang="en-US" baseline="0" dirty="0"/>
              <a:t>포트 정보 등을 전송합니다</a:t>
            </a:r>
            <a:r>
              <a:rPr lang="en-US" altLang="ko-KR" baseline="0" dirty="0"/>
              <a:t>. </a:t>
            </a:r>
          </a:p>
          <a:p>
            <a:r>
              <a:rPr lang="ko-KR" altLang="en-US" baseline="0" dirty="0" err="1"/>
              <a:t>유레카</a:t>
            </a:r>
            <a:r>
              <a:rPr lang="ko-KR" altLang="en-US" baseline="0" dirty="0"/>
              <a:t> 서버는 받은 정보를 가지고 일정 간격으로 상태를 체크하면서 해당 인스턴스를 관리합니다</a:t>
            </a:r>
            <a:r>
              <a:rPr lang="en-US" altLang="ko-KR" baseline="0" dirty="0"/>
              <a:t>.</a:t>
            </a:r>
          </a:p>
          <a:p>
            <a:r>
              <a:rPr lang="ko-KR" altLang="en-US" baseline="0" dirty="0"/>
              <a:t>인스턴스가 새로 실행될 때마다 자신의 정보를 서버에 동적으로 등록하기 때문에 운영자는 서비스를 수평 확장할 때 </a:t>
            </a:r>
            <a:r>
              <a:rPr lang="en-US" altLang="ko-KR" baseline="0" dirty="0"/>
              <a:t>IP</a:t>
            </a:r>
            <a:r>
              <a:rPr lang="ko-KR" altLang="en-US" baseline="0" dirty="0"/>
              <a:t>정보에 대해 신경 쓸 필요가 없어집니다</a:t>
            </a:r>
            <a:r>
              <a:rPr lang="en-US" altLang="ko-KR" baseline="0" dirty="0"/>
              <a:t>.</a:t>
            </a:r>
          </a:p>
          <a:p>
            <a:r>
              <a:rPr lang="ko-KR" altLang="en-US" baseline="0" dirty="0"/>
              <a:t>운영자는 설정 파일에 </a:t>
            </a:r>
            <a:r>
              <a:rPr lang="ko-KR" altLang="en-US" baseline="0" dirty="0" err="1"/>
              <a:t>유레카</a:t>
            </a:r>
            <a:r>
              <a:rPr lang="ko-KR" altLang="en-US" baseline="0" dirty="0"/>
              <a:t> 서버 정보만 입력하면 되고</a:t>
            </a:r>
            <a:r>
              <a:rPr lang="en-US" altLang="ko-KR" baseline="0" dirty="0"/>
              <a:t>, </a:t>
            </a:r>
            <a:r>
              <a:rPr lang="ko-KR" altLang="en-US" baseline="0" dirty="0"/>
              <a:t>서비스들은 다른 서비스를 호출 할 때 </a:t>
            </a:r>
            <a:r>
              <a:rPr lang="ko-KR" altLang="en-US" baseline="0" dirty="0" err="1"/>
              <a:t>유레카</a:t>
            </a:r>
            <a:r>
              <a:rPr lang="ko-KR" altLang="en-US" baseline="0" dirty="0"/>
              <a:t> 서버에 등록된 인스턴스를 조회하면 됩니다</a:t>
            </a:r>
            <a:r>
              <a:rPr lang="en-US" altLang="ko-KR" baseline="0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1FB0DA3-C449-4533-96BD-169A8193AF71}" type="slidenum">
              <a:rPr lang="ko-KR" altLang="en-US" smtClean="0"/>
              <a:pPr>
                <a:defRPr/>
              </a:pPr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43609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다음은 </a:t>
            </a:r>
            <a:r>
              <a:rPr lang="en-US" altLang="ko-KR" dirty="0"/>
              <a:t>Ribbon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Ribbon</a:t>
            </a:r>
            <a:r>
              <a:rPr lang="ko-KR" altLang="en-US" dirty="0"/>
              <a:t>은 클라이언트 사이드 로드 </a:t>
            </a:r>
            <a:r>
              <a:rPr lang="ko-KR" altLang="en-US" dirty="0" err="1"/>
              <a:t>밸런서입니다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시스템 부하 분산을</a:t>
            </a:r>
            <a:r>
              <a:rPr lang="en-US" altLang="ko-KR" baseline="0" dirty="0"/>
              <a:t> </a:t>
            </a:r>
            <a:r>
              <a:rPr lang="ko-KR" altLang="en-US" baseline="0" dirty="0"/>
              <a:t>위해 </a:t>
            </a:r>
            <a:r>
              <a:rPr lang="en-US" altLang="ko-KR" baseline="0" dirty="0"/>
              <a:t>L4 </a:t>
            </a:r>
            <a:r>
              <a:rPr lang="ko-KR" altLang="en-US" baseline="0" dirty="0" err="1"/>
              <a:t>스위치등</a:t>
            </a:r>
            <a:r>
              <a:rPr lang="ko-KR" altLang="en-US" baseline="0" dirty="0"/>
              <a:t> 하드웨어 장비를 통해 </a:t>
            </a:r>
            <a:r>
              <a:rPr lang="ko-KR" altLang="en-US" baseline="0" dirty="0" err="1"/>
              <a:t>앞단에</a:t>
            </a:r>
            <a:r>
              <a:rPr lang="ko-KR" altLang="en-US" baseline="0" dirty="0"/>
              <a:t> 두어 부하를 분산하게 되는데</a:t>
            </a:r>
            <a:r>
              <a:rPr lang="en-US" altLang="ko-KR" baseline="0" dirty="0"/>
              <a:t>, Ribbon</a:t>
            </a:r>
            <a:r>
              <a:rPr lang="ko-KR" altLang="en-US" baseline="0" dirty="0"/>
              <a:t>은 클라이언트 소프트웨어로 트래픽을 분산</a:t>
            </a:r>
            <a:r>
              <a:rPr lang="en-US" altLang="ko-KR" baseline="0" dirty="0"/>
              <a:t>/</a:t>
            </a:r>
            <a:r>
              <a:rPr lang="ko-KR" altLang="en-US" baseline="0" dirty="0"/>
              <a:t>제어 할 수 있습니다</a:t>
            </a:r>
            <a:r>
              <a:rPr lang="en-US" altLang="ko-KR" baseline="0" dirty="0"/>
              <a:t>.</a:t>
            </a:r>
          </a:p>
          <a:p>
            <a:r>
              <a:rPr lang="ko-KR" altLang="en-US" dirty="0"/>
              <a:t>여러 개의 서비스가 있는 환경에서 트래픽 이슈로 서비스가 추가</a:t>
            </a:r>
            <a:r>
              <a:rPr lang="en-US" altLang="ko-KR" dirty="0"/>
              <a:t>/</a:t>
            </a:r>
            <a:r>
              <a:rPr lang="ko-KR" altLang="en-US" dirty="0"/>
              <a:t>삭제 된다면</a:t>
            </a:r>
            <a:r>
              <a:rPr lang="en-US" altLang="ko-KR" dirty="0"/>
              <a:t>, L4</a:t>
            </a:r>
            <a:r>
              <a:rPr lang="ko-KR" altLang="en-US" dirty="0"/>
              <a:t>와 같은 하드웨어에서도 똑같은 대응을 해야 하는데 이것을 </a:t>
            </a:r>
            <a:r>
              <a:rPr lang="en-US" altLang="ko-KR" dirty="0"/>
              <a:t>Ribbon</a:t>
            </a:r>
            <a:r>
              <a:rPr lang="ko-KR" altLang="en-US" baseline="0" dirty="0"/>
              <a:t>이 해줍니다</a:t>
            </a:r>
            <a:r>
              <a:rPr lang="en-US" altLang="ko-KR" baseline="0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1FB0DA3-C449-4533-96BD-169A8193AF71}" type="slidenum">
              <a:rPr lang="ko-KR" altLang="en-US" smtClean="0"/>
              <a:pPr>
                <a:defRPr/>
              </a:pPr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62956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aseline="0" dirty="0"/>
              <a:t>다음은 </a:t>
            </a:r>
            <a:r>
              <a:rPr lang="en-US" altLang="ko-KR" baseline="0" dirty="0" err="1"/>
              <a:t>Hystix</a:t>
            </a:r>
            <a:r>
              <a:rPr lang="ko-KR" altLang="en-US" baseline="0" dirty="0"/>
              <a:t>입니다</a:t>
            </a:r>
            <a:r>
              <a:rPr lang="en-US" altLang="ko-KR" baseline="0" dirty="0"/>
              <a:t>.</a:t>
            </a:r>
          </a:p>
          <a:p>
            <a:r>
              <a:rPr lang="en-US" altLang="ko-KR" baseline="0" dirty="0"/>
              <a:t>MSA</a:t>
            </a:r>
            <a:r>
              <a:rPr lang="ko-KR" altLang="en-US" baseline="0" dirty="0"/>
              <a:t>와 같은 분산 시스템은 왼쪽 그림과 같이 하나의 서버가 대량의 트래픽으로 인해 지연 또는 장애가 나면</a:t>
            </a:r>
            <a:r>
              <a:rPr lang="en-US" altLang="ko-KR" baseline="0" dirty="0"/>
              <a:t>, </a:t>
            </a:r>
          </a:p>
          <a:p>
            <a:r>
              <a:rPr lang="ko-KR" altLang="en-US" baseline="0" dirty="0"/>
              <a:t>모든 서버에서 모든 자원이 몇 초 내에 오른쪽 그림과 같이 포화 상태가 될 수 있으며 계단식 오류를 발생시킬 수 있습니다</a:t>
            </a:r>
            <a:r>
              <a:rPr lang="en-US" altLang="ko-KR" baseline="0" dirty="0"/>
              <a:t>.</a:t>
            </a:r>
          </a:p>
          <a:p>
            <a:endParaRPr lang="en-US" altLang="ko-KR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1FB0DA3-C449-4533-96BD-169A8193AF71}" type="slidenum">
              <a:rPr lang="ko-KR" altLang="en-US" smtClean="0"/>
              <a:pPr>
                <a:defRPr/>
              </a:pPr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79426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aseline="0" dirty="0"/>
              <a:t>이러한 계단식 오류를 방지하기 위해 </a:t>
            </a:r>
            <a:r>
              <a:rPr lang="en-US" altLang="ko-KR" baseline="0" dirty="0"/>
              <a:t>Circuit breaker </a:t>
            </a:r>
            <a:r>
              <a:rPr lang="ko-KR" altLang="en-US" baseline="0" dirty="0"/>
              <a:t>패턴을 구현한 라이브러리가 </a:t>
            </a:r>
            <a:r>
              <a:rPr lang="en-US" altLang="ko-KR" baseline="0" dirty="0" err="1"/>
              <a:t>hystrix</a:t>
            </a:r>
            <a:r>
              <a:rPr lang="ko-KR" altLang="en-US" baseline="0" dirty="0"/>
              <a:t>입니다</a:t>
            </a:r>
            <a:r>
              <a:rPr lang="en-US" altLang="ko-KR" baseline="0" dirty="0"/>
              <a:t>.</a:t>
            </a:r>
          </a:p>
          <a:p>
            <a:endParaRPr lang="en-US" altLang="ko-KR" baseline="0" dirty="0"/>
          </a:p>
          <a:p>
            <a:r>
              <a:rPr lang="ko-KR" altLang="en-US" baseline="0" dirty="0"/>
              <a:t>간단히 동작을 설명하자면</a:t>
            </a:r>
            <a:r>
              <a:rPr lang="en-US" altLang="ko-KR" baseline="0" dirty="0"/>
              <a:t>, </a:t>
            </a:r>
            <a:r>
              <a:rPr lang="ko-KR" altLang="en-US" baseline="0" dirty="0"/>
              <a:t>어떠한 특정 서비스에서의 응답이 지연되어 정의된 </a:t>
            </a:r>
            <a:r>
              <a:rPr lang="ko-KR" altLang="en-US" baseline="0" dirty="0" err="1"/>
              <a:t>임계값을</a:t>
            </a:r>
            <a:r>
              <a:rPr lang="ko-KR" altLang="en-US" baseline="0" dirty="0"/>
              <a:t> 넘게 되면 기다리는 대신 사용자가 정의한 풀백 메서드를 실행하여</a:t>
            </a:r>
            <a:endParaRPr lang="en-US" altLang="ko-KR" baseline="0" dirty="0"/>
          </a:p>
          <a:p>
            <a:r>
              <a:rPr lang="ko-KR" altLang="en-US" baseline="0" dirty="0" err="1"/>
              <a:t>응답값을</a:t>
            </a:r>
            <a:r>
              <a:rPr lang="ko-KR" altLang="en-US" baseline="0" dirty="0"/>
              <a:t> 클라이언트에게 전달하게 됩니다</a:t>
            </a:r>
            <a:r>
              <a:rPr lang="en-US" altLang="ko-KR" baseline="0" dirty="0"/>
              <a:t>.</a:t>
            </a:r>
          </a:p>
          <a:p>
            <a:r>
              <a:rPr lang="ko-KR" altLang="en-US" baseline="0" dirty="0"/>
              <a:t>그리고 새롭게 들어오는 다음 </a:t>
            </a:r>
            <a:r>
              <a:rPr lang="en-US" altLang="ko-KR" baseline="0" dirty="0"/>
              <a:t>request</a:t>
            </a:r>
            <a:r>
              <a:rPr lang="ko-KR" altLang="en-US" baseline="0" dirty="0"/>
              <a:t>는 장애가 난 서비스에 </a:t>
            </a:r>
            <a:r>
              <a:rPr lang="ko-KR" altLang="en-US" baseline="0" dirty="0" err="1"/>
              <a:t>컨택하지</a:t>
            </a:r>
            <a:r>
              <a:rPr lang="ko-KR" altLang="en-US" baseline="0" dirty="0"/>
              <a:t> 않고 정의된 </a:t>
            </a:r>
            <a:r>
              <a:rPr lang="en-US" altLang="ko-KR" baseline="0" dirty="0"/>
              <a:t>fallback </a:t>
            </a:r>
            <a:r>
              <a:rPr lang="ko-KR" altLang="en-US" baseline="0" dirty="0"/>
              <a:t>메서드를 즉시 실행하며</a:t>
            </a:r>
            <a:r>
              <a:rPr lang="en-US" altLang="ko-KR" baseline="0" dirty="0"/>
              <a:t>, </a:t>
            </a:r>
            <a:r>
              <a:rPr lang="ko-KR" altLang="en-US" baseline="0" dirty="0"/>
              <a:t>장애가 복구되면 </a:t>
            </a:r>
            <a:r>
              <a:rPr lang="en-US" altLang="ko-KR" baseline="0" dirty="0" err="1"/>
              <a:t>hystrix</a:t>
            </a:r>
            <a:r>
              <a:rPr lang="ko-KR" altLang="en-US" baseline="0" dirty="0"/>
              <a:t>는 모니터링 하고 있다가 정상화된 서비스에 다시 연결을 시켜줍니다</a:t>
            </a:r>
            <a:r>
              <a:rPr lang="en-US" altLang="ko-KR" baseline="0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1FB0DA3-C449-4533-96BD-169A8193AF71}" type="slidenum">
              <a:rPr lang="ko-KR" altLang="en-US" smtClean="0"/>
              <a:pPr>
                <a:defRPr/>
              </a:pPr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93861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다음은 </a:t>
            </a:r>
            <a:r>
              <a:rPr lang="en-US" altLang="ko-KR" dirty="0"/>
              <a:t>API</a:t>
            </a:r>
            <a:r>
              <a:rPr lang="ko-KR" altLang="en-US" dirty="0"/>
              <a:t> </a:t>
            </a:r>
            <a:r>
              <a:rPr lang="en-US" altLang="ko-KR" dirty="0"/>
              <a:t>Gateway</a:t>
            </a:r>
            <a:r>
              <a:rPr lang="ko-KR" altLang="en-US" dirty="0"/>
              <a:t>인 </a:t>
            </a:r>
            <a:r>
              <a:rPr lang="en-US" altLang="ko-KR" dirty="0" err="1"/>
              <a:t>Zuul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MSA</a:t>
            </a:r>
            <a:r>
              <a:rPr lang="ko-KR" altLang="en-US" dirty="0"/>
              <a:t>는 작은 단위의 서비스로 분리함에 따라 서비스의 복잡도를 줄일 수 있으며</a:t>
            </a:r>
            <a:r>
              <a:rPr lang="en-US" altLang="ko-KR" dirty="0"/>
              <a:t>,</a:t>
            </a:r>
            <a:r>
              <a:rPr lang="en-US" altLang="ko-KR" baseline="0" dirty="0"/>
              <a:t> </a:t>
            </a:r>
            <a:r>
              <a:rPr lang="ko-KR" altLang="en-US" baseline="0" dirty="0"/>
              <a:t>변경에 따른 </a:t>
            </a:r>
            <a:r>
              <a:rPr lang="ko-KR" altLang="en-US" baseline="0" dirty="0" err="1"/>
              <a:t>영향도를</a:t>
            </a:r>
            <a:r>
              <a:rPr lang="ko-KR" altLang="en-US" baseline="0" dirty="0"/>
              <a:t> 최소화하면서 개발과 배포를 할 수 있다는 장점이 있습니다</a:t>
            </a:r>
            <a:r>
              <a:rPr lang="en-US" altLang="ko-KR" baseline="0" dirty="0"/>
              <a:t>.</a:t>
            </a:r>
          </a:p>
          <a:p>
            <a:r>
              <a:rPr lang="ko-KR" altLang="en-US" baseline="0" dirty="0"/>
              <a:t>하지만</a:t>
            </a:r>
            <a:r>
              <a:rPr lang="en-US" altLang="ko-KR" baseline="0" dirty="0"/>
              <a:t>, </a:t>
            </a:r>
            <a:r>
              <a:rPr lang="ko-KR" altLang="en-US" baseline="0" dirty="0"/>
              <a:t>여러 서비스의 </a:t>
            </a:r>
            <a:r>
              <a:rPr lang="ko-KR" altLang="en-US" baseline="0" dirty="0" err="1"/>
              <a:t>엔드포인트를</a:t>
            </a:r>
            <a:r>
              <a:rPr lang="ko-KR" altLang="en-US" baseline="0" dirty="0"/>
              <a:t> 관리해야 하는 어려움이 있으며 각 서비스의 </a:t>
            </a:r>
            <a:r>
              <a:rPr lang="en-US" altLang="ko-KR" baseline="0" dirty="0"/>
              <a:t>API</a:t>
            </a:r>
            <a:r>
              <a:rPr lang="ko-KR" altLang="en-US" baseline="0" dirty="0"/>
              <a:t>에서 공통적으로 필요한 기능을 중복으로 개발해야 하는 문제가 있습니다</a:t>
            </a:r>
            <a:r>
              <a:rPr lang="en-US" altLang="ko-KR" baseline="0" dirty="0"/>
              <a:t>.</a:t>
            </a:r>
          </a:p>
          <a:p>
            <a:r>
              <a:rPr lang="en-US" altLang="ko-KR" baseline="0" dirty="0"/>
              <a:t>API Gateway</a:t>
            </a:r>
            <a:r>
              <a:rPr lang="ko-KR" altLang="en-US" baseline="0" dirty="0"/>
              <a:t>를 이용하면 통합적으로 </a:t>
            </a:r>
            <a:r>
              <a:rPr lang="ko-KR" altLang="en-US" baseline="0" dirty="0" err="1"/>
              <a:t>엔드포인트와</a:t>
            </a:r>
            <a:r>
              <a:rPr lang="ko-KR" altLang="en-US" baseline="0" dirty="0"/>
              <a:t> </a:t>
            </a:r>
            <a:r>
              <a:rPr lang="en-US" altLang="ko-KR" baseline="0" dirty="0"/>
              <a:t>REST API</a:t>
            </a:r>
            <a:r>
              <a:rPr lang="ko-KR" altLang="en-US" baseline="0" dirty="0"/>
              <a:t>를 관리할 수 있으며</a:t>
            </a:r>
            <a:endParaRPr lang="en-US" altLang="ko-KR" baseline="0" dirty="0"/>
          </a:p>
          <a:p>
            <a:r>
              <a:rPr lang="ko-KR" altLang="en-US" baseline="0" dirty="0"/>
              <a:t>모든 클라이언트는 각 서비스의 </a:t>
            </a:r>
            <a:r>
              <a:rPr lang="ko-KR" altLang="en-US" baseline="0" dirty="0" err="1"/>
              <a:t>엔드포인트</a:t>
            </a:r>
            <a:r>
              <a:rPr lang="ko-KR" altLang="en-US" baseline="0" dirty="0"/>
              <a:t> 대신 </a:t>
            </a:r>
            <a:r>
              <a:rPr lang="en-US" altLang="ko-KR" baseline="0" dirty="0"/>
              <a:t>API Gateway</a:t>
            </a:r>
            <a:r>
              <a:rPr lang="ko-KR" altLang="en-US" baseline="0" dirty="0"/>
              <a:t>로 요청을 전달합니다</a:t>
            </a:r>
            <a:r>
              <a:rPr lang="en-US" altLang="ko-KR" baseline="0" dirty="0"/>
              <a:t>.</a:t>
            </a:r>
          </a:p>
          <a:p>
            <a:r>
              <a:rPr lang="en-US" altLang="ko-KR" baseline="0" dirty="0"/>
              <a:t>API Gateway</a:t>
            </a:r>
            <a:r>
              <a:rPr lang="ko-KR" altLang="en-US" baseline="0" dirty="0"/>
              <a:t>는 라우터 및 </a:t>
            </a:r>
            <a:r>
              <a:rPr lang="en-US" altLang="ko-KR" baseline="0" dirty="0"/>
              <a:t>reverse proxy </a:t>
            </a:r>
            <a:r>
              <a:rPr lang="ko-KR" altLang="en-US" baseline="0" dirty="0"/>
              <a:t>기능뿐 아니라</a:t>
            </a:r>
            <a:r>
              <a:rPr lang="en-US" altLang="ko-KR" baseline="0" dirty="0"/>
              <a:t>, </a:t>
            </a:r>
            <a:r>
              <a:rPr lang="ko-KR" altLang="en-US" baseline="0" dirty="0" err="1"/>
              <a:t>엔드포인트</a:t>
            </a:r>
            <a:r>
              <a:rPr lang="ko-KR" altLang="en-US" baseline="0" dirty="0"/>
              <a:t> 서버에서 공통으로 필요한 인증</a:t>
            </a:r>
            <a:r>
              <a:rPr lang="en-US" altLang="ko-KR" baseline="0" dirty="0"/>
              <a:t>, </a:t>
            </a:r>
            <a:r>
              <a:rPr lang="ko-KR" altLang="en-US" baseline="0" dirty="0"/>
              <a:t>접근 제어 등 공통적인 부분도 구현이 가능해집니다</a:t>
            </a:r>
            <a:r>
              <a:rPr lang="en-US" altLang="ko-KR" baseline="0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1FB0DA3-C449-4533-96BD-169A8193AF71}" type="slidenum">
              <a:rPr lang="ko-KR" altLang="en-US" smtClean="0"/>
              <a:pPr>
                <a:defRPr/>
              </a:pPr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16904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aseline="0" dirty="0"/>
              <a:t>또한 </a:t>
            </a:r>
            <a:r>
              <a:rPr lang="en-US" altLang="ko-KR" baseline="0" dirty="0"/>
              <a:t>API gateway</a:t>
            </a:r>
            <a:r>
              <a:rPr lang="ko-KR" altLang="en-US" baseline="0" dirty="0"/>
              <a:t>의 라우팅 기능을 사용하여 왼쪽 그림처럼 점진적으로 </a:t>
            </a:r>
            <a:r>
              <a:rPr lang="ko-KR" altLang="en-US" baseline="0" dirty="0" err="1"/>
              <a:t>레거시</a:t>
            </a:r>
            <a:r>
              <a:rPr lang="ko-KR" altLang="en-US" baseline="0" dirty="0"/>
              <a:t> 시스템을 신규 시스템으로 교체도 가능하며</a:t>
            </a:r>
            <a:endParaRPr lang="en-US" altLang="ko-KR" baseline="0" dirty="0"/>
          </a:p>
          <a:p>
            <a:r>
              <a:rPr lang="ko-KR" altLang="en-US" baseline="0" dirty="0"/>
              <a:t>오른쪽 그림과 같이 트래픽 일부만 새로운 서비스로 라우팅하는 </a:t>
            </a:r>
            <a:r>
              <a:rPr lang="en-US" altLang="ko-KR" baseline="0" dirty="0" err="1"/>
              <a:t>Canari</a:t>
            </a:r>
            <a:r>
              <a:rPr lang="en-US" altLang="ko-KR" baseline="0" dirty="0"/>
              <a:t>(</a:t>
            </a:r>
            <a:r>
              <a:rPr lang="ko-KR" altLang="en-US" baseline="0" dirty="0" err="1"/>
              <a:t>카나리</a:t>
            </a:r>
            <a:r>
              <a:rPr lang="en-US" altLang="ko-KR" baseline="0" dirty="0"/>
              <a:t>)</a:t>
            </a:r>
            <a:r>
              <a:rPr lang="ko-KR" altLang="en-US" baseline="0" dirty="0"/>
              <a:t> 배포가 가능해진다</a:t>
            </a:r>
            <a:r>
              <a:rPr lang="en-US" altLang="ko-KR" baseline="0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1FB0DA3-C449-4533-96BD-169A8193AF71}" type="slidenum">
              <a:rPr lang="ko-KR" altLang="en-US" smtClean="0"/>
              <a:pPr>
                <a:defRPr/>
              </a:pPr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13156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baseline="0" dirty="0" err="1"/>
              <a:t>Zuul</a:t>
            </a:r>
            <a:r>
              <a:rPr lang="ko-KR" altLang="en-US" baseline="0" dirty="0"/>
              <a:t>은 </a:t>
            </a:r>
            <a:r>
              <a:rPr lang="en-US" altLang="ko-KR" baseline="0" dirty="0"/>
              <a:t>Netflix OSS</a:t>
            </a:r>
            <a:r>
              <a:rPr lang="ko-KR" altLang="en-US" baseline="0" dirty="0"/>
              <a:t>에서 제공하는 </a:t>
            </a:r>
            <a:r>
              <a:rPr lang="en-US" altLang="ko-KR" baseline="0" dirty="0" err="1"/>
              <a:t>api</a:t>
            </a:r>
            <a:r>
              <a:rPr lang="en-US" altLang="ko-KR" baseline="0" dirty="0"/>
              <a:t> gateway</a:t>
            </a:r>
            <a:r>
              <a:rPr lang="ko-KR" altLang="en-US" baseline="0" dirty="0"/>
              <a:t>의 구현체입니다</a:t>
            </a:r>
            <a:r>
              <a:rPr lang="en-US" altLang="ko-KR" baseline="0" dirty="0"/>
              <a:t>.</a:t>
            </a:r>
          </a:p>
          <a:p>
            <a:r>
              <a:rPr lang="en-US" altLang="ko-KR" baseline="0" dirty="0" err="1"/>
              <a:t>Zuul</a:t>
            </a:r>
            <a:r>
              <a:rPr lang="ko-KR" altLang="en-US" baseline="0" dirty="0"/>
              <a:t>은 </a:t>
            </a:r>
            <a:r>
              <a:rPr lang="ko-KR" altLang="en-US" baseline="0" dirty="0" err="1"/>
              <a:t>인증요구</a:t>
            </a:r>
            <a:r>
              <a:rPr lang="ko-KR" altLang="en-US" baseline="0" dirty="0"/>
              <a:t> 식별</a:t>
            </a:r>
            <a:r>
              <a:rPr lang="en-US" altLang="ko-KR" baseline="0" dirty="0"/>
              <a:t>, </a:t>
            </a:r>
            <a:r>
              <a:rPr lang="ko-KR" altLang="en-US" baseline="0" dirty="0"/>
              <a:t>라우팅</a:t>
            </a:r>
            <a:r>
              <a:rPr lang="en-US" altLang="ko-KR" baseline="0" dirty="0"/>
              <a:t>, </a:t>
            </a:r>
            <a:r>
              <a:rPr lang="ko-KR" altLang="en-US" baseline="0" dirty="0"/>
              <a:t>스트레스 </a:t>
            </a:r>
            <a:r>
              <a:rPr lang="ko-KR" altLang="en-US" baseline="0" dirty="0" err="1"/>
              <a:t>테스팅</a:t>
            </a:r>
            <a:r>
              <a:rPr lang="ko-KR" altLang="en-US" baseline="0" dirty="0"/>
              <a:t> 등 여러 기능이 있는데</a:t>
            </a:r>
            <a:r>
              <a:rPr lang="en-US" altLang="ko-KR" baseline="0" dirty="0"/>
              <a:t>, </a:t>
            </a:r>
            <a:r>
              <a:rPr lang="ko-KR" altLang="en-US" baseline="0" dirty="0"/>
              <a:t>요청 온 </a:t>
            </a:r>
            <a:r>
              <a:rPr lang="en-US" altLang="ko-KR" baseline="0" dirty="0"/>
              <a:t>request</a:t>
            </a:r>
            <a:r>
              <a:rPr lang="ko-KR" altLang="en-US" baseline="0" dirty="0"/>
              <a:t>를 필터</a:t>
            </a:r>
            <a:r>
              <a:rPr lang="en-US" altLang="ko-KR" baseline="0" dirty="0"/>
              <a:t> / </a:t>
            </a:r>
            <a:r>
              <a:rPr lang="ko-KR" altLang="en-US" baseline="0" dirty="0"/>
              <a:t>라우팅 하는 과정은 보시는 그림과 같이 표현될 수 있습니다</a:t>
            </a:r>
            <a:r>
              <a:rPr lang="en-US" altLang="ko-KR" baseline="0" dirty="0"/>
              <a:t>.</a:t>
            </a:r>
          </a:p>
          <a:p>
            <a:r>
              <a:rPr lang="ko-KR" altLang="en-US" baseline="0" dirty="0"/>
              <a:t>요청이 들어오면 </a:t>
            </a:r>
            <a:r>
              <a:rPr lang="en-US" altLang="ko-KR" baseline="0" dirty="0"/>
              <a:t>PRE filter routing filter post filter </a:t>
            </a:r>
            <a:r>
              <a:rPr lang="ko-KR" altLang="en-US" baseline="0" dirty="0"/>
              <a:t>순으로 진행이 되는데</a:t>
            </a:r>
            <a:endParaRPr lang="en-US" altLang="ko-KR" baseline="0" dirty="0"/>
          </a:p>
          <a:p>
            <a:r>
              <a:rPr lang="en-US" altLang="ko-KR" baseline="0" dirty="0"/>
              <a:t>Pre filter</a:t>
            </a:r>
            <a:r>
              <a:rPr lang="ko-KR" altLang="en-US" baseline="0" dirty="0"/>
              <a:t>에서는 인증</a:t>
            </a:r>
            <a:r>
              <a:rPr lang="en-US" altLang="ko-KR" baseline="0" dirty="0"/>
              <a:t>/</a:t>
            </a:r>
            <a:r>
              <a:rPr lang="ko-KR" altLang="en-US" baseline="0" dirty="0"/>
              <a:t>인가 처리를 하고 </a:t>
            </a:r>
            <a:endParaRPr lang="en-US" altLang="ko-KR" baseline="0" dirty="0"/>
          </a:p>
          <a:p>
            <a:r>
              <a:rPr lang="en-US" altLang="ko-KR" baseline="0" dirty="0"/>
              <a:t>Routing filter</a:t>
            </a:r>
            <a:r>
              <a:rPr lang="ko-KR" altLang="en-US" baseline="0" dirty="0"/>
              <a:t>에서는 </a:t>
            </a:r>
            <a:r>
              <a:rPr lang="en-US" altLang="ko-KR" baseline="0" dirty="0"/>
              <a:t>L/B, Routing, Circuit break</a:t>
            </a:r>
            <a:r>
              <a:rPr lang="ko-KR" altLang="en-US" baseline="0" dirty="0"/>
              <a:t>를 처리하며 </a:t>
            </a:r>
            <a:r>
              <a:rPr lang="en-US" altLang="ko-KR" baseline="0" dirty="0"/>
              <a:t>post filter</a:t>
            </a:r>
            <a:r>
              <a:rPr lang="ko-KR" altLang="en-US" baseline="0" dirty="0"/>
              <a:t>에서는 요청과 </a:t>
            </a:r>
            <a:r>
              <a:rPr lang="ko-KR" altLang="en-US" baseline="0" dirty="0" err="1"/>
              <a:t>응담에</a:t>
            </a:r>
            <a:r>
              <a:rPr lang="ko-KR" altLang="en-US" baseline="0" dirty="0"/>
              <a:t> 대한 </a:t>
            </a:r>
            <a:r>
              <a:rPr lang="en-US" altLang="ko-KR" baseline="0" dirty="0"/>
              <a:t>logging</a:t>
            </a:r>
            <a:r>
              <a:rPr lang="ko-KR" altLang="en-US" baseline="0" dirty="0"/>
              <a:t>을 처리 합니다</a:t>
            </a:r>
            <a:r>
              <a:rPr lang="en-US" altLang="ko-KR" baseline="0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1FB0DA3-C449-4533-96BD-169A8193AF71}" type="slidenum">
              <a:rPr lang="ko-KR" altLang="en-US" smtClean="0"/>
              <a:pPr>
                <a:defRPr/>
              </a:pPr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632427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aseline="0" dirty="0"/>
              <a:t>이제 </a:t>
            </a:r>
            <a:r>
              <a:rPr lang="en-US" altLang="ko-KR" baseline="0" dirty="0"/>
              <a:t>ISTIO</a:t>
            </a:r>
            <a:r>
              <a:rPr lang="ko-KR" altLang="en-US" baseline="0" dirty="0"/>
              <a:t>에 대해 </a:t>
            </a:r>
            <a:r>
              <a:rPr lang="ko-KR" altLang="en-US" baseline="0" dirty="0" err="1"/>
              <a:t>설명드리기</a:t>
            </a:r>
            <a:r>
              <a:rPr lang="ko-KR" altLang="en-US" baseline="0" dirty="0"/>
              <a:t> 앞서 </a:t>
            </a:r>
            <a:r>
              <a:rPr lang="en-US" altLang="ko-KR" baseline="0" dirty="0"/>
              <a:t>ISTIO</a:t>
            </a:r>
            <a:r>
              <a:rPr lang="ko-KR" altLang="en-US" baseline="0" dirty="0"/>
              <a:t>가 등장한 배경부터 말씀드리겠습니다</a:t>
            </a:r>
            <a:r>
              <a:rPr lang="en-US" altLang="ko-KR" baseline="0" dirty="0"/>
              <a:t>.</a:t>
            </a:r>
          </a:p>
          <a:p>
            <a:r>
              <a:rPr lang="en-US" altLang="ko-KR" baseline="0" dirty="0"/>
              <a:t>MSA</a:t>
            </a:r>
            <a:r>
              <a:rPr lang="ko-KR" altLang="en-US" baseline="0" dirty="0"/>
              <a:t>에 관심이 있다면 많이 </a:t>
            </a:r>
            <a:r>
              <a:rPr lang="ko-KR" altLang="en-US" baseline="0" dirty="0" err="1"/>
              <a:t>보셨을거</a:t>
            </a:r>
            <a:r>
              <a:rPr lang="ko-KR" altLang="en-US" baseline="0" dirty="0"/>
              <a:t> 같은 사진입니다</a:t>
            </a:r>
            <a:r>
              <a:rPr lang="en-US" altLang="ko-KR" baseline="0" dirty="0"/>
              <a:t>. </a:t>
            </a:r>
            <a:r>
              <a:rPr lang="ko-KR" altLang="en-US" baseline="0" dirty="0"/>
              <a:t>마치 스타워즈의 </a:t>
            </a:r>
            <a:r>
              <a:rPr lang="ko-KR" altLang="en-US" baseline="0" dirty="0" err="1"/>
              <a:t>데스스타와</a:t>
            </a:r>
            <a:r>
              <a:rPr lang="ko-KR" altLang="en-US" baseline="0" dirty="0"/>
              <a:t> 같은 서비스 연결 타래 그림입니다</a:t>
            </a:r>
            <a:r>
              <a:rPr lang="en-US" altLang="ko-KR" baseline="0" dirty="0"/>
              <a:t>.</a:t>
            </a:r>
          </a:p>
          <a:p>
            <a:r>
              <a:rPr lang="ko-KR" altLang="en-US" baseline="0" dirty="0"/>
              <a:t>마이크로 서비스는 기능을 서비스라는 단위로 잘게 나누다 보니 서비스가 많아지고 연결이 복잡해졌습니다</a:t>
            </a:r>
            <a:r>
              <a:rPr lang="en-US" altLang="ko-KR" baseline="0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1FB0DA3-C449-4533-96BD-169A8193AF71}" type="slidenum">
              <a:rPr lang="ko-KR" altLang="en-US" smtClean="0"/>
              <a:pPr>
                <a:defRPr/>
              </a:pPr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504068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baseline="0" dirty="0"/>
              <a:t>Service</a:t>
            </a:r>
            <a:r>
              <a:rPr lang="ko-KR" altLang="en-US" baseline="0" dirty="0"/>
              <a:t>가 커짐에 따라 많은 기업들이 </a:t>
            </a:r>
            <a:r>
              <a:rPr lang="en-US" altLang="ko-KR" baseline="0" dirty="0"/>
              <a:t>MSA</a:t>
            </a:r>
            <a:r>
              <a:rPr lang="ko-KR" altLang="en-US" baseline="0" dirty="0"/>
              <a:t>로 전환을 하기 시작했고</a:t>
            </a:r>
            <a:endParaRPr lang="en-US" altLang="ko-KR" baseline="0" dirty="0"/>
          </a:p>
          <a:p>
            <a:r>
              <a:rPr lang="ko-KR" altLang="en-US" baseline="0" dirty="0" err="1"/>
              <a:t>넷플릭스가</a:t>
            </a:r>
            <a:r>
              <a:rPr lang="ko-KR" altLang="en-US" baseline="0" dirty="0"/>
              <a:t> 오픈소스를 공개하였지만 적용하기 쉽지 않았습니다</a:t>
            </a:r>
            <a:r>
              <a:rPr lang="en-US" altLang="ko-KR" baseline="0" dirty="0"/>
              <a:t>.</a:t>
            </a:r>
          </a:p>
          <a:p>
            <a:r>
              <a:rPr lang="en-US" altLang="ko-KR" baseline="0" dirty="0"/>
              <a:t>Spring framework</a:t>
            </a:r>
            <a:r>
              <a:rPr lang="ko-KR" altLang="en-US" baseline="0" dirty="0"/>
              <a:t>에서 이를 참고하여 추상화를 하였고 적용하기 쉽게 만들었지만 </a:t>
            </a:r>
            <a:r>
              <a:rPr lang="en-US" altLang="ko-KR" baseline="0" dirty="0"/>
              <a:t>java</a:t>
            </a:r>
            <a:r>
              <a:rPr lang="ko-KR" altLang="en-US" baseline="0" dirty="0"/>
              <a:t>에만 적용이 가능하다는 문제점이 있습니다</a:t>
            </a:r>
            <a:r>
              <a:rPr lang="en-US" altLang="ko-KR" baseline="0" dirty="0"/>
              <a:t>.</a:t>
            </a:r>
          </a:p>
          <a:p>
            <a:pPr marL="0" marR="0" indent="0" algn="l" defTabSz="914400" rtl="0" eaLnBrk="0" fontAlgn="base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aseline="0" dirty="0"/>
              <a:t>이렇게 많은 </a:t>
            </a:r>
            <a:r>
              <a:rPr lang="en-US" altLang="ko-KR" baseline="0" dirty="0"/>
              <a:t>service</a:t>
            </a:r>
            <a:r>
              <a:rPr lang="ko-KR" altLang="en-US" baseline="0" dirty="0"/>
              <a:t>들을 효율적으로 관리할 무언가가 필요하게 되었고 그렇게 해서 나온 것이 </a:t>
            </a:r>
            <a:r>
              <a:rPr lang="en-US" altLang="ko-KR" baseline="0" dirty="0"/>
              <a:t>ISTIO</a:t>
            </a:r>
            <a:r>
              <a:rPr lang="ko-KR" altLang="en-US" baseline="0" dirty="0"/>
              <a:t>입니다</a:t>
            </a:r>
            <a:r>
              <a:rPr lang="en-US" altLang="ko-KR" baseline="0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1FB0DA3-C449-4533-96BD-169A8193AF71}" type="slidenum">
              <a:rPr lang="ko-KR" altLang="en-US" smtClean="0"/>
              <a:pPr>
                <a:defRPr/>
              </a:pPr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98817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aseline="0" dirty="0"/>
          </a:p>
          <a:p>
            <a:r>
              <a:rPr lang="en-US" altLang="ko-KR" baseline="0" dirty="0"/>
              <a:t>ISTIO</a:t>
            </a:r>
            <a:r>
              <a:rPr lang="ko-KR" altLang="en-US" baseline="0" dirty="0"/>
              <a:t>란 </a:t>
            </a:r>
            <a:r>
              <a:rPr lang="en-US" altLang="ko-KR" baseline="0" dirty="0"/>
              <a:t>service mesh</a:t>
            </a:r>
            <a:r>
              <a:rPr lang="ko-KR" altLang="en-US" baseline="0" dirty="0"/>
              <a:t>의 구현체입니다</a:t>
            </a:r>
            <a:r>
              <a:rPr lang="en-US" altLang="ko-KR" baseline="0" dirty="0"/>
              <a:t>.</a:t>
            </a:r>
          </a:p>
          <a:p>
            <a:endParaRPr lang="en-US" altLang="ko-KR" baseline="0" dirty="0"/>
          </a:p>
          <a:p>
            <a:r>
              <a:rPr lang="ko-KR" altLang="en-US" baseline="0" dirty="0"/>
              <a:t>그럼 </a:t>
            </a:r>
            <a:r>
              <a:rPr lang="en-US" altLang="ko-KR" baseline="0" dirty="0"/>
              <a:t>service mesh</a:t>
            </a:r>
            <a:r>
              <a:rPr lang="ko-KR" altLang="en-US" baseline="0" dirty="0"/>
              <a:t>에 대해 알아보겠습니다</a:t>
            </a:r>
            <a:r>
              <a:rPr lang="en-US" altLang="ko-KR" baseline="0" dirty="0"/>
              <a:t>.</a:t>
            </a:r>
          </a:p>
          <a:p>
            <a:r>
              <a:rPr lang="en-US" altLang="ko-KR" baseline="0" dirty="0"/>
              <a:t>Service mesh</a:t>
            </a:r>
            <a:r>
              <a:rPr lang="ko-KR" altLang="en-US" baseline="0" dirty="0"/>
              <a:t>는 </a:t>
            </a:r>
            <a:r>
              <a:rPr lang="en-US" altLang="ko-KR" baseline="0" dirty="0" err="1"/>
              <a:t>msa</a:t>
            </a:r>
            <a:r>
              <a:rPr lang="ko-KR" altLang="en-US" baseline="0" dirty="0"/>
              <a:t>의 여러 문제들을 풀기 위해 만든 인프라 측면의 아키텍처이며 마이크로 서비스 간의 통신을 관리해줍니다</a:t>
            </a:r>
            <a:r>
              <a:rPr lang="en-US" altLang="ko-KR" baseline="0" dirty="0"/>
              <a:t>.</a:t>
            </a:r>
          </a:p>
          <a:p>
            <a:r>
              <a:rPr lang="ko-KR" altLang="en-US" baseline="0" dirty="0"/>
              <a:t>서비스 </a:t>
            </a:r>
            <a:r>
              <a:rPr lang="ko-KR" altLang="en-US" baseline="0" dirty="0" err="1"/>
              <a:t>메쉬의</a:t>
            </a:r>
            <a:r>
              <a:rPr lang="ko-KR" altLang="en-US" baseline="0" dirty="0"/>
              <a:t> 특징들에 대해 좀더 자세히 알아보겠습니다</a:t>
            </a:r>
            <a:r>
              <a:rPr lang="en-US" altLang="ko-KR" baseline="0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1FB0DA3-C449-4533-96BD-169A8193AF71}" type="slidenum">
              <a:rPr lang="ko-KR" altLang="en-US" smtClean="0"/>
              <a:pPr>
                <a:defRPr/>
              </a:pPr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649769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baseline="0" dirty="0"/>
              <a:t>MSA</a:t>
            </a:r>
            <a:r>
              <a:rPr lang="ko-KR" altLang="en-US" baseline="0" dirty="0"/>
              <a:t>를 설계하며 생기는 문제점들이 </a:t>
            </a:r>
            <a:r>
              <a:rPr lang="en-US" altLang="ko-KR" baseline="0" dirty="0"/>
              <a:t>service mesh</a:t>
            </a:r>
            <a:r>
              <a:rPr lang="ko-KR" altLang="en-US" baseline="0" dirty="0"/>
              <a:t>를 통해 어떻게 해결되었는지 알아보겠습니다</a:t>
            </a:r>
            <a:r>
              <a:rPr lang="en-US" altLang="ko-KR" baseline="0" dirty="0"/>
              <a:t>.</a:t>
            </a:r>
          </a:p>
          <a:p>
            <a:r>
              <a:rPr lang="ko-KR" altLang="en-US" baseline="0" dirty="0" err="1"/>
              <a:t>쿠버네티스</a:t>
            </a:r>
            <a:r>
              <a:rPr lang="ko-KR" altLang="en-US" baseline="0" dirty="0"/>
              <a:t> 클러스터에 다음과 같은 마이크로서비스들을 배포한다고 생각해봅시다</a:t>
            </a:r>
            <a:r>
              <a:rPr lang="en-US" altLang="ko-KR" baseline="0" dirty="0"/>
              <a:t>.</a:t>
            </a:r>
          </a:p>
          <a:p>
            <a:r>
              <a:rPr lang="ko-KR" altLang="en-US" baseline="0" dirty="0"/>
              <a:t>각</a:t>
            </a:r>
            <a:r>
              <a:rPr lang="en-US" altLang="ko-KR" baseline="0" dirty="0"/>
              <a:t> MS</a:t>
            </a:r>
            <a:r>
              <a:rPr lang="ko-KR" altLang="en-US" baseline="0" dirty="0"/>
              <a:t>는 각각의 기능을 하는 </a:t>
            </a:r>
            <a:r>
              <a:rPr lang="en-US" altLang="ko-KR" baseline="0" dirty="0"/>
              <a:t>business logic</a:t>
            </a:r>
            <a:r>
              <a:rPr lang="ko-KR" altLang="en-US" baseline="0" dirty="0"/>
              <a:t>이 필요합니다</a:t>
            </a:r>
            <a:r>
              <a:rPr lang="en-US" altLang="ko-KR" baseline="0" dirty="0"/>
              <a:t>.</a:t>
            </a:r>
          </a:p>
          <a:p>
            <a:r>
              <a:rPr lang="ko-KR" altLang="en-US" baseline="0" dirty="0"/>
              <a:t>또한 </a:t>
            </a:r>
            <a:r>
              <a:rPr lang="en-US" altLang="ko-KR" baseline="0" dirty="0"/>
              <a:t>MS</a:t>
            </a:r>
            <a:r>
              <a:rPr lang="ko-KR" altLang="en-US" baseline="0" dirty="0"/>
              <a:t>끼리 서로 통신을 하기 위한 정보도 필요할 것입니다</a:t>
            </a:r>
            <a:r>
              <a:rPr lang="en-US" altLang="ko-KR" baseline="0" dirty="0"/>
              <a:t>.</a:t>
            </a:r>
          </a:p>
          <a:p>
            <a:r>
              <a:rPr lang="ko-KR" altLang="en-US" baseline="0" dirty="0"/>
              <a:t>클러스터 내에서 안전하게 통신할 수 있도록 보안 </a:t>
            </a:r>
            <a:r>
              <a:rPr lang="ko-KR" altLang="en-US" baseline="0" dirty="0" err="1"/>
              <a:t>로직도</a:t>
            </a:r>
            <a:r>
              <a:rPr lang="ko-KR" altLang="en-US" baseline="0" dirty="0"/>
              <a:t> 필요합니다</a:t>
            </a:r>
            <a:r>
              <a:rPr lang="en-US" altLang="ko-KR" baseline="0" dirty="0"/>
              <a:t>.</a:t>
            </a:r>
          </a:p>
          <a:p>
            <a:r>
              <a:rPr lang="ko-KR" altLang="en-US" baseline="0" dirty="0"/>
              <a:t>각 </a:t>
            </a:r>
            <a:r>
              <a:rPr lang="en-US" altLang="ko-KR" baseline="0" dirty="0"/>
              <a:t>MS</a:t>
            </a:r>
            <a:r>
              <a:rPr lang="ko-KR" altLang="en-US" baseline="0" dirty="0"/>
              <a:t>에는 서비스가 </a:t>
            </a:r>
            <a:r>
              <a:rPr lang="ko-KR" altLang="en-US" baseline="0" dirty="0" err="1"/>
              <a:t>견고해지기</a:t>
            </a:r>
            <a:r>
              <a:rPr lang="ko-KR" altLang="en-US" baseline="0" dirty="0"/>
              <a:t> 위해 </a:t>
            </a:r>
            <a:r>
              <a:rPr lang="en-US" altLang="ko-KR" baseline="0" dirty="0"/>
              <a:t>retry logic</a:t>
            </a:r>
            <a:r>
              <a:rPr lang="ko-KR" altLang="en-US" baseline="0" dirty="0"/>
              <a:t>도 있어야합니다</a:t>
            </a:r>
            <a:r>
              <a:rPr lang="en-US" altLang="ko-KR" baseline="0" dirty="0"/>
              <a:t>.</a:t>
            </a:r>
          </a:p>
          <a:p>
            <a:r>
              <a:rPr lang="ko-KR" altLang="en-US" baseline="0" dirty="0"/>
              <a:t>서비스가 잘 돌아가고 있는지 </a:t>
            </a:r>
            <a:r>
              <a:rPr lang="en-US" altLang="ko-KR" baseline="0" dirty="0"/>
              <a:t>request</a:t>
            </a:r>
            <a:r>
              <a:rPr lang="ko-KR" altLang="en-US" baseline="0" dirty="0"/>
              <a:t>가 얼마나 들어오는 확인도 하고 싶기때문에 </a:t>
            </a:r>
            <a:r>
              <a:rPr lang="en-US" altLang="ko-KR" baseline="0" dirty="0"/>
              <a:t>Metrics</a:t>
            </a:r>
            <a:r>
              <a:rPr lang="ko-KR" altLang="en-US" baseline="0" dirty="0"/>
              <a:t>와 추적 </a:t>
            </a:r>
            <a:r>
              <a:rPr lang="ko-KR" altLang="en-US" baseline="0" dirty="0" err="1"/>
              <a:t>로직도</a:t>
            </a:r>
            <a:r>
              <a:rPr lang="ko-KR" altLang="en-US" baseline="0" dirty="0"/>
              <a:t> 필요합니다</a:t>
            </a:r>
            <a:r>
              <a:rPr lang="en-US" altLang="ko-KR" baseline="0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1FB0DA3-C449-4533-96BD-169A8193AF71}" type="slidenum">
              <a:rPr lang="ko-KR" altLang="en-US" smtClean="0"/>
              <a:pPr>
                <a:defRPr/>
              </a:pPr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977796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aseline="0" dirty="0"/>
              <a:t>개발자들은 </a:t>
            </a:r>
            <a:r>
              <a:rPr lang="en-US" altLang="ko-KR" baseline="0" dirty="0"/>
              <a:t>business logic</a:t>
            </a:r>
            <a:r>
              <a:rPr lang="ko-KR" altLang="en-US" baseline="0" dirty="0"/>
              <a:t>이 아닌 부분들을 각 </a:t>
            </a:r>
            <a:r>
              <a:rPr lang="en-US" altLang="ko-KR" baseline="0" dirty="0"/>
              <a:t>application</a:t>
            </a:r>
            <a:r>
              <a:rPr lang="ko-KR" altLang="en-US" baseline="0" dirty="0"/>
              <a:t>에 설정을 해주어야 하며 설정 또한 쉽지는 않습니다</a:t>
            </a:r>
            <a:r>
              <a:rPr lang="en-US" altLang="ko-KR" baseline="0" dirty="0"/>
              <a:t>.</a:t>
            </a:r>
          </a:p>
          <a:p>
            <a:r>
              <a:rPr lang="ko-KR" altLang="en-US" baseline="0" dirty="0"/>
              <a:t>개발자들은 서비스를 위한 </a:t>
            </a:r>
            <a:r>
              <a:rPr lang="en-US" altLang="ko-KR" baseline="0" dirty="0"/>
              <a:t>business logic</a:t>
            </a:r>
            <a:r>
              <a:rPr lang="ko-KR" altLang="en-US" baseline="0" dirty="0"/>
              <a:t>에 집중을 할 수 없게 됩니다</a:t>
            </a:r>
            <a:r>
              <a:rPr lang="en-US" altLang="ko-KR" baseline="0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1FB0DA3-C449-4533-96BD-169A8193AF71}" type="slidenum">
              <a:rPr lang="ko-KR" altLang="en-US" smtClean="0"/>
              <a:pPr>
                <a:defRPr/>
              </a:pPr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782106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aseline="0" dirty="0"/>
              <a:t>이러한 문제를 </a:t>
            </a:r>
            <a:r>
              <a:rPr lang="en-US" altLang="ko-KR" baseline="0" dirty="0"/>
              <a:t>Service Mesh</a:t>
            </a:r>
            <a:r>
              <a:rPr lang="ko-KR" altLang="en-US" baseline="0" dirty="0"/>
              <a:t>는 </a:t>
            </a:r>
            <a:r>
              <a:rPr lang="en-US" altLang="ko-KR" baseline="0" dirty="0"/>
              <a:t>Business Logic</a:t>
            </a:r>
            <a:r>
              <a:rPr lang="ko-KR" altLang="en-US" baseline="0" dirty="0"/>
              <a:t>이 </a:t>
            </a:r>
            <a:r>
              <a:rPr lang="ko-KR" altLang="en-US" baseline="0" dirty="0" err="1"/>
              <a:t>아닌것들을</a:t>
            </a:r>
            <a:r>
              <a:rPr lang="ko-KR" altLang="en-US" baseline="0" dirty="0"/>
              <a:t> </a:t>
            </a:r>
            <a:r>
              <a:rPr lang="en-US" altLang="ko-KR" baseline="0" dirty="0"/>
              <a:t>MS</a:t>
            </a:r>
            <a:r>
              <a:rPr lang="ko-KR" altLang="en-US" baseline="0" dirty="0"/>
              <a:t>에서 따로 빼내어 </a:t>
            </a:r>
            <a:r>
              <a:rPr lang="en-US" altLang="ko-KR" baseline="0" dirty="0"/>
              <a:t>Proxy</a:t>
            </a:r>
            <a:r>
              <a:rPr lang="ko-KR" altLang="en-US" baseline="0" dirty="0"/>
              <a:t>처럼 역할을 하는 </a:t>
            </a:r>
            <a:r>
              <a:rPr lang="en-US" altLang="ko-KR" baseline="0" dirty="0"/>
              <a:t>Sidecar application </a:t>
            </a:r>
            <a:r>
              <a:rPr lang="ko-KR" altLang="en-US" baseline="0" dirty="0"/>
              <a:t>형태로 두어 해결하였습니다</a:t>
            </a:r>
            <a:r>
              <a:rPr lang="en-US" altLang="ko-KR" baseline="0" dirty="0"/>
              <a:t>.</a:t>
            </a:r>
          </a:p>
          <a:p>
            <a:r>
              <a:rPr lang="ko-KR" altLang="en-US" baseline="0" dirty="0"/>
              <a:t>클러스터 운영자는 이 애플리케이션을 간단한 </a:t>
            </a:r>
            <a:r>
              <a:rPr lang="en-US" altLang="ko-KR" baseline="0" dirty="0"/>
              <a:t>API</a:t>
            </a:r>
            <a:r>
              <a:rPr lang="ko-KR" altLang="en-US" baseline="0" dirty="0"/>
              <a:t>를 통해 쉽게 구성할 수 있게 되었고</a:t>
            </a:r>
            <a:endParaRPr lang="en-US" altLang="ko-KR" baseline="0" dirty="0"/>
          </a:p>
          <a:p>
            <a:r>
              <a:rPr lang="ko-KR" altLang="en-US" baseline="0" dirty="0"/>
              <a:t>개발자들은 </a:t>
            </a:r>
            <a:r>
              <a:rPr lang="en-US" altLang="ko-KR" baseline="0" dirty="0"/>
              <a:t>business logic</a:t>
            </a:r>
            <a:r>
              <a:rPr lang="ko-KR" altLang="en-US" baseline="0" dirty="0"/>
              <a:t>에만 집중할 수 있게 됩니다</a:t>
            </a:r>
            <a:r>
              <a:rPr lang="en-US" altLang="ko-KR" baseline="0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1FB0DA3-C449-4533-96BD-169A8193AF71}" type="slidenum">
              <a:rPr lang="ko-KR" altLang="en-US" smtClean="0"/>
              <a:pPr>
                <a:defRPr/>
              </a:pPr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970946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aseline="0" dirty="0"/>
              <a:t>서비스 메시는 이 프록시를 자동으로 주입해주는 </a:t>
            </a:r>
            <a:r>
              <a:rPr lang="en-US" altLang="ko-KR" baseline="0" dirty="0"/>
              <a:t>control plane</a:t>
            </a:r>
            <a:r>
              <a:rPr lang="ko-KR" altLang="en-US" baseline="0" dirty="0"/>
              <a:t>이 있습니다</a:t>
            </a:r>
            <a:r>
              <a:rPr lang="en-US" altLang="ko-KR" baseline="0" dirty="0"/>
              <a:t>.</a:t>
            </a:r>
          </a:p>
          <a:p>
            <a:r>
              <a:rPr lang="en-US" altLang="ko-KR" baseline="0" dirty="0"/>
              <a:t>Side car</a:t>
            </a:r>
            <a:r>
              <a:rPr lang="ko-KR" altLang="en-US" baseline="0" dirty="0"/>
              <a:t>의 설정을 마이크로 서비스 배포 </a:t>
            </a:r>
            <a:r>
              <a:rPr lang="en-US" altLang="ko-KR" baseline="0" dirty="0" err="1"/>
              <a:t>yaml</a:t>
            </a:r>
            <a:r>
              <a:rPr lang="en-US" altLang="ko-KR" baseline="0" dirty="0"/>
              <a:t> </a:t>
            </a:r>
            <a:r>
              <a:rPr lang="ko-KR" altLang="en-US" baseline="0" dirty="0"/>
              <a:t>파일에 직접 추가할 필요는 없습니다</a:t>
            </a:r>
            <a:r>
              <a:rPr lang="en-US" altLang="ko-KR" baseline="0" dirty="0"/>
              <a:t>.</a:t>
            </a:r>
          </a:p>
          <a:p>
            <a:r>
              <a:rPr lang="ko-KR" altLang="en-US" baseline="0" dirty="0"/>
              <a:t>또한 각 서비스는 </a:t>
            </a:r>
            <a:r>
              <a:rPr lang="en-US" altLang="ko-KR" baseline="0" dirty="0"/>
              <a:t>Proxy</a:t>
            </a:r>
            <a:r>
              <a:rPr lang="ko-KR" altLang="en-US" baseline="0" dirty="0"/>
              <a:t>를 통해 통신을 하게 됩니다</a:t>
            </a:r>
            <a:r>
              <a:rPr lang="en-US" altLang="ko-KR" baseline="0" dirty="0"/>
              <a:t>.</a:t>
            </a:r>
          </a:p>
          <a:p>
            <a:r>
              <a:rPr lang="ko-KR" altLang="en-US" baseline="0" dirty="0"/>
              <a:t>이렇게 컨트롤 </a:t>
            </a:r>
            <a:r>
              <a:rPr lang="ko-KR" altLang="en-US" baseline="0" dirty="0" err="1"/>
              <a:t>플레인과</a:t>
            </a:r>
            <a:r>
              <a:rPr lang="ko-KR" altLang="en-US" baseline="0" dirty="0"/>
              <a:t> 프록시로 구성된 </a:t>
            </a:r>
            <a:r>
              <a:rPr lang="ko-KR" altLang="en-US" baseline="0" dirty="0" err="1"/>
              <a:t>서비스간</a:t>
            </a:r>
            <a:r>
              <a:rPr lang="ko-KR" altLang="en-US" baseline="0" dirty="0"/>
              <a:t> 통신을 위한 네트워크 계층을 서비스 메시라고 합니다</a:t>
            </a:r>
            <a:r>
              <a:rPr lang="en-US" altLang="ko-KR" baseline="0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1FB0DA3-C449-4533-96BD-169A8193AF71}" type="slidenum">
              <a:rPr lang="ko-KR" altLang="en-US" smtClean="0"/>
              <a:pPr>
                <a:defRPr/>
              </a:pPr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514610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aseline="0" dirty="0"/>
              <a:t>Traffic splitting</a:t>
            </a:r>
            <a:r>
              <a:rPr lang="ko-KR" altLang="en-US" baseline="0" dirty="0"/>
              <a:t>이라고 하는 또 다른 </a:t>
            </a:r>
            <a:r>
              <a:rPr lang="en-US" altLang="ko-KR" baseline="0" dirty="0"/>
              <a:t>service mesh </a:t>
            </a:r>
            <a:r>
              <a:rPr lang="ko-KR" altLang="en-US" baseline="0" dirty="0"/>
              <a:t>특징이 있습니다</a:t>
            </a:r>
            <a:r>
              <a:rPr lang="en-US" altLang="ko-KR" baseline="0" dirty="0"/>
              <a:t>.</a:t>
            </a:r>
          </a:p>
          <a:p>
            <a:pPr marL="0" marR="0" indent="0" algn="l" defTabSz="914400" rtl="0" eaLnBrk="0" fontAlgn="base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aseline="0" dirty="0"/>
              <a:t>새로운 버전을 배포할 때 물론 여러 테스트 과정을 거치고 배포를 했겠지만</a:t>
            </a:r>
            <a:endParaRPr lang="en-US" altLang="ko-KR" baseline="0" dirty="0"/>
          </a:p>
          <a:p>
            <a:pPr marL="0" marR="0" indent="0" algn="l" defTabSz="914400" rtl="0" eaLnBrk="0" fontAlgn="base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aseline="0" dirty="0"/>
              <a:t>MSA</a:t>
            </a:r>
            <a:r>
              <a:rPr lang="ko-KR" altLang="en-US" baseline="0" dirty="0"/>
              <a:t>의 경우 실제 </a:t>
            </a:r>
            <a:r>
              <a:rPr lang="ko-KR" altLang="en-US" baseline="0" dirty="0" err="1"/>
              <a:t>운영계와</a:t>
            </a:r>
            <a:r>
              <a:rPr lang="ko-KR" altLang="en-US" baseline="0" dirty="0"/>
              <a:t> 완벽히 같은 환경에서 테스트하기는 어렵습니다</a:t>
            </a:r>
            <a:r>
              <a:rPr lang="en-US" altLang="ko-KR" baseline="0" dirty="0"/>
              <a:t>.</a:t>
            </a:r>
          </a:p>
          <a:p>
            <a:pPr marL="0" marR="0" indent="0" algn="l" defTabSz="914400" rtl="0" eaLnBrk="0" fontAlgn="base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aseline="0" dirty="0"/>
              <a:t>배포를 했을 때 만약 문제가 발생한다면 큰 손실이 발생할 수도 있습니다</a:t>
            </a:r>
            <a:r>
              <a:rPr lang="en-US" altLang="ko-KR" baseline="0" dirty="0"/>
              <a:t>.</a:t>
            </a:r>
          </a:p>
          <a:p>
            <a:pPr marL="0" marR="0" indent="0" algn="l" defTabSz="914400" rtl="0" eaLnBrk="0" fontAlgn="base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aseline="0" dirty="0"/>
              <a:t>이러한 것을 방지하기 위해 </a:t>
            </a:r>
            <a:r>
              <a:rPr lang="en-US" altLang="ko-KR" baseline="0" dirty="0"/>
              <a:t>traffic splitting</a:t>
            </a:r>
            <a:r>
              <a:rPr lang="ko-KR" altLang="en-US" baseline="0" dirty="0"/>
              <a:t>을 하여 새로운 </a:t>
            </a:r>
            <a:r>
              <a:rPr lang="en-US" altLang="ko-KR" baseline="0" dirty="0"/>
              <a:t>version</a:t>
            </a:r>
            <a:r>
              <a:rPr lang="ko-KR" altLang="en-US" baseline="0" dirty="0"/>
              <a:t>에 </a:t>
            </a:r>
            <a:r>
              <a:rPr lang="en-US" altLang="ko-KR" baseline="0" dirty="0"/>
              <a:t>traffic</a:t>
            </a:r>
            <a:r>
              <a:rPr lang="ko-KR" altLang="en-US" baseline="0" dirty="0"/>
              <a:t>의 </a:t>
            </a:r>
            <a:r>
              <a:rPr lang="en-US" altLang="ko-KR" baseline="0" dirty="0"/>
              <a:t>10%</a:t>
            </a:r>
            <a:r>
              <a:rPr lang="ko-KR" altLang="en-US" baseline="0" dirty="0"/>
              <a:t>만</a:t>
            </a:r>
            <a:r>
              <a:rPr lang="en-US" altLang="ko-KR" baseline="0" dirty="0"/>
              <a:t> </a:t>
            </a:r>
            <a:r>
              <a:rPr lang="ko-KR" altLang="en-US" baseline="0" dirty="0"/>
              <a:t>가도록 하여 운영 환경에서도 잘 돌아가는지 확인할 수 있습니다</a:t>
            </a:r>
            <a:r>
              <a:rPr lang="en-US" altLang="ko-KR" baseline="0" dirty="0"/>
              <a:t>.</a:t>
            </a:r>
          </a:p>
          <a:p>
            <a:pPr marL="0" marR="0" indent="0" algn="l" defTabSz="914400" rtl="0" eaLnBrk="0" fontAlgn="base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aseline="0" dirty="0"/>
              <a:t>이것을 </a:t>
            </a:r>
            <a:r>
              <a:rPr lang="en-US" altLang="ko-KR" baseline="0" dirty="0"/>
              <a:t>Canary deployment</a:t>
            </a:r>
            <a:r>
              <a:rPr lang="ko-KR" altLang="en-US" baseline="0" dirty="0"/>
              <a:t>라고 하며 </a:t>
            </a:r>
            <a:r>
              <a:rPr lang="en-US" altLang="ko-KR" baseline="0" dirty="0"/>
              <a:t>service mesh</a:t>
            </a:r>
            <a:r>
              <a:rPr lang="ko-KR" altLang="en-US" baseline="0" dirty="0"/>
              <a:t>에서는 이러한 구성을 쉽게 할 수 있습니다</a:t>
            </a:r>
            <a:r>
              <a:rPr lang="en-US" altLang="ko-KR" baseline="0" dirty="0"/>
              <a:t>.</a:t>
            </a:r>
          </a:p>
          <a:p>
            <a:pPr marL="0" marR="0" indent="0" algn="l" defTabSz="914400" rtl="0" eaLnBrk="0" fontAlgn="base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ko-KR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1FB0DA3-C449-4533-96BD-169A8193AF71}" type="slidenum">
              <a:rPr lang="ko-KR" altLang="en-US" smtClean="0"/>
              <a:pPr>
                <a:defRPr/>
              </a:pPr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318406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aseline="0" dirty="0"/>
              <a:t>이제 </a:t>
            </a:r>
            <a:r>
              <a:rPr lang="en-US" altLang="ko-KR" baseline="0" dirty="0"/>
              <a:t>Service mesh</a:t>
            </a:r>
            <a:r>
              <a:rPr lang="ko-KR" altLang="en-US" baseline="0" dirty="0"/>
              <a:t>의 구현체인 </a:t>
            </a:r>
            <a:r>
              <a:rPr lang="en-US" altLang="ko-KR" baseline="0" dirty="0" err="1"/>
              <a:t>istio</a:t>
            </a:r>
            <a:r>
              <a:rPr lang="ko-KR" altLang="en-US" baseline="0" dirty="0"/>
              <a:t>에 대해 알아보겠습니다</a:t>
            </a:r>
            <a:r>
              <a:rPr lang="en-US" altLang="ko-KR" baseline="0" dirty="0"/>
              <a:t>.</a:t>
            </a:r>
          </a:p>
          <a:p>
            <a:pPr marL="0" marR="0" indent="0" algn="l" defTabSz="914400" rtl="0" eaLnBrk="0" fontAlgn="base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aseline="0" dirty="0"/>
              <a:t>다음 그림은 </a:t>
            </a:r>
            <a:r>
              <a:rPr lang="en-US" altLang="ko-KR" baseline="0" dirty="0" err="1"/>
              <a:t>istio</a:t>
            </a:r>
            <a:r>
              <a:rPr lang="ko-KR" altLang="en-US" baseline="0" dirty="0"/>
              <a:t>의 구조입니다</a:t>
            </a:r>
            <a:r>
              <a:rPr lang="en-US" altLang="ko-KR" baseline="0" dirty="0"/>
              <a:t>.</a:t>
            </a:r>
          </a:p>
          <a:p>
            <a:pPr marL="0" marR="0" indent="0" algn="l" defTabSz="914400" rtl="0" eaLnBrk="0" fontAlgn="base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aseline="0" dirty="0"/>
              <a:t>빨간색 박스를 보시면 </a:t>
            </a:r>
            <a:r>
              <a:rPr lang="en-US" altLang="ko-KR" baseline="0" dirty="0" err="1"/>
              <a:t>Istio</a:t>
            </a:r>
            <a:r>
              <a:rPr lang="ko-KR" altLang="en-US" baseline="0" dirty="0"/>
              <a:t>는 </a:t>
            </a:r>
            <a:r>
              <a:rPr lang="en-US" altLang="ko-KR" baseline="0" dirty="0"/>
              <a:t>Envoy proxy</a:t>
            </a:r>
            <a:r>
              <a:rPr lang="ko-KR" altLang="en-US" baseline="0" dirty="0"/>
              <a:t>라는 것을 쓰는데 이것은 다른 서비스 </a:t>
            </a:r>
            <a:r>
              <a:rPr lang="ko-KR" altLang="en-US" baseline="0" dirty="0" err="1"/>
              <a:t>메쉬의</a:t>
            </a:r>
            <a:r>
              <a:rPr lang="ko-KR" altLang="en-US" baseline="0" dirty="0"/>
              <a:t> 구현체들도 사용하는 오픈소스입니다</a:t>
            </a:r>
            <a:r>
              <a:rPr lang="en-US" altLang="ko-KR" baseline="0" dirty="0"/>
              <a:t>.</a:t>
            </a:r>
          </a:p>
          <a:p>
            <a:pPr marL="0" marR="0" indent="0" algn="l" defTabSz="914400" rtl="0" eaLnBrk="0" fontAlgn="base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aseline="0" dirty="0"/>
              <a:t>Envoy Proxy</a:t>
            </a:r>
            <a:r>
              <a:rPr lang="ko-KR" altLang="en-US" baseline="0" dirty="0"/>
              <a:t>를 통해 각</a:t>
            </a:r>
            <a:r>
              <a:rPr lang="en-US" altLang="ko-KR" baseline="0" dirty="0"/>
              <a:t> </a:t>
            </a:r>
            <a:r>
              <a:rPr lang="ko-KR" altLang="en-US" baseline="0" dirty="0"/>
              <a:t>서비스들은 통신을 할 수 있습니다</a:t>
            </a:r>
            <a:r>
              <a:rPr lang="en-US" altLang="ko-KR" baseline="0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1FB0DA3-C449-4533-96BD-169A8193AF71}" type="slidenum">
              <a:rPr lang="ko-KR" altLang="en-US" smtClean="0"/>
              <a:pPr>
                <a:defRPr/>
              </a:pPr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807956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aseline="0" dirty="0" err="1"/>
              <a:t>Istio</a:t>
            </a:r>
            <a:r>
              <a:rPr lang="ko-KR" altLang="en-US" baseline="0" dirty="0"/>
              <a:t>안에 있는 </a:t>
            </a:r>
            <a:r>
              <a:rPr lang="en-US" altLang="ko-KR" baseline="0" dirty="0"/>
              <a:t>Control plane component</a:t>
            </a:r>
            <a:r>
              <a:rPr lang="ko-KR" altLang="en-US" baseline="0" dirty="0"/>
              <a:t>는</a:t>
            </a:r>
            <a:r>
              <a:rPr lang="en-US" altLang="ko-KR" baseline="0" dirty="0"/>
              <a:t> </a:t>
            </a:r>
            <a:r>
              <a:rPr lang="en-US" altLang="ko-KR" baseline="0" dirty="0" err="1"/>
              <a:t>istiod</a:t>
            </a:r>
            <a:r>
              <a:rPr lang="ko-KR" altLang="en-US" baseline="0" dirty="0"/>
              <a:t>라고 부릅니다</a:t>
            </a:r>
            <a:r>
              <a:rPr lang="en-US" altLang="ko-KR" baseline="0" dirty="0"/>
              <a:t>.</a:t>
            </a:r>
          </a:p>
          <a:p>
            <a:pPr marL="0" marR="0" indent="0" algn="l" defTabSz="914400" rtl="0" eaLnBrk="0" fontAlgn="base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aseline="0" dirty="0" err="1"/>
              <a:t>Istiod</a:t>
            </a:r>
            <a:r>
              <a:rPr lang="ko-KR" altLang="en-US" baseline="0" dirty="0"/>
              <a:t>는 각 </a:t>
            </a:r>
            <a:r>
              <a:rPr lang="en-US" altLang="ko-KR" baseline="0" dirty="0"/>
              <a:t>micro service</a:t>
            </a:r>
            <a:r>
              <a:rPr lang="ko-KR" altLang="en-US" baseline="0" dirty="0"/>
              <a:t>에 주입되는 </a:t>
            </a:r>
            <a:r>
              <a:rPr lang="en-US" altLang="ko-KR" baseline="0" dirty="0"/>
              <a:t>envoy proxy</a:t>
            </a:r>
            <a:r>
              <a:rPr lang="ko-KR" altLang="en-US" baseline="0" dirty="0"/>
              <a:t>를 관리합니다</a:t>
            </a:r>
            <a:r>
              <a:rPr lang="en-US" altLang="ko-KR" baseline="0" dirty="0"/>
              <a:t>.</a:t>
            </a:r>
          </a:p>
          <a:p>
            <a:pPr marL="0" marR="0" indent="0" algn="l" defTabSz="914400" rtl="0" eaLnBrk="0" fontAlgn="base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aseline="0" dirty="0"/>
              <a:t>1.5</a:t>
            </a:r>
            <a:r>
              <a:rPr lang="ko-KR" altLang="en-US" baseline="0" dirty="0"/>
              <a:t>버전</a:t>
            </a:r>
            <a:r>
              <a:rPr lang="en-US" altLang="ko-KR" baseline="0" dirty="0"/>
              <a:t> </a:t>
            </a:r>
            <a:r>
              <a:rPr lang="ko-KR" altLang="en-US" baseline="0" dirty="0"/>
              <a:t>전에는 </a:t>
            </a:r>
            <a:r>
              <a:rPr lang="en-US" altLang="ko-KR" baseline="0" dirty="0"/>
              <a:t>Pilot, Citadel, Mixer, Galley</a:t>
            </a:r>
            <a:r>
              <a:rPr lang="ko-KR" altLang="en-US" baseline="0" dirty="0"/>
              <a:t>와 같이 여러 개의 </a:t>
            </a:r>
            <a:r>
              <a:rPr lang="en-US" altLang="ko-KR" baseline="0" dirty="0"/>
              <a:t>component</a:t>
            </a:r>
            <a:r>
              <a:rPr lang="ko-KR" altLang="en-US" baseline="0" dirty="0"/>
              <a:t>들이 있었지만</a:t>
            </a:r>
            <a:endParaRPr lang="en-US" altLang="ko-KR" baseline="0" dirty="0"/>
          </a:p>
          <a:p>
            <a:pPr marL="0" marR="0" indent="0" algn="l" defTabSz="914400" rtl="0" eaLnBrk="0" fontAlgn="base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aseline="0" dirty="0"/>
              <a:t>이것을 하나로 합쳐 이제 </a:t>
            </a:r>
            <a:r>
              <a:rPr lang="en-US" altLang="ko-KR" baseline="0" dirty="0" err="1"/>
              <a:t>Istiod</a:t>
            </a:r>
            <a:r>
              <a:rPr lang="ko-KR" altLang="en-US" baseline="0" dirty="0"/>
              <a:t>라는 하나의 </a:t>
            </a:r>
            <a:r>
              <a:rPr lang="en-US" altLang="ko-KR" baseline="0" dirty="0"/>
              <a:t>component</a:t>
            </a:r>
            <a:r>
              <a:rPr lang="ko-KR" altLang="en-US" baseline="0" dirty="0"/>
              <a:t>로 만들어져 운영자가 </a:t>
            </a:r>
            <a:r>
              <a:rPr lang="en-US" altLang="ko-KR" baseline="0" dirty="0" err="1"/>
              <a:t>istio</a:t>
            </a:r>
            <a:r>
              <a:rPr lang="ko-KR" altLang="en-US" baseline="0" dirty="0"/>
              <a:t>를 더 쉽게 설정할 수 있도록 되었습니다</a:t>
            </a:r>
            <a:r>
              <a:rPr lang="en-US" altLang="ko-KR" baseline="0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1FB0DA3-C449-4533-96BD-169A8193AF71}" type="slidenum">
              <a:rPr lang="ko-KR" altLang="en-US" smtClean="0"/>
              <a:pPr>
                <a:defRPr/>
              </a:pPr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825415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aseline="0" dirty="0"/>
              <a:t>Control Plane</a:t>
            </a:r>
            <a:r>
              <a:rPr lang="ko-KR" altLang="en-US" baseline="0" dirty="0"/>
              <a:t>는 다음과 같이 </a:t>
            </a:r>
            <a:r>
              <a:rPr lang="en-US" altLang="ko-KR" baseline="0" dirty="0"/>
              <a:t>4</a:t>
            </a:r>
            <a:r>
              <a:rPr lang="ko-KR" altLang="en-US" baseline="0" dirty="0"/>
              <a:t>가지로 구성이 됩니다</a:t>
            </a:r>
            <a:r>
              <a:rPr lang="en-US" altLang="ko-KR" baseline="0" dirty="0"/>
              <a:t>.</a:t>
            </a:r>
          </a:p>
          <a:p>
            <a:pPr marL="0" marR="0" indent="0" algn="l" defTabSz="914400" rtl="0" eaLnBrk="0" fontAlgn="base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aseline="0" dirty="0"/>
              <a:t>Mixer</a:t>
            </a:r>
            <a:r>
              <a:rPr lang="ko-KR" altLang="en-US" baseline="0" dirty="0"/>
              <a:t>는</a:t>
            </a:r>
            <a:r>
              <a:rPr lang="en-US" altLang="ko-KR" baseline="0" dirty="0"/>
              <a:t> Envoy</a:t>
            </a:r>
            <a:r>
              <a:rPr lang="ko-KR" altLang="en-US" baseline="0" dirty="0"/>
              <a:t> </a:t>
            </a:r>
            <a:r>
              <a:rPr lang="en-US" altLang="ko-KR" baseline="0" dirty="0"/>
              <a:t>proxy</a:t>
            </a:r>
            <a:r>
              <a:rPr lang="ko-KR" altLang="en-US" baseline="0" dirty="0"/>
              <a:t>로부터 모니터링 지표를 수집합니다</a:t>
            </a:r>
            <a:r>
              <a:rPr lang="en-US" altLang="ko-KR" baseline="0" dirty="0"/>
              <a:t>.</a:t>
            </a:r>
          </a:p>
          <a:p>
            <a:pPr marL="0" marR="0" indent="0" algn="l" defTabSz="914400" rtl="0" eaLnBrk="0" fontAlgn="base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aseline="0" dirty="0"/>
              <a:t>Pilot</a:t>
            </a:r>
            <a:r>
              <a:rPr lang="ko-KR" altLang="en-US" baseline="0" dirty="0"/>
              <a:t>은 서비스의 주소를 동적으로 관리해주는 </a:t>
            </a:r>
            <a:r>
              <a:rPr lang="ko-KR" altLang="en-US" baseline="0" dirty="0" err="1"/>
              <a:t>넷플릭스의</a:t>
            </a:r>
            <a:r>
              <a:rPr lang="ko-KR" altLang="en-US" baseline="0" dirty="0"/>
              <a:t> </a:t>
            </a:r>
            <a:r>
              <a:rPr lang="ko-KR" altLang="en-US" baseline="0" dirty="0" err="1"/>
              <a:t>유레카와</a:t>
            </a:r>
            <a:r>
              <a:rPr lang="ko-KR" altLang="en-US" baseline="0" dirty="0"/>
              <a:t> 같은 역할을 합니다</a:t>
            </a:r>
            <a:r>
              <a:rPr lang="en-US" altLang="ko-KR" baseline="0" dirty="0"/>
              <a:t>.</a:t>
            </a:r>
          </a:p>
          <a:p>
            <a:pPr marL="0" marR="0" indent="0" algn="l" defTabSz="914400" rtl="0" eaLnBrk="0" fontAlgn="base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aseline="0" dirty="0"/>
              <a:t>Citadel</a:t>
            </a:r>
            <a:r>
              <a:rPr lang="ko-KR" altLang="en-US" baseline="0" dirty="0"/>
              <a:t>은  </a:t>
            </a:r>
            <a:r>
              <a:rPr lang="en-US" altLang="ko-KR" baseline="0" dirty="0"/>
              <a:t>micro service </a:t>
            </a:r>
            <a:r>
              <a:rPr lang="ko-KR" altLang="en-US" baseline="0" dirty="0"/>
              <a:t>간</a:t>
            </a:r>
            <a:r>
              <a:rPr lang="en-US" altLang="ko-KR" baseline="0" dirty="0"/>
              <a:t> TSL</a:t>
            </a:r>
            <a:r>
              <a:rPr lang="ko-KR" altLang="en-US" baseline="0" dirty="0"/>
              <a:t>을 이용한 통신을 할 수 있도록 도와주는 보안 관련된 기능을 담당하는 모듈입니다</a:t>
            </a:r>
            <a:r>
              <a:rPr lang="en-US" altLang="ko-KR" baseline="0" dirty="0"/>
              <a:t>.</a:t>
            </a:r>
          </a:p>
          <a:p>
            <a:pPr marL="0" marR="0" indent="0" algn="l" defTabSz="914400" rtl="0" eaLnBrk="0" fontAlgn="base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aseline="0" dirty="0"/>
              <a:t>Galley</a:t>
            </a:r>
            <a:r>
              <a:rPr lang="ko-KR" altLang="en-US" baseline="0" dirty="0"/>
              <a:t>는 </a:t>
            </a:r>
            <a:r>
              <a:rPr lang="en-US" altLang="ko-KR" baseline="0" dirty="0" err="1"/>
              <a:t>istio</a:t>
            </a:r>
            <a:r>
              <a:rPr lang="ko-KR" altLang="en-US" baseline="0" dirty="0"/>
              <a:t>의 구성 및 설정을 검증하고 배포 관리를 진행하며</a:t>
            </a:r>
            <a:r>
              <a:rPr lang="en-US" altLang="ko-KR" baseline="0" dirty="0"/>
              <a:t> </a:t>
            </a:r>
            <a:r>
              <a:rPr lang="en-US" altLang="ko-KR" baseline="0" dirty="0" err="1"/>
              <a:t>kubernetes</a:t>
            </a:r>
            <a:r>
              <a:rPr lang="en-US" altLang="ko-KR" baseline="0" dirty="0"/>
              <a:t> </a:t>
            </a:r>
            <a:r>
              <a:rPr lang="en-US" altLang="ko-KR" baseline="0" dirty="0" err="1"/>
              <a:t>yaml</a:t>
            </a:r>
            <a:r>
              <a:rPr lang="en-US" altLang="ko-KR" baseline="0" dirty="0"/>
              <a:t> </a:t>
            </a:r>
            <a:r>
              <a:rPr lang="ko-KR" altLang="en-US" baseline="0" dirty="0"/>
              <a:t>파일을 </a:t>
            </a:r>
            <a:r>
              <a:rPr lang="en-US" altLang="ko-KR" baseline="0" dirty="0" err="1"/>
              <a:t>istio</a:t>
            </a:r>
            <a:r>
              <a:rPr lang="ko-KR" altLang="en-US" baseline="0" dirty="0"/>
              <a:t>가 이해할 수 있는 형태로 변환합니다</a:t>
            </a:r>
            <a:r>
              <a:rPr lang="en-US" altLang="ko-KR" baseline="0" dirty="0"/>
              <a:t>.</a:t>
            </a:r>
          </a:p>
          <a:p>
            <a:pPr marL="0" marR="0" indent="0" algn="l" defTabSz="914400" rtl="0" eaLnBrk="0" fontAlgn="base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ko-KR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1FB0DA3-C449-4533-96BD-169A8193AF71}" type="slidenum">
              <a:rPr lang="ko-KR" altLang="en-US" smtClean="0"/>
              <a:pPr>
                <a:defRPr/>
              </a:pPr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662789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aseline="0" dirty="0"/>
              <a:t>이렇게 </a:t>
            </a:r>
            <a:r>
              <a:rPr lang="en-US" altLang="ko-KR" baseline="0" dirty="0" err="1"/>
              <a:t>istio</a:t>
            </a:r>
            <a:r>
              <a:rPr lang="ko-KR" altLang="en-US" baseline="0" dirty="0"/>
              <a:t>는 </a:t>
            </a:r>
            <a:r>
              <a:rPr lang="en-US" altLang="ko-KR" baseline="0" dirty="0"/>
              <a:t>Envoy proxy</a:t>
            </a:r>
            <a:r>
              <a:rPr lang="ko-KR" altLang="en-US" baseline="0" dirty="0"/>
              <a:t>들로 이루어진 </a:t>
            </a:r>
            <a:r>
              <a:rPr lang="en-US" altLang="ko-KR" baseline="0" dirty="0"/>
              <a:t>data plane</a:t>
            </a:r>
            <a:r>
              <a:rPr lang="ko-KR" altLang="en-US" baseline="0" dirty="0"/>
              <a:t>과 </a:t>
            </a:r>
            <a:r>
              <a:rPr lang="en-US" altLang="ko-KR" baseline="0" dirty="0"/>
              <a:t>data plane</a:t>
            </a:r>
            <a:r>
              <a:rPr lang="ko-KR" altLang="en-US" baseline="0" dirty="0"/>
              <a:t>을 관리하는 </a:t>
            </a:r>
            <a:r>
              <a:rPr lang="en-US" altLang="ko-KR" baseline="0" dirty="0" err="1"/>
              <a:t>istiod</a:t>
            </a:r>
            <a:r>
              <a:rPr lang="ko-KR" altLang="en-US" baseline="0" dirty="0"/>
              <a:t>라는 </a:t>
            </a:r>
            <a:r>
              <a:rPr lang="en-US" altLang="ko-KR" baseline="0" dirty="0"/>
              <a:t>control plane</a:t>
            </a:r>
            <a:r>
              <a:rPr lang="ko-KR" altLang="en-US" baseline="0" dirty="0"/>
              <a:t>으로 구성되어 있습니다</a:t>
            </a:r>
            <a:r>
              <a:rPr lang="en-US" altLang="ko-KR" baseline="0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1FB0DA3-C449-4533-96BD-169A8193AF71}" type="slidenum">
              <a:rPr lang="ko-KR" altLang="en-US" smtClean="0"/>
              <a:pPr>
                <a:defRPr/>
              </a:pPr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276449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aseline="0" dirty="0"/>
              <a:t>이전까지 설명했던 여러가지 특징들을 어떻게 설정할 수 있는지 말씀드리겠습니다</a:t>
            </a:r>
            <a:r>
              <a:rPr lang="en-US" altLang="ko-KR" baseline="0" dirty="0"/>
              <a:t>.</a:t>
            </a:r>
          </a:p>
          <a:p>
            <a:pPr marL="0" marR="0" indent="0" algn="l" defTabSz="914400" rtl="0" eaLnBrk="0" fontAlgn="base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aseline="0" dirty="0" err="1"/>
              <a:t>쿠버네티스에서는</a:t>
            </a:r>
            <a:r>
              <a:rPr lang="ko-KR" altLang="en-US" baseline="0" dirty="0"/>
              <a:t> </a:t>
            </a:r>
            <a:r>
              <a:rPr lang="en-US" altLang="ko-KR" baseline="0" dirty="0"/>
              <a:t>Pod, deployment, service </a:t>
            </a:r>
            <a:r>
              <a:rPr lang="ko-KR" altLang="en-US" baseline="0" dirty="0"/>
              <a:t>등과 같이 기본적인 리소스 오브젝트만 제공하는데 </a:t>
            </a:r>
            <a:endParaRPr lang="en-US" altLang="ko-KR" baseline="0" dirty="0"/>
          </a:p>
          <a:p>
            <a:pPr marL="0" marR="0" indent="0" algn="l" defTabSz="914400" rtl="0" eaLnBrk="0" fontAlgn="base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aseline="0" dirty="0" err="1"/>
              <a:t>수집해야할</a:t>
            </a:r>
            <a:r>
              <a:rPr lang="ko-KR" altLang="en-US" baseline="0" dirty="0"/>
              <a:t> 정보와 규칙들이 많아지면 기존 리소스만으로는 어려워지기 때문에 </a:t>
            </a:r>
            <a:r>
              <a:rPr lang="en-US" altLang="ko-KR" baseline="0" dirty="0"/>
              <a:t>CRD</a:t>
            </a:r>
            <a:r>
              <a:rPr lang="ko-KR" altLang="en-US" baseline="0" dirty="0"/>
              <a:t>를 통해 </a:t>
            </a:r>
            <a:r>
              <a:rPr lang="en-US" altLang="ko-KR" baseline="0" dirty="0"/>
              <a:t>Gateway, Destination Rule, virtual service</a:t>
            </a:r>
            <a:r>
              <a:rPr lang="ko-KR" altLang="en-US" baseline="0" dirty="0"/>
              <a:t>와 같은</a:t>
            </a:r>
            <a:endParaRPr lang="en-US" altLang="ko-KR" baseline="0" dirty="0"/>
          </a:p>
          <a:p>
            <a:pPr marL="0" marR="0" indent="0" algn="l" defTabSz="914400" rtl="0" eaLnBrk="0" fontAlgn="base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aseline="0" dirty="0"/>
              <a:t>오브젝트를 직접 정의해서 사용할 수 있으며 </a:t>
            </a:r>
            <a:r>
              <a:rPr lang="en-US" altLang="ko-KR" baseline="0" dirty="0"/>
              <a:t>traffic routing, </a:t>
            </a:r>
            <a:r>
              <a:rPr lang="ko-KR" altLang="en-US" baseline="0" dirty="0" err="1"/>
              <a:t>서비스간</a:t>
            </a:r>
            <a:r>
              <a:rPr lang="ko-KR" altLang="en-US" baseline="0" dirty="0"/>
              <a:t> 통신 제어</a:t>
            </a:r>
            <a:r>
              <a:rPr lang="en-US" altLang="ko-KR" baseline="0" dirty="0"/>
              <a:t>, traffic split, retry rule</a:t>
            </a:r>
            <a:r>
              <a:rPr lang="ko-KR" altLang="en-US" baseline="0" dirty="0"/>
              <a:t>을 설정할 수 있습니다</a:t>
            </a:r>
            <a:r>
              <a:rPr lang="en-US" altLang="ko-KR" baseline="0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1FB0DA3-C449-4533-96BD-169A8193AF71}" type="slidenum">
              <a:rPr lang="ko-KR" altLang="en-US" smtClean="0"/>
              <a:pPr>
                <a:defRPr/>
              </a:pPr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469622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Gateway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외부로부터 트래픽을 받는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최앞단으로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트래픽을 받을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호스트명과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포트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프로토콜을 정의합니다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0" marR="0" indent="0" algn="l" defTabSz="914400" rtl="0" eaLnBrk="0" fontAlgn="base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웹서버에서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버추얼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호스트를 정의하는 것과 같이 정의 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0" marR="0" indent="0" algn="l" defTabSz="914400" rtl="0" eaLnBrk="0" fontAlgn="base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Virtual Service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들어온 트래픽을 서비스로 라우팅 하는 기능입니다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0" marR="0" indent="0" algn="l" defTabSz="914400" rtl="0" eaLnBrk="0" fontAlgn="base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쿠버네티스의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Service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목적지가 되는 것이고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실제로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Virtual Service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기능은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URI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기반으로 라우팅을 하는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Ingress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 유사하다고 보면 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0" marR="0" indent="0" algn="l" defTabSz="914400" rtl="0" eaLnBrk="0" fontAlgn="base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Virtual Service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쿠버네티스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Service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트래픽을 보내도록 라우팅을 했다면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</a:p>
          <a:p>
            <a:pPr marL="0" marR="0" indent="0" algn="l" defTabSz="914400" rtl="0" eaLnBrk="0" fontAlgn="base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 다음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Destination Rule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은 그 서비스로 어떻게 트래픽을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보낼것인가를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정의합니다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0" marR="0" indent="0" algn="l" defTabSz="914400" rtl="0" eaLnBrk="0" fontAlgn="base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Virtual Service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라우팅을 해서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Service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트래픽을 보내면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실제로는 그 안에 있는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Pod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들에 라우팅이 되는데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어느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Pod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들로 트래픽을 보낼지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그리고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어떻게 보낼지를 정의합니다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1FB0DA3-C449-4533-96BD-169A8193AF71}" type="slidenum">
              <a:rPr lang="ko-KR" altLang="en-US" smtClean="0"/>
              <a:pPr>
                <a:defRPr/>
              </a:pPr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187925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aseline="0" dirty="0"/>
              <a:t>다음은 </a:t>
            </a:r>
            <a:r>
              <a:rPr lang="en-US" altLang="ko-KR" baseline="0" dirty="0"/>
              <a:t>Gateway</a:t>
            </a:r>
            <a:r>
              <a:rPr lang="ko-KR" altLang="en-US" baseline="0" dirty="0"/>
              <a:t>의 예제입니다</a:t>
            </a:r>
            <a:r>
              <a:rPr lang="en-US" altLang="ko-KR" baseline="0" dirty="0"/>
              <a:t>.</a:t>
            </a:r>
          </a:p>
          <a:p>
            <a:pPr marL="0" marR="0" indent="0" algn="l" defTabSz="914400" rtl="0" eaLnBrk="0" fontAlgn="base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aseline="0" dirty="0"/>
              <a:t>이 설정은 </a:t>
            </a:r>
            <a:r>
              <a:rPr lang="en-US" altLang="ko-KR" baseline="0" dirty="0"/>
              <a:t>“httpbin.example.com”</a:t>
            </a:r>
            <a:r>
              <a:rPr lang="ko-KR" altLang="en-US" baseline="0" dirty="0"/>
              <a:t>으로 </a:t>
            </a:r>
            <a:r>
              <a:rPr lang="en-US" altLang="ko-KR" baseline="0" dirty="0"/>
              <a:t>HTTP </a:t>
            </a:r>
            <a:r>
              <a:rPr lang="ko-KR" altLang="en-US" baseline="0" dirty="0"/>
              <a:t>프로토콜로 </a:t>
            </a:r>
            <a:r>
              <a:rPr lang="en-US" altLang="ko-KR" baseline="0" dirty="0"/>
              <a:t>80</a:t>
            </a:r>
            <a:r>
              <a:rPr lang="ko-KR" altLang="en-US" baseline="0" dirty="0"/>
              <a:t>포트를 통해 트래픽을 받겠다고 정의한 것입니다</a:t>
            </a:r>
            <a:r>
              <a:rPr lang="en-US" altLang="ko-KR" baseline="0" dirty="0"/>
              <a:t>.</a:t>
            </a:r>
          </a:p>
          <a:p>
            <a:pPr marL="0" marR="0" indent="0" algn="l" defTabSz="914400" rtl="0" eaLnBrk="0" fontAlgn="base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ko-KR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1FB0DA3-C449-4533-96BD-169A8193AF71}" type="slidenum">
              <a:rPr lang="ko-KR" altLang="en-US" smtClean="0"/>
              <a:pPr>
                <a:defRPr/>
              </a:pPr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829046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aseline="0" dirty="0"/>
              <a:t>Virtual Service</a:t>
            </a:r>
            <a:r>
              <a:rPr lang="ko-KR" altLang="en-US" baseline="0" dirty="0"/>
              <a:t> 예제입니다</a:t>
            </a:r>
            <a:r>
              <a:rPr lang="en-US" altLang="ko-KR" baseline="0" dirty="0"/>
              <a:t>.</a:t>
            </a:r>
          </a:p>
          <a:p>
            <a:pPr marL="0" marR="0" indent="0" algn="l" defTabSz="914400" rtl="0" eaLnBrk="0" fontAlgn="base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ko-KR" baseline="0" dirty="0"/>
          </a:p>
          <a:p>
            <a:pPr marL="0" marR="0" indent="0" algn="l" defTabSz="914400" rtl="0" eaLnBrk="0" fontAlgn="base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aseline="0" dirty="0" err="1"/>
              <a:t>Payment.prod.svc.cluster.local</a:t>
            </a:r>
            <a:r>
              <a:rPr lang="ko-KR" altLang="en-US" baseline="0" dirty="0"/>
              <a:t>이 호출되었을 </a:t>
            </a:r>
            <a:r>
              <a:rPr lang="ko-KR" altLang="en-US" baseline="0" dirty="0" err="1"/>
              <a:t>떄</a:t>
            </a:r>
            <a:r>
              <a:rPr lang="ko-KR" altLang="en-US" baseline="0" dirty="0"/>
              <a:t> </a:t>
            </a:r>
            <a:r>
              <a:rPr lang="en-US" altLang="ko-KR" baseline="0" dirty="0" err="1"/>
              <a:t>uri</a:t>
            </a:r>
            <a:r>
              <a:rPr lang="ko-KR" altLang="en-US" baseline="0" dirty="0"/>
              <a:t>가 </a:t>
            </a:r>
            <a:r>
              <a:rPr lang="en-US" altLang="ko-KR" baseline="0" dirty="0"/>
              <a:t>/payment</a:t>
            </a:r>
            <a:r>
              <a:rPr lang="ko-KR" altLang="en-US" baseline="0" dirty="0"/>
              <a:t>인 경우 </a:t>
            </a:r>
            <a:r>
              <a:rPr lang="en-US" altLang="ko-KR" baseline="0" dirty="0" err="1"/>
              <a:t>newpayment</a:t>
            </a:r>
            <a:r>
              <a:rPr lang="ko-KR" altLang="en-US" baseline="0" dirty="0"/>
              <a:t>로 바꿉니다</a:t>
            </a:r>
            <a:r>
              <a:rPr lang="en-US" altLang="ko-KR" baseline="0" dirty="0"/>
              <a:t>. </a:t>
            </a:r>
            <a:r>
              <a:rPr lang="ko-KR" altLang="en-US" baseline="0" dirty="0"/>
              <a:t>그 후 </a:t>
            </a:r>
            <a:r>
              <a:rPr lang="en-US" altLang="ko-KR" baseline="0" dirty="0"/>
              <a:t>pod </a:t>
            </a:r>
            <a:r>
              <a:rPr lang="ko-KR" altLang="en-US" baseline="0" dirty="0"/>
              <a:t>중 </a:t>
            </a:r>
            <a:r>
              <a:rPr lang="en-US" altLang="ko-KR" baseline="0" dirty="0"/>
              <a:t>v2 subset</a:t>
            </a:r>
            <a:r>
              <a:rPr lang="ko-KR" altLang="en-US" baseline="0" dirty="0"/>
              <a:t>으로 라우팅을 합니다</a:t>
            </a:r>
            <a:r>
              <a:rPr lang="en-US" altLang="ko-KR" baseline="0" dirty="0"/>
              <a:t>.</a:t>
            </a:r>
          </a:p>
          <a:p>
            <a:pPr marL="0" marR="0" indent="0" algn="l" defTabSz="914400" rtl="0" eaLnBrk="0" fontAlgn="base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aseline="0" dirty="0"/>
              <a:t>매칭이 되지 않는다면 </a:t>
            </a:r>
            <a:r>
              <a:rPr lang="en-US" altLang="ko-KR" baseline="0" dirty="0"/>
              <a:t>v1 subset</a:t>
            </a:r>
            <a:r>
              <a:rPr lang="ko-KR" altLang="en-US" baseline="0" dirty="0"/>
              <a:t>으로 라우팅 합니다</a:t>
            </a:r>
            <a:r>
              <a:rPr lang="en-US" altLang="ko-KR" baseline="0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1FB0DA3-C449-4533-96BD-169A8193AF71}" type="slidenum">
              <a:rPr lang="ko-KR" altLang="en-US" smtClean="0"/>
              <a:pPr>
                <a:defRPr/>
              </a:pPr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723094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aseline="0" dirty="0"/>
              <a:t>Destination Rule </a:t>
            </a:r>
            <a:r>
              <a:rPr lang="ko-KR" altLang="en-US" baseline="0" dirty="0"/>
              <a:t>예시입니다</a:t>
            </a:r>
            <a:r>
              <a:rPr lang="en-US" altLang="ko-KR" baseline="0" dirty="0"/>
              <a:t>.</a:t>
            </a:r>
          </a:p>
          <a:p>
            <a:pPr marL="0" marR="0" indent="0" algn="l" defTabSz="914400" rtl="0" eaLnBrk="0" fontAlgn="base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ko-KR" baseline="0" dirty="0"/>
          </a:p>
          <a:p>
            <a:pPr marL="0" marR="0" indent="0" algn="l" defTabSz="914400" rtl="0" eaLnBrk="0" fontAlgn="base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aseline="0" dirty="0"/>
              <a:t>Virtual service</a:t>
            </a:r>
            <a:r>
              <a:rPr lang="ko-KR" altLang="en-US" baseline="0" dirty="0"/>
              <a:t>가 </a:t>
            </a:r>
            <a:r>
              <a:rPr lang="ko-KR" altLang="en-US" baseline="0" dirty="0" err="1"/>
              <a:t>쿠버네티스</a:t>
            </a:r>
            <a:r>
              <a:rPr lang="ko-KR" altLang="en-US" baseline="0" dirty="0"/>
              <a:t> </a:t>
            </a:r>
            <a:r>
              <a:rPr lang="en-US" altLang="ko-KR" baseline="0" dirty="0"/>
              <a:t>service</a:t>
            </a:r>
            <a:r>
              <a:rPr lang="ko-KR" altLang="en-US" baseline="0" dirty="0"/>
              <a:t>로 트래픽을 보내도록 라우팅 했다면 </a:t>
            </a:r>
            <a:r>
              <a:rPr lang="en-US" altLang="ko-KR" baseline="0" dirty="0" err="1"/>
              <a:t>desination</a:t>
            </a:r>
            <a:r>
              <a:rPr lang="en-US" altLang="ko-KR" baseline="0" dirty="0"/>
              <a:t> rule</a:t>
            </a:r>
            <a:r>
              <a:rPr lang="ko-KR" altLang="en-US" baseline="0" dirty="0"/>
              <a:t>은 그 서비스로 어떻게 트래픽을 </a:t>
            </a:r>
            <a:r>
              <a:rPr lang="ko-KR" altLang="en-US" baseline="0" dirty="0" err="1"/>
              <a:t>보낼것인가를</a:t>
            </a:r>
            <a:r>
              <a:rPr lang="ko-KR" altLang="en-US" baseline="0" dirty="0"/>
              <a:t> 정의합니다</a:t>
            </a:r>
            <a:r>
              <a:rPr lang="en-US" altLang="ko-KR" baseline="0" dirty="0"/>
              <a:t>.</a:t>
            </a:r>
          </a:p>
          <a:p>
            <a:pPr marL="0" marR="0" indent="0" algn="l" defTabSz="914400" rtl="0" eaLnBrk="0" fontAlgn="base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aseline="0" dirty="0"/>
              <a:t>Round Robin, Random, Least Connection </a:t>
            </a:r>
            <a:r>
              <a:rPr lang="ko-KR" altLang="en-US" baseline="0" dirty="0"/>
              <a:t>등으로 </a:t>
            </a:r>
            <a:r>
              <a:rPr lang="ko-KR" altLang="en-US" baseline="0" dirty="0" err="1"/>
              <a:t>로드밸런싱이</a:t>
            </a:r>
            <a:r>
              <a:rPr lang="ko-KR" altLang="en-US" baseline="0" dirty="0"/>
              <a:t> 가능합니다</a:t>
            </a:r>
            <a:r>
              <a:rPr lang="en-US" altLang="ko-KR" baseline="0" dirty="0"/>
              <a:t>.</a:t>
            </a:r>
          </a:p>
          <a:p>
            <a:pPr marL="0" marR="0" indent="0" algn="l" defTabSz="914400" rtl="0" eaLnBrk="0" fontAlgn="base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ko-KR" baseline="0" dirty="0"/>
          </a:p>
          <a:p>
            <a:pPr marL="0" marR="0" indent="0" algn="l" defTabSz="914400" rtl="0" eaLnBrk="0" fontAlgn="base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ko-KR" baseline="0" dirty="0"/>
          </a:p>
          <a:p>
            <a:pPr marL="0" marR="0" indent="0" algn="l" defTabSz="914400" rtl="0" eaLnBrk="0" fontAlgn="base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aseline="0" dirty="0"/>
              <a:t>디폴트는 </a:t>
            </a:r>
            <a:r>
              <a:rPr lang="en-US" altLang="ko-KR" baseline="0" dirty="0"/>
              <a:t>Random</a:t>
            </a:r>
            <a:r>
              <a:rPr lang="ko-KR" altLang="en-US" baseline="0" dirty="0"/>
              <a:t>으로 </a:t>
            </a:r>
            <a:r>
              <a:rPr lang="ko-KR" altLang="en-US" baseline="0" dirty="0" err="1"/>
              <a:t>로드밸런싱하도록</a:t>
            </a:r>
            <a:r>
              <a:rPr lang="ko-KR" altLang="en-US" baseline="0" dirty="0"/>
              <a:t> 되어있지만</a:t>
            </a:r>
            <a:r>
              <a:rPr lang="en-US" altLang="ko-KR" baseline="0" dirty="0"/>
              <a:t>, v2</a:t>
            </a:r>
            <a:r>
              <a:rPr lang="ko-KR" altLang="en-US" baseline="0" dirty="0"/>
              <a:t>의 경우 </a:t>
            </a:r>
            <a:r>
              <a:rPr lang="en-US" altLang="ko-KR" baseline="0" dirty="0" err="1"/>
              <a:t>round_robin</a:t>
            </a:r>
            <a:r>
              <a:rPr lang="ko-KR" altLang="en-US" baseline="0" dirty="0"/>
              <a:t>으로 </a:t>
            </a:r>
            <a:r>
              <a:rPr lang="ko-KR" altLang="en-US" baseline="0" dirty="0" err="1"/>
              <a:t>로드밸런싱하도록</a:t>
            </a:r>
            <a:r>
              <a:rPr lang="ko-KR" altLang="en-US" baseline="0" dirty="0"/>
              <a:t> 정의되어 있어</a:t>
            </a:r>
            <a:endParaRPr lang="en-US" altLang="ko-KR" baseline="0" dirty="0"/>
          </a:p>
          <a:p>
            <a:pPr marL="0" marR="0" indent="0" algn="l" defTabSz="914400" rtl="0" eaLnBrk="0" fontAlgn="base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aseline="0" dirty="0"/>
              <a:t>여러 정책을 정의하는 것이 가능합니다</a:t>
            </a:r>
            <a:r>
              <a:rPr lang="en-US" altLang="ko-KR" baseline="0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1FB0DA3-C449-4533-96BD-169A8193AF71}" type="slidenum">
              <a:rPr lang="ko-KR" altLang="en-US" smtClean="0"/>
              <a:pPr>
                <a:defRPr/>
              </a:pPr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998924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aseline="0" dirty="0" err="1"/>
              <a:t>Istio</a:t>
            </a:r>
            <a:r>
              <a:rPr lang="ko-KR" altLang="en-US" baseline="0" dirty="0"/>
              <a:t>의 흐름에 대해 알아보겠습니다</a:t>
            </a:r>
            <a:r>
              <a:rPr lang="en-US" altLang="ko-KR" baseline="0" dirty="0"/>
              <a:t>.</a:t>
            </a:r>
          </a:p>
          <a:p>
            <a:pPr marL="0" marR="0" indent="0" algn="l" defTabSz="914400" rtl="0" eaLnBrk="0" fontAlgn="base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ko-KR" baseline="0" dirty="0"/>
          </a:p>
          <a:p>
            <a:pPr marL="0" marR="0" indent="0" algn="l" defTabSz="914400" rtl="0" eaLnBrk="0" fontAlgn="base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aseline="0" dirty="0"/>
              <a:t>유저가 </a:t>
            </a:r>
            <a:r>
              <a:rPr lang="en-US" altLang="ko-KR" baseline="0" dirty="0"/>
              <a:t>webserver</a:t>
            </a:r>
            <a:r>
              <a:rPr lang="ko-KR" altLang="en-US" baseline="0" dirty="0"/>
              <a:t>에 요청을 보내면 </a:t>
            </a:r>
            <a:r>
              <a:rPr lang="en-US" altLang="ko-KR" baseline="0" dirty="0"/>
              <a:t>request</a:t>
            </a:r>
            <a:r>
              <a:rPr lang="ko-KR" altLang="en-US" baseline="0" dirty="0"/>
              <a:t>는 가장 먼저 </a:t>
            </a:r>
            <a:r>
              <a:rPr lang="en-US" altLang="ko-KR" baseline="0" dirty="0"/>
              <a:t>gateway</a:t>
            </a:r>
            <a:r>
              <a:rPr lang="ko-KR" altLang="en-US" baseline="0" dirty="0"/>
              <a:t>에 </a:t>
            </a:r>
            <a:r>
              <a:rPr lang="ko-KR" altLang="en-US" baseline="0" dirty="0" err="1"/>
              <a:t>들어오게됩니다</a:t>
            </a:r>
            <a:r>
              <a:rPr lang="en-US" altLang="ko-KR" baseline="0" dirty="0"/>
              <a:t>.</a:t>
            </a:r>
          </a:p>
          <a:p>
            <a:pPr marL="0" marR="0" indent="0" algn="l" defTabSz="914400" rtl="0" eaLnBrk="0" fontAlgn="base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aseline="0" dirty="0"/>
              <a:t>Gateway</a:t>
            </a:r>
            <a:r>
              <a:rPr lang="ko-KR" altLang="en-US" baseline="0" dirty="0"/>
              <a:t>는 설정한 </a:t>
            </a:r>
            <a:r>
              <a:rPr lang="en-US" altLang="ko-KR" baseline="0" dirty="0"/>
              <a:t>virtual service</a:t>
            </a:r>
            <a:r>
              <a:rPr lang="ko-KR" altLang="en-US" baseline="0" dirty="0"/>
              <a:t>의 </a:t>
            </a:r>
            <a:r>
              <a:rPr lang="en-US" altLang="ko-KR" baseline="0" dirty="0"/>
              <a:t>rule</a:t>
            </a:r>
            <a:r>
              <a:rPr lang="ko-KR" altLang="en-US" baseline="0" dirty="0"/>
              <a:t>에 따라 </a:t>
            </a:r>
            <a:r>
              <a:rPr lang="en-US" altLang="ko-KR" baseline="0" dirty="0"/>
              <a:t>webserver</a:t>
            </a:r>
            <a:r>
              <a:rPr lang="ko-KR" altLang="en-US" baseline="0" dirty="0"/>
              <a:t>로 보낼 것입니다</a:t>
            </a:r>
            <a:r>
              <a:rPr lang="en-US" altLang="ko-KR" baseline="0" dirty="0"/>
              <a:t>.</a:t>
            </a:r>
          </a:p>
          <a:p>
            <a:pPr marL="0" marR="0" indent="0" algn="l" defTabSz="914400" rtl="0" eaLnBrk="0" fontAlgn="base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aseline="0" dirty="0"/>
              <a:t>Request</a:t>
            </a:r>
            <a:r>
              <a:rPr lang="ko-KR" altLang="en-US" baseline="0" dirty="0"/>
              <a:t>가 </a:t>
            </a:r>
            <a:r>
              <a:rPr lang="en-US" altLang="ko-KR" baseline="0" dirty="0"/>
              <a:t>webserver</a:t>
            </a:r>
            <a:r>
              <a:rPr lang="ko-KR" altLang="en-US" baseline="0" dirty="0"/>
              <a:t>에 있는 </a:t>
            </a:r>
            <a:r>
              <a:rPr lang="en-US" altLang="ko-KR" baseline="0" dirty="0"/>
              <a:t>Envoy proxy</a:t>
            </a:r>
            <a:r>
              <a:rPr lang="ko-KR" altLang="en-US" baseline="0" dirty="0"/>
              <a:t>에 도달하게 되면 실제 </a:t>
            </a:r>
            <a:r>
              <a:rPr lang="en-US" altLang="ko-KR" baseline="0" dirty="0"/>
              <a:t>webserver container</a:t>
            </a:r>
            <a:r>
              <a:rPr lang="ko-KR" altLang="en-US" baseline="0" dirty="0"/>
              <a:t>로 </a:t>
            </a:r>
            <a:r>
              <a:rPr lang="ko-KR" altLang="en-US" baseline="0" dirty="0" err="1"/>
              <a:t>포워딩을</a:t>
            </a:r>
            <a:r>
              <a:rPr lang="ko-KR" altLang="en-US" baseline="0" dirty="0"/>
              <a:t> 해줄 것입니다</a:t>
            </a:r>
            <a:r>
              <a:rPr lang="en-US" altLang="ko-KR" baseline="0" dirty="0"/>
              <a:t>.</a:t>
            </a:r>
          </a:p>
          <a:p>
            <a:pPr marL="0" marR="0" indent="0" algn="l" defTabSz="914400" rtl="0" eaLnBrk="0" fontAlgn="base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aseline="0" dirty="0"/>
              <a:t>Webserver</a:t>
            </a:r>
            <a:r>
              <a:rPr lang="ko-KR" altLang="en-US" baseline="0" dirty="0"/>
              <a:t>가 또 다른 </a:t>
            </a:r>
            <a:r>
              <a:rPr lang="en-US" altLang="ko-KR" baseline="0" dirty="0"/>
              <a:t>payment request</a:t>
            </a:r>
            <a:r>
              <a:rPr lang="ko-KR" altLang="en-US" baseline="0" dirty="0"/>
              <a:t>를 보내면 </a:t>
            </a:r>
            <a:r>
              <a:rPr lang="en-US" altLang="ko-KR" baseline="0" dirty="0"/>
              <a:t>virtual service</a:t>
            </a:r>
            <a:r>
              <a:rPr lang="ko-KR" altLang="en-US" baseline="0" dirty="0"/>
              <a:t>와 </a:t>
            </a:r>
            <a:r>
              <a:rPr lang="en-US" altLang="ko-KR" baseline="0" dirty="0"/>
              <a:t>destination rule </a:t>
            </a:r>
            <a:r>
              <a:rPr lang="ko-KR" altLang="en-US" baseline="0" dirty="0"/>
              <a:t>등을 적용하여 </a:t>
            </a:r>
            <a:r>
              <a:rPr lang="en-US" altLang="ko-KR" baseline="0" dirty="0"/>
              <a:t>payment</a:t>
            </a:r>
            <a:r>
              <a:rPr lang="ko-KR" altLang="en-US" baseline="0" dirty="0"/>
              <a:t>의 </a:t>
            </a:r>
            <a:r>
              <a:rPr lang="en-US" altLang="ko-KR" baseline="0" dirty="0"/>
              <a:t>envoy proxy</a:t>
            </a:r>
            <a:r>
              <a:rPr lang="ko-KR" altLang="en-US" baseline="0" dirty="0"/>
              <a:t>와 </a:t>
            </a:r>
            <a:r>
              <a:rPr lang="en-US" altLang="ko-KR" baseline="0" dirty="0"/>
              <a:t>TLS </a:t>
            </a:r>
            <a:r>
              <a:rPr lang="ko-KR" altLang="en-US" baseline="0" dirty="0"/>
              <a:t>통신을 </a:t>
            </a:r>
            <a:r>
              <a:rPr lang="ko-KR" altLang="en-US" baseline="0" dirty="0" err="1"/>
              <a:t>하게됩니다</a:t>
            </a:r>
            <a:r>
              <a:rPr lang="en-US" altLang="ko-KR" baseline="0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1FB0DA3-C449-4533-96BD-169A8193AF71}" type="slidenum">
              <a:rPr lang="ko-KR" altLang="en-US" smtClean="0"/>
              <a:pPr>
                <a:defRPr/>
              </a:pPr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205344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1FB0DA3-C449-4533-96BD-169A8193AF71}" type="slidenum">
              <a:rPr lang="ko-KR" altLang="en-US" smtClean="0"/>
              <a:pPr>
                <a:defRPr/>
              </a:pPr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873874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1FB0DA3-C449-4533-96BD-169A8193AF71}" type="slidenum">
              <a:rPr lang="ko-KR" altLang="en-US" smtClean="0"/>
              <a:pPr>
                <a:defRPr/>
              </a:pPr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362301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1FB0DA3-C449-4533-96BD-169A8193AF71}" type="slidenum">
              <a:rPr lang="ko-KR" altLang="en-US" smtClean="0"/>
              <a:pPr>
                <a:defRPr/>
              </a:pPr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742937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1FB0DA3-C449-4533-96BD-169A8193AF71}" type="slidenum">
              <a:rPr lang="ko-KR" altLang="en-US" smtClean="0"/>
              <a:pPr>
                <a:defRPr/>
              </a:pPr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08769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1FB0DA3-C449-4533-96BD-169A8193AF71}" type="slidenum">
              <a:rPr lang="ko-KR" altLang="en-US" smtClean="0"/>
              <a:pPr>
                <a:defRPr/>
              </a:pPr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134044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1FB0DA3-C449-4533-96BD-169A8193AF71}" type="slidenum">
              <a:rPr lang="ko-KR" altLang="en-US" smtClean="0"/>
              <a:pPr>
                <a:defRPr/>
              </a:pPr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112168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1FB0DA3-C449-4533-96BD-169A8193AF71}" type="slidenum">
              <a:rPr lang="ko-KR" altLang="en-US" smtClean="0"/>
              <a:pPr>
                <a:defRPr/>
              </a:pPr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553907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1FB0DA3-C449-4533-96BD-169A8193AF71}" type="slidenum">
              <a:rPr lang="ko-KR" altLang="en-US" smtClean="0"/>
              <a:pPr>
                <a:defRPr/>
              </a:pPr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008468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1FB0DA3-C449-4533-96BD-169A8193AF71}" type="slidenum">
              <a:rPr lang="ko-KR" altLang="en-US" smtClean="0"/>
              <a:pPr>
                <a:defRPr/>
              </a:pPr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00464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295618"/>
            <a:ext cx="8420100" cy="1084261"/>
          </a:xfrm>
        </p:spPr>
        <p:txBody>
          <a:bodyPr>
            <a:normAutofit/>
          </a:bodyPr>
          <a:lstStyle>
            <a:lvl1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3200" b="1">
                <a:latin typeface="Arial" pitchFamily="34" charset="0"/>
                <a:ea typeface="맑은 고딕" pitchFamily="50" charset="-127"/>
                <a:cs typeface="Arial" pitchFamily="34" charset="0"/>
              </a:defRPr>
            </a:lvl1pPr>
          </a:lstStyle>
          <a:p>
            <a:r>
              <a:rPr lang="ko-KR" altLang="en-US" noProof="0" dirty="0"/>
              <a:t>마스터 제목 스타일 편집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742950" y="3429000"/>
            <a:ext cx="6934200" cy="900122"/>
          </a:xfrm>
        </p:spPr>
        <p:txBody>
          <a:bodyPr>
            <a:noAutofit/>
          </a:bodyPr>
          <a:lstStyle>
            <a:lvl1pPr marL="0" marR="0" indent="0" algn="l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400" baseline="0"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noProof="0" dirty="0"/>
              <a:t>마스터 부제목 스타일 편집</a:t>
            </a:r>
            <a:endParaRPr lang="en-US" altLang="ko-KR" dirty="0"/>
          </a:p>
        </p:txBody>
      </p:sp>
      <p:sp>
        <p:nvSpPr>
          <p:cNvPr id="15" name="Text Box 5">
            <a:extLst>
              <a:ext uri="{FF2B5EF4-FFF2-40B4-BE49-F238E27FC236}">
                <a16:creationId xmlns:a16="http://schemas.microsoft.com/office/drawing/2014/main" id="{10C7349A-6F0B-48EE-8FC8-1B6651BA0117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1150542" y="6226284"/>
            <a:ext cx="7603198" cy="188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2724" tIns="32724" rIns="32724" bIns="32724" anchor="ctr">
            <a:spAutoFit/>
          </a:bodyPr>
          <a:lstStyle>
            <a:lvl1pPr defTabSz="8318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defTabSz="8318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defTabSz="8318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defTabSz="8318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defTabSz="8318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defTabSz="83185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defTabSz="83185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defTabSz="83185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defTabSz="83185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marL="0" marR="0" lvl="0" indent="0" algn="ctr" defTabSz="83185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Univers" pitchFamily="34" charset="0"/>
                <a:ea typeface="굴림" charset="-127"/>
                <a:cs typeface="Arial" charset="0"/>
              </a:rPr>
              <a:t>CONFIDENTIAL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CC34A5A8-14EF-4164-A28E-2D096FA0A4B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506" y="355613"/>
            <a:ext cx="1224000" cy="588965"/>
          </a:xfrm>
          <a:prstGeom prst="rect">
            <a:avLst/>
          </a:prstGeom>
        </p:spPr>
      </p:pic>
      <p:pic>
        <p:nvPicPr>
          <p:cNvPr id="17" name="그래픽 16">
            <a:extLst>
              <a:ext uri="{FF2B5EF4-FFF2-40B4-BE49-F238E27FC236}">
                <a16:creationId xmlns:a16="http://schemas.microsoft.com/office/drawing/2014/main" id="{28A97B3D-FD3B-4EE6-BA34-7A4E03BEC5B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36388" b="16493"/>
          <a:stretch/>
        </p:blipFill>
        <p:spPr>
          <a:xfrm>
            <a:off x="6080643" y="3068960"/>
            <a:ext cx="3825357" cy="3789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893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294114" y="252161"/>
            <a:ext cx="7444968" cy="428628"/>
          </a:xfrm>
        </p:spPr>
        <p:txBody>
          <a:bodyPr>
            <a:noAutofit/>
          </a:bodyPr>
          <a:lstStyle>
            <a:lvl1pPr algn="l">
              <a:defRPr lang="ko-KR" altLang="en-US" sz="2200" dirty="0"/>
            </a:lvl1pPr>
          </a:lstStyle>
          <a:p>
            <a:r>
              <a:rPr lang="ko-KR" altLang="en-US" sz="2000" dirty="0">
                <a:solidFill>
                  <a:prstClr val="black"/>
                </a:solidFill>
                <a:latin typeface="+mj-lt"/>
                <a:ea typeface="+mn-ea"/>
                <a:cs typeface="Arial" charset="0"/>
              </a:rPr>
              <a:t>제목을 입력해주세요 </a:t>
            </a:r>
            <a:r>
              <a:rPr lang="en-US" altLang="ko-KR" sz="2000" dirty="0">
                <a:solidFill>
                  <a:prstClr val="black"/>
                </a:solidFill>
                <a:latin typeface="+mj-lt"/>
                <a:ea typeface="+mn-ea"/>
                <a:cs typeface="Arial" charset="0"/>
              </a:rPr>
              <a:t>(</a:t>
            </a:r>
            <a:r>
              <a:rPr lang="ko-KR" altLang="en-US" sz="2000" dirty="0" err="1">
                <a:solidFill>
                  <a:prstClr val="black"/>
                </a:solidFill>
                <a:latin typeface="+mj-lt"/>
                <a:ea typeface="+mn-ea"/>
                <a:cs typeface="Arial" charset="0"/>
              </a:rPr>
              <a:t>맑은고딕</a:t>
            </a:r>
            <a:r>
              <a:rPr lang="ko-KR" altLang="en-US" sz="2000" dirty="0">
                <a:solidFill>
                  <a:prstClr val="black"/>
                </a:solidFill>
                <a:latin typeface="+mj-lt"/>
                <a:ea typeface="+mn-ea"/>
                <a:cs typeface="Arial" charset="0"/>
              </a:rPr>
              <a:t> </a:t>
            </a:r>
            <a:r>
              <a:rPr lang="en-US" altLang="ko-KR" sz="2000" dirty="0">
                <a:solidFill>
                  <a:prstClr val="black"/>
                </a:solidFill>
                <a:latin typeface="+mj-lt"/>
                <a:ea typeface="+mn-ea"/>
                <a:cs typeface="Arial" charset="0"/>
              </a:rPr>
              <a:t>20pt)</a:t>
            </a:r>
            <a:endParaRPr lang="ko-KR" altLang="en-US" sz="2200" dirty="0">
              <a:latin typeface="+mj-lt"/>
              <a:ea typeface="+mn-ea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445770" y="849643"/>
            <a:ext cx="8915400" cy="5170968"/>
          </a:xfrm>
        </p:spPr>
        <p:txBody>
          <a:bodyPr/>
          <a:lstStyle>
            <a:lvl1pPr marL="209550" indent="-209550" algn="l" defTabSz="806450">
              <a:lnSpc>
                <a:spcPct val="140000"/>
              </a:lnSpc>
              <a:buClr>
                <a:schemeClr val="tx2">
                  <a:lumMod val="75000"/>
                </a:schemeClr>
              </a:buClr>
              <a:buSzPct val="75000"/>
              <a:buFont typeface="Wingdings" pitchFamily="2" charset="2"/>
              <a:buChar char="n"/>
              <a:defRPr sz="1600" b="1"/>
            </a:lvl1pPr>
            <a:lvl2pPr marL="388938" indent="-160338" algn="l" defTabSz="806450">
              <a:lnSpc>
                <a:spcPct val="140000"/>
              </a:lnSpc>
              <a:buClr>
                <a:schemeClr val="tx1">
                  <a:lumMod val="85000"/>
                  <a:lumOff val="15000"/>
                </a:schemeClr>
              </a:buClr>
              <a:buSzPct val="100000"/>
              <a:buFontTx/>
              <a:buChar char="•"/>
              <a:defRPr sz="1400" b="1"/>
            </a:lvl2pPr>
            <a:lvl3pPr>
              <a:defRPr sz="1600"/>
            </a:lvl3pPr>
          </a:lstStyle>
          <a:p>
            <a:pPr>
              <a:buClr>
                <a:schemeClr val="tx2">
                  <a:lumMod val="75000"/>
                </a:schemeClr>
              </a:buClr>
            </a:pPr>
            <a:r>
              <a:rPr lang="ko-KR" altLang="en-US" sz="1400" dirty="0"/>
              <a:t>마스터 텍스트 스타일을 편집합니다 </a:t>
            </a:r>
            <a:r>
              <a:rPr lang="en-US" altLang="ko-KR" sz="1400" dirty="0"/>
              <a:t>(</a:t>
            </a:r>
            <a:r>
              <a:rPr lang="ko-KR" altLang="en-US" sz="1400" dirty="0" err="1"/>
              <a:t>맑은고딕</a:t>
            </a:r>
            <a:r>
              <a:rPr lang="ko-KR" altLang="en-US" sz="1400" dirty="0"/>
              <a:t> </a:t>
            </a:r>
            <a:r>
              <a:rPr lang="en-US" altLang="ko-KR" sz="1400" dirty="0"/>
              <a:t>14pt)</a:t>
            </a:r>
            <a:endParaRPr lang="ko-KR" altLang="en-US" sz="1400" dirty="0"/>
          </a:p>
          <a:p>
            <a:pPr lvl="1">
              <a:buClrTx/>
            </a:pPr>
            <a:r>
              <a:rPr lang="ko-KR" altLang="en-US" sz="1200" dirty="0"/>
              <a:t>둘째 수준 </a:t>
            </a:r>
            <a:r>
              <a:rPr lang="en-US" altLang="ko-KR" sz="1200" dirty="0"/>
              <a:t>(</a:t>
            </a:r>
            <a:r>
              <a:rPr lang="ko-KR" altLang="en-US" sz="1200" dirty="0" err="1"/>
              <a:t>맑은고딕</a:t>
            </a:r>
            <a:r>
              <a:rPr lang="ko-KR" altLang="en-US" sz="1200" dirty="0"/>
              <a:t> </a:t>
            </a:r>
            <a:r>
              <a:rPr lang="en-US" altLang="ko-KR" sz="1200" dirty="0"/>
              <a:t>12pt)</a:t>
            </a:r>
          </a:p>
          <a:p>
            <a:pPr marL="228600" lvl="1" indent="0">
              <a:buClrTx/>
              <a:buNone/>
            </a:pPr>
            <a:r>
              <a:rPr lang="en-US" altLang="ko-KR" sz="1100" b="0" dirty="0"/>
              <a:t>   - </a:t>
            </a:r>
            <a:r>
              <a:rPr lang="ko-KR" altLang="en-US" sz="1100" b="0" dirty="0"/>
              <a:t>내용을 입력해주세요 </a:t>
            </a:r>
            <a:r>
              <a:rPr lang="en-US" altLang="ko-KR" sz="1100" b="0" dirty="0"/>
              <a:t>(</a:t>
            </a:r>
            <a:r>
              <a:rPr lang="ko-KR" altLang="en-US" sz="1100" b="0" dirty="0" err="1"/>
              <a:t>맑은고딕</a:t>
            </a:r>
            <a:r>
              <a:rPr lang="ko-KR" altLang="en-US" sz="1100" b="0" dirty="0"/>
              <a:t> </a:t>
            </a:r>
            <a:r>
              <a:rPr lang="en-US" altLang="ko-KR" sz="1100" b="0" dirty="0"/>
              <a:t>11pt)</a:t>
            </a:r>
            <a:endParaRPr lang="ko-KR" altLang="en-US" sz="1100" b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65AD10-8822-4F8B-9599-1639D22AE0D9}"/>
              </a:ext>
            </a:extLst>
          </p:cNvPr>
          <p:cNvSpPr txBox="1"/>
          <p:nvPr userDrawn="1"/>
        </p:nvSpPr>
        <p:spPr>
          <a:xfrm>
            <a:off x="7341280" y="6525344"/>
            <a:ext cx="244825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278EC74D-A98E-4D76-82E8-66E486721528}" type="slidenum">
              <a:rPr lang="ko-KR" altLang="en-US" sz="1100" smtClean="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rPr>
              <a:pPr algn="r"/>
              <a:t>‹#›</a:t>
            </a:fld>
            <a:endParaRPr lang="ko-KR" altLang="en-US" sz="1100" dirty="0">
              <a:solidFill>
                <a:schemeClr val="tx1">
                  <a:lumMod val="50000"/>
                  <a:lumOff val="50000"/>
                </a:schemeClr>
              </a:solidFill>
              <a:latin typeface="+mj-ea"/>
              <a:ea typeface="+mj-ea"/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664664D8-18FA-43E9-96E3-043628EF8839}"/>
              </a:ext>
            </a:extLst>
          </p:cNvPr>
          <p:cNvCxnSpPr>
            <a:cxnSpLocks/>
          </p:cNvCxnSpPr>
          <p:nvPr userDrawn="1"/>
        </p:nvCxnSpPr>
        <p:spPr>
          <a:xfrm>
            <a:off x="242492" y="692696"/>
            <a:ext cx="9421989" cy="0"/>
          </a:xfrm>
          <a:prstGeom prst="line">
            <a:avLst/>
          </a:prstGeom>
          <a:ln w="19050">
            <a:solidFill>
              <a:srgbClr val="FF6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그림 8" descr="텍스트이(가) 표시된 사진&#10;&#10;자동 생성된 설명">
            <a:extLst>
              <a:ext uri="{FF2B5EF4-FFF2-40B4-BE49-F238E27FC236}">
                <a16:creationId xmlns:a16="http://schemas.microsoft.com/office/drawing/2014/main" id="{A28BA161-9055-46A2-A4C7-2C17120E2DB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9264" y="6259207"/>
            <a:ext cx="2128161" cy="482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13536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95300" y="1600201"/>
            <a:ext cx="89154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첫째 수준 </a:t>
            </a:r>
            <a:r>
              <a:rPr lang="en-US" altLang="ko-KR" dirty="0"/>
              <a:t> </a:t>
            </a:r>
            <a:endParaRPr lang="ko-KR" altLang="en-US" dirty="0"/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E7C06D48-56E4-4E78-A7B9-A77416336D90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jpg"/><Relationship Id="rId4" Type="http://schemas.openxmlformats.org/officeDocument/2006/relationships/image" Target="../media/image21.jp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erd.io/2.12/overview/" TargetMode="External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servicemesh.es/" TargetMode="External"/><Relationship Id="rId5" Type="http://schemas.openxmlformats.org/officeDocument/2006/relationships/hyperlink" Target="https://linkerd.io/2020/12/03/why-linkerd-doesnt-use-envoy/" TargetMode="External"/><Relationship Id="rId4" Type="http://schemas.openxmlformats.org/officeDocument/2006/relationships/hyperlink" Target="https://linkerd.io/2020/07/23/under-the-hood-of-linkerds-state-of-the-art-rust-proxy-linkerd2-proxy/" TargetMode="Externa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https://logz.io/blog/istio-linkerd-consul-comparison-service-meshes/" TargetMode="External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cloudops.com/blog/comparing-service-meshes-istio-linkerd-and-consul-connect-citrix-adc/" TargetMode="External"/><Relationship Id="rId5" Type="http://schemas.openxmlformats.org/officeDocument/2006/relationships/hyperlink" Target="https://servicemesh.es/" TargetMode="External"/><Relationship Id="rId4" Type="http://schemas.openxmlformats.org/officeDocument/2006/relationships/hyperlink" Target="https://www.containiq.com/post/comparing-service-meshes-istio-vs-linkerd-vs-consu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부제목 2">
            <a:extLst>
              <a:ext uri="{FF2B5EF4-FFF2-40B4-BE49-F238E27FC236}">
                <a16:creationId xmlns:a16="http://schemas.microsoft.com/office/drawing/2014/main" id="{A1E5E963-B896-4DBC-9A27-94F5A657745F}"/>
              </a:ext>
            </a:extLst>
          </p:cNvPr>
          <p:cNvSpPr txBox="1">
            <a:spLocks/>
          </p:cNvSpPr>
          <p:nvPr/>
        </p:nvSpPr>
        <p:spPr bwMode="auto">
          <a:xfrm>
            <a:off x="745814" y="3645024"/>
            <a:ext cx="6934200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0" marR="0" indent="0" algn="ctr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800" kern="1200" baseline="0"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1pPr>
            <a:lvl2pPr marL="457200" indent="0" algn="ctr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sz="1800" b="1" dirty="0">
                <a:solidFill>
                  <a:srgbClr val="000000"/>
                </a:solidFill>
                <a:latin typeface="맑은 고딕" pitchFamily="50" charset="-127"/>
                <a:cs typeface="Arial" charset="0"/>
              </a:rPr>
              <a:t>PF</a:t>
            </a:r>
            <a:r>
              <a:rPr lang="ko-KR" altLang="en-US" sz="1800" b="1" dirty="0" err="1">
                <a:solidFill>
                  <a:srgbClr val="000000"/>
                </a:solidFill>
                <a:latin typeface="맑은 고딕" pitchFamily="50" charset="-127"/>
                <a:cs typeface="Arial" charset="0"/>
              </a:rPr>
              <a:t>개발그룹</a:t>
            </a:r>
            <a:r>
              <a:rPr lang="ko-KR" altLang="en-US" sz="1800" b="1" dirty="0">
                <a:solidFill>
                  <a:srgbClr val="000000"/>
                </a:solidFill>
                <a:latin typeface="맑은 고딕" pitchFamily="50" charset="-127"/>
                <a:cs typeface="Arial" charset="0"/>
              </a:rPr>
              <a:t> </a:t>
            </a:r>
            <a:r>
              <a:rPr lang="en-US" altLang="ko-KR" sz="1800" b="1" dirty="0">
                <a:solidFill>
                  <a:srgbClr val="000000"/>
                </a:solidFill>
                <a:latin typeface="맑은 고딕" pitchFamily="50" charset="-127"/>
                <a:cs typeface="Arial" charset="0"/>
              </a:rPr>
              <a:t>/ </a:t>
            </a:r>
            <a:r>
              <a:rPr lang="ko-KR" altLang="en-US" sz="1800" b="1" dirty="0">
                <a:solidFill>
                  <a:srgbClr val="000000"/>
                </a:solidFill>
                <a:latin typeface="맑은 고딕" pitchFamily="50" charset="-127"/>
                <a:cs typeface="Arial" charset="0"/>
              </a:rPr>
              <a:t>서비스개발팀</a:t>
            </a:r>
            <a:endParaRPr kumimoji="1" lang="en-US" altLang="ko-KR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itchFamily="50" charset="-127"/>
              <a:cs typeface="Arial" charset="0"/>
            </a:endParaRPr>
          </a:p>
          <a:p>
            <a:pPr marL="0" marR="0" lvl="0" indent="0" algn="l" defTabSz="914400" rtl="0" eaLnBrk="1" fontAlgn="base" latinLnBrk="1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1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Arial" charset="0"/>
              </a:rPr>
              <a:t>2022.11.23</a:t>
            </a:r>
            <a:endParaRPr kumimoji="1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Arial" charset="0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0EF7C13-4A39-FB35-C7F9-91C810B294D9}"/>
              </a:ext>
            </a:extLst>
          </p:cNvPr>
          <p:cNvSpPr txBox="1">
            <a:spLocks/>
          </p:cNvSpPr>
          <p:nvPr/>
        </p:nvSpPr>
        <p:spPr bwMode="auto">
          <a:xfrm>
            <a:off x="745814" y="1988840"/>
            <a:ext cx="8420100" cy="10281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3200" b="1" kern="1200"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lvl="0" algn="l">
              <a:lnSpc>
                <a:spcPct val="150000"/>
              </a:lnSpc>
              <a:defRPr/>
            </a:pPr>
            <a:r>
              <a:rPr lang="en-US" altLang="ko-KR" dirty="0">
                <a:solidFill>
                  <a:prstClr val="black"/>
                </a:solidFill>
                <a:latin typeface="Arial" charset="0"/>
                <a:cs typeface="Arial" charset="0"/>
              </a:rPr>
              <a:t>MSA</a:t>
            </a:r>
            <a:r>
              <a:rPr lang="ko-KR" altLang="en-US" dirty="0">
                <a:solidFill>
                  <a:prstClr val="black"/>
                </a:solidFill>
                <a:latin typeface="Arial" charset="0"/>
                <a:cs typeface="Arial" charset="0"/>
              </a:rPr>
              <a:t> </a:t>
            </a:r>
            <a:r>
              <a:rPr lang="en-US" altLang="ko-KR" dirty="0">
                <a:solidFill>
                  <a:prstClr val="black"/>
                </a:solidFill>
                <a:latin typeface="Arial" charset="0"/>
                <a:cs typeface="Arial" charset="0"/>
              </a:rPr>
              <a:t>–</a:t>
            </a:r>
            <a:r>
              <a:rPr lang="ko-KR" altLang="en-US" dirty="0">
                <a:solidFill>
                  <a:prstClr val="black"/>
                </a:solidFill>
                <a:latin typeface="Arial" charset="0"/>
                <a:cs typeface="Arial" charset="0"/>
              </a:rPr>
              <a:t> </a:t>
            </a:r>
            <a:r>
              <a:rPr lang="en-US" altLang="ko-KR" dirty="0">
                <a:solidFill>
                  <a:prstClr val="black"/>
                </a:solidFill>
                <a:latin typeface="Arial" charset="0"/>
                <a:cs typeface="Arial" charset="0"/>
              </a:rPr>
              <a:t>Service</a:t>
            </a:r>
            <a:r>
              <a:rPr lang="ko-KR" altLang="en-US" dirty="0">
                <a:solidFill>
                  <a:prstClr val="black"/>
                </a:solidFill>
                <a:latin typeface="Arial" charset="0"/>
                <a:cs typeface="Arial" charset="0"/>
              </a:rPr>
              <a:t> </a:t>
            </a:r>
            <a:r>
              <a:rPr lang="en-US" altLang="ko-KR" dirty="0">
                <a:solidFill>
                  <a:prstClr val="black"/>
                </a:solidFill>
                <a:latin typeface="Arial" charset="0"/>
                <a:cs typeface="Arial" charset="0"/>
              </a:rPr>
              <a:t>Mesh / Istio</a:t>
            </a:r>
            <a:endParaRPr lang="ko-KR" altLang="en-US" dirty="0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08566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1BEF1B6D-EDD0-46B0-8C4B-4503BA8E5168}"/>
              </a:ext>
            </a:extLst>
          </p:cNvPr>
          <p:cNvSpPr txBox="1">
            <a:spLocks/>
          </p:cNvSpPr>
          <p:nvPr/>
        </p:nvSpPr>
        <p:spPr>
          <a:xfrm>
            <a:off x="294114" y="264068"/>
            <a:ext cx="7444968" cy="42862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400" b="1" kern="1200" baseline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</a:lstStyle>
          <a:p>
            <a:r>
              <a:rPr lang="ko-KR" altLang="en-US" sz="2000" dirty="0">
                <a:solidFill>
                  <a:prstClr val="black"/>
                </a:solidFill>
                <a:latin typeface="+mj-lt"/>
                <a:ea typeface="+mn-ea"/>
                <a:cs typeface="Arial" charset="0"/>
              </a:rPr>
              <a:t>목차 </a:t>
            </a:r>
            <a:endParaRPr lang="ko-KR" altLang="en-US" sz="2200" dirty="0">
              <a:latin typeface="+mj-lt"/>
              <a:ea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005315" y="1340768"/>
            <a:ext cx="13099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1. MSA</a:t>
            </a:r>
            <a:r>
              <a:rPr lang="ko-KR" altLang="en-US" dirty="0">
                <a:latin typeface="+mj-ea"/>
                <a:ea typeface="+mj-ea"/>
              </a:rPr>
              <a:t>란</a:t>
            </a:r>
            <a:r>
              <a:rPr lang="en-US" altLang="ko-KR" dirty="0">
                <a:latin typeface="+mj-ea"/>
                <a:ea typeface="+mj-ea"/>
              </a:rPr>
              <a:t>?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000672" y="1795790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2. MSA </a:t>
            </a:r>
            <a:r>
              <a:rPr lang="ko-KR" altLang="en-US" dirty="0">
                <a:latin typeface="+mj-ea"/>
                <a:ea typeface="+mj-ea"/>
              </a:rPr>
              <a:t>등장 배경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00672" y="2250812"/>
            <a:ext cx="1492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3. MSA </a:t>
            </a:r>
            <a:r>
              <a:rPr lang="ko-KR" altLang="en-US" dirty="0">
                <a:latin typeface="+mj-ea"/>
                <a:ea typeface="+mj-ea"/>
              </a:rPr>
              <a:t>특징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00672" y="2711569"/>
            <a:ext cx="1686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4. Netflix OSS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000672" y="3166591"/>
            <a:ext cx="21323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5. ISTIO </a:t>
            </a:r>
            <a:r>
              <a:rPr lang="ko-KR" altLang="en-US" dirty="0">
                <a:latin typeface="+mj-ea"/>
                <a:ea typeface="+mj-ea"/>
              </a:rPr>
              <a:t>등장 배경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00672" y="3621613"/>
            <a:ext cx="14141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6. ISTIO</a:t>
            </a:r>
            <a:r>
              <a:rPr lang="ko-KR" altLang="en-US" dirty="0">
                <a:latin typeface="+mj-ea"/>
                <a:ea typeface="+mj-ea"/>
              </a:rPr>
              <a:t>란</a:t>
            </a:r>
            <a:r>
              <a:rPr lang="en-US" altLang="ko-KR" dirty="0">
                <a:latin typeface="+mj-ea"/>
                <a:ea typeface="+mj-ea"/>
              </a:rPr>
              <a:t>? 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000672" y="4081278"/>
            <a:ext cx="18345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7. Service Mesh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000672" y="4536300"/>
            <a:ext cx="15937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8. ISTIO </a:t>
            </a:r>
            <a:r>
              <a:rPr lang="ko-KR" altLang="en-US" dirty="0">
                <a:latin typeface="+mj-ea"/>
                <a:ea typeface="+mj-ea"/>
              </a:rPr>
              <a:t>구조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00672" y="4991322"/>
            <a:ext cx="3163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9. ISTIO Traffic Management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000672" y="5444796"/>
            <a:ext cx="1665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10. ISTIO </a:t>
            </a:r>
            <a:r>
              <a:rPr lang="ko-KR" altLang="en-US" dirty="0">
                <a:latin typeface="+mj-ea"/>
                <a:ea typeface="+mj-ea"/>
              </a:rPr>
              <a:t>실습</a:t>
            </a:r>
          </a:p>
        </p:txBody>
      </p:sp>
    </p:spTree>
    <p:extLst>
      <p:ext uri="{BB962C8B-B14F-4D97-AF65-F5344CB8AC3E}">
        <p14:creationId xmlns:p14="http://schemas.microsoft.com/office/powerpoint/2010/main" val="2243526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1BEF1B6D-EDD0-46B0-8C4B-4503BA8E5168}"/>
              </a:ext>
            </a:extLst>
          </p:cNvPr>
          <p:cNvSpPr txBox="1">
            <a:spLocks/>
          </p:cNvSpPr>
          <p:nvPr/>
        </p:nvSpPr>
        <p:spPr>
          <a:xfrm>
            <a:off x="294114" y="264068"/>
            <a:ext cx="7444968" cy="42862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400" b="1" kern="1200" baseline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</a:lstStyle>
          <a:p>
            <a:r>
              <a:rPr lang="en-US" altLang="ko-KR" sz="2000" dirty="0">
                <a:solidFill>
                  <a:prstClr val="black"/>
                </a:solidFill>
                <a:latin typeface="+mj-lt"/>
                <a:ea typeface="+mn-ea"/>
                <a:cs typeface="Arial" charset="0"/>
              </a:rPr>
              <a:t>1. MSA</a:t>
            </a:r>
            <a:r>
              <a:rPr lang="ko-KR" altLang="en-US" sz="2000" dirty="0">
                <a:solidFill>
                  <a:prstClr val="black"/>
                </a:solidFill>
                <a:latin typeface="+mj-lt"/>
                <a:ea typeface="+mn-ea"/>
                <a:cs typeface="Arial" charset="0"/>
              </a:rPr>
              <a:t>란</a:t>
            </a:r>
            <a:r>
              <a:rPr lang="en-US" altLang="ko-KR" sz="2000" dirty="0">
                <a:solidFill>
                  <a:prstClr val="black"/>
                </a:solidFill>
                <a:latin typeface="+mj-lt"/>
                <a:ea typeface="+mn-ea"/>
                <a:cs typeface="Arial" charset="0"/>
              </a:rPr>
              <a:t>?</a:t>
            </a:r>
            <a:endParaRPr lang="ko-KR" altLang="en-US" sz="2200" dirty="0">
              <a:latin typeface="+mj-lt"/>
              <a:ea typeface="+mn-ea"/>
            </a:endParaRPr>
          </a:p>
        </p:txBody>
      </p:sp>
      <p:sp>
        <p:nvSpPr>
          <p:cNvPr id="9" name="AutoShape 2" descr="data:image/png;base64,iVBORw0KGgoAAAANSUhEUgAAARgAAAEcCAYAAAAcH6uaAAAAAXNSR0IArs4c6QAAAp50RVh0bXhmaWxlACUzQ214R3JhcGhNb2RlbCUzRSUzQ3Jvb3QlM0UlM0NteENlbGwlMjBpZCUzRCUyMjAlMjIlMkYlM0UlM0NteENlbGwlMjBpZCUzRCUyMjElMjIlMjBwYXJlbnQlM0QlMjIwJTIyJTJGJTNFJTNDbXhDZWxsJTIwaWQlM0QlMjIyJTIyJTIwdmFsdWUlM0QlMjIlMjIlMjBzdHlsZSUzRCUyMnZlcnRpY2FsTGFiZWxQb3NpdGlvbiUzRGJvdHRvbSUzQnNrZXRjaCUzRDAlM0JodG1sJTNEMSUzQmZpbGxDb2xvciUzRCUyM0YwNjY1MCUzQnN0cm9rZUNvbG9yJTNEJTIzZmZmZmZmJTNCdmVydGljYWxBbGlnbiUzRHRvcCUzQmFsaWduJTNEY2VudGVyJTNCcG9pbnRzJTNEJTVCJTVEJTNCcG9pbnRlckV2ZW50cyUzRDElM0JzaGFwZSUzRG14Z3JhcGguY2lzY29fc2FmZS5jb21wb3NpdGVJY29uJTNCYmdJY29uJTNEdGhyZWF0MSUzQnJlc0ljb24lM0RteGdyYXBoLmNpc2NvX3NhZmUudGhyZWF0LnRocmVhdF9hNiUzQiUyMiUyMHZlcnRleCUzRCUyMjElMjIlMjBwYXJlbnQlM0QlMjIxJTIyJTNFJTNDbXhHZW9tZXRyeSUyMHglM0QlMjItMjAwMCUyMiUyMHklM0QlMjI5NjAlMjIlMjB3aWR0aCUzRCUyMjQ5JTIyJTIwaGVpZ2h0JTNEJTIyNTAlMjIlMjBhcyUzRCUyMmdlb21ldHJ5JTIyJTJGJTNFJTNDJTJGbXhDZWxsJTNFJTNDJTJGcm9vdCUzRSUzQyUyRm14R3JhcGhNb2RlbCUzRV5Rg9QAACAASURBVHhe7V0HeFvV2X6/eyV5xpKdAUkIK4SyV8JeoYyyYssJpqUFCiSWCRAg/IxSoJhRRqFlEywnJYwCJSSWE1YZBcoKK8xAIOxAQkhiSXa8JN37/c+5joOHxpUsyZJ8zvPw0KJzvvOd95z7+oxvEGSRCEgEJAIpQoBSJFeKlQhIBCQCkAQjF4F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0BWI+CvmTbBXrdwZVYPIoeVlwSTw5M7FIbmrXYucRQWzKA7Hl07FMabbWOUBJNtMyb17YWA1+X8UgW/MMzdeA4BuoQnsxCQBJNZ8yG1iQMBBhS/q/J7AHbW9fNL5zbeH0dzWTUNCEiCSQPIsovUIMC1tRbv6g++V4DRAFY53J6tU9OTlJooApJgEkVOtht0BPoQDBNwtd3tuW7QFZMKbEZAEkwGLwaeXVW2trltTLFitbAeDMFi0UPFamsglNfR5l/TuW3ryDZasCCQwUNIqWp9CAYErLa7PWNT2qkUHhcCkmDigis9ldk1ZYSflcdBdETYHhkaEdoAtDDjEyLlgRL3oscy+ZKzqaZiSlld45JkIhiGYKCDLih1N9yZzH6krMQRkASTOHYpb+mrdl7OoNkgHhltohgQf70Z4BaF8Jwe0u5zzHvyxZQrGKMDrqoqbi4NPaYz78bES8vcjb9Lpk59CaZLNv3ocDdslcx+pKzEEZAEkzh2aWkpjkn+1sBFAF0KwGqmUyKEWMeHrGgPlNYtuctMm2TW4dqq4ubV2sU69IsIGEZApwqUF7s9zyW1H0DxVVesIqIxm+Uy0BbUdh4zf8mKZPYlZSWGgCSYxHBLe6ufZ5x4vFWx1BEQz19ncfG50gblmgL3okfSobR3evneiqo8qQNjeiyu7x1uzzap6N/nqvQBbO8pm5kfLK1v/GMq+pMy40NAEkx8eA1qba6dnO9f43gSjCPjUUTsaHQdzzrcngqi1Bmjbag+6SALaS8yOL+Hfkyk/MVet+j6eHQ2W9frcoYIUHsRDNDiCDi2pvnzfWblyHqpQUASTGpwTalU34zyW6GQODbFNX/ilaXE7RmXistg/4xpx7OiLwFY6Tl4AnW0IjRujHvJ+mSDIi7Dfayu64cCA2TRDrTPWbI02X1KefEhENcCjU+0rJ1KBHznnngkBy3PEdDrg47VJzO3QlFOL61rWBSrrtnffTWVR4PxFMD974gIbzrqPAeZlRVPveYZJ1WwGvKwuOXuW5huddQ3XBKPPFk3+QhIgkk+pmmT6KuuuAlElyXQYTtZ9Kn2exc/m0DbXk2WV1UVj3EE1xKhMKws4kscdY23DrSfcO391c6nmHB8WNnMSx31jQemol8p0zwCkmDMY5VxNZmhNJ9d/ijrysninTqeQqCm5iLLhHG3LWiKp13fur5q5/MgHBVOBgP+IGPyqHrPBwPpI6xsl6vQj59/AjAsPLHRD/k6jsyvb/gi2X1LeeYRiHNZmhcsa6YPAb+rci2DR8Xbo868uqy+MWHLV5+rsopZ/zdR+LsgJvqktK5h93j1MlO/ZfoJu2mq9eModYMBTS8fNW/guzQz+sg64RGQBJMDK8M/c8oBrFle73vBamZoBHrK7m440UzdnnW4qsrmLw2KQE8RHQwZ8JS6PZXxyjZT31ddeQuIL45al/FnR73nRjPyZJ3UICAJJjW4pl2qv6ZyDjOfnUDHDGvoaMc98Vn++qZPnQFVrx+MD3yda+poK+kfgTEiWv8EvdbuXnxNApjIJklCQBJMkoAcbDHrZ5841tpq+ZiB0nh10RmflY717UO1L3eYbet3OZcysH+0+opCrpL7GqKTkNkOe9Tzzaj4MxT6a6ymBNxtd3tmxaonf08dApJgUodtTMnGC0yJNrx03qLvYlY2UcHvct7GwIUmqvarwrpycencRX8307bJVXmISvrzzNTToK5XU7GwdOKzSuuSGwRqVVVVWbEjuIwIMS2DFeInSuoaq8yMSdZJDQKSYFKDa0yprTOrJgb14F0WRm2yfHS806duQ4r+AQiOmAr0qUDM35T4bDuZCf9g5v5D2KZYFJo2LIn2NkJls7sXY3iMFxz1nqPjxSKe+sLYj1JgRBiPDplcVxLMIM2O/2zn06zjaCsrBxXVL3onWWp4q8s9REpFAvJ0C6mnFtctfDRWW2+181UiHBKjXiAU5MNG3N/4Vix5Zn8XrhLe1Y6vN0Wwi92M8Zyj3vOb2BUTr7HR5bywCMq/yb1oTeJScrelJJhBmNuWmVWHa6Gg8Cy2tfisw8ctGJgtSs8h+Fy/HQ90fpnIsBhYUur2lMdq66upWAOmLaPVI6A1xJZjhtc/8UYseWZ/97oq/wHos8mk0Q+DFpS6G042Kz+Rel6Xcz4zWsrq5V1POPwkwSSyqgbYxldT+QqYDwOYHe7GuEz9Y3Vt3FGUBlcRIljWRhVATXZ3g4g9EzE6f+v08r2DqvIqgKKoohiBkI0PG3FPcnYwIv8RWF/BfXydoumggG4pcTeIMBcpKz5XxRqAfmrxWo9M5h+KlCmcZsGSYNIM+PrTTxxrybd8BSBPEIw34C/bbv7LSfP6FUGY/D++/yqIDoh3aATSFMLJ0e5NmlwVNRbQnTpgi7GDYY24IhlR7N51TSwcz1t/S8Qj4xlTiPSrRtQtTokXt9CDzzjD4bf5NwD6RpBykqOu4fl49BsKdSXBpHmW/dUVDzPRH7q6ZdahHFbmbngtmWr4XeVXM5TaRGQy8xOl9ZFfXsy+VCXzFak3ZuZGxWAEdZw1KoWpTLwznPNJwR9BCCGkzHTMWzTXnHZDp5YkmDTPta+moglMhq0KgXRd044onbf4f8lUY/25FftbgpRYqAKmHxz1DeMi6eOd4XyBFHPxaJJhByPcEQB+PG58GOutun5M0bzF78fd1kSD2lpYLlzt9AMoZEBnnc8vm9t4j4mmQ6qKJJg0TjdfcMoWvvb2n34BnZksfHwyvJr7DEPxVTs1k3ehfZqS7nA39Arg1LNCVA/mvpJIuWoggaa6wkDwM+gTUMrMlDHwhQPK5FS97mw4u7Ja1dndrYuu83mSYPrPjCQYM6s1SXXChVdIRXhHkfGw2eXsYJMxfHsNj4GOjrYttnzouZ97/nfxRLzuR8dONsITAMabgYRBi0vdDYk8maPlnKknaSFdPJlbzPTVt44CWlCSohcknjw53z+hdCWIN4cvlQQTfpYkwSSyehNoIy5ffas/+JSACb0+XOAHEa82mVHmNhHMBkb8BneGbsQrSEeeTlDBSgGI88mInsd5RLCGDfAUBhMCAgT6l0b6q2D+ttS9+CUz0HlrKs5UQG7mxMjFGIKC0+33eR4y01+8dXyuiusBuqJnO0kwkmDiXUdJrc+zjivxBfJ+JEZxL8HEIXuTrciMBa1ZhbgWFv+Pzh9A2MJsmxTXCzK4XcSgYcZqRcE7pFleYpU//U+T8t3Jm5LHCYz8nfl/J/B0EfUyUZ3E3RbDtqPD/W/xWpfU0mVn1LEMoBJJMLGhTXgSY4uWNXoi8NNpx4zKLyhcHe4+IZ/pV8kMjGTsYKqdqzlzCCbsYhCEozN/quuhB1TYQKpew8Ckga4cBi//4Av/pCNeNu+8abbPZlfl4zq4n3+T3MHIHYzZNZSSelEDJDFesdd7fp3MY1KTq2KNgujWtikZaEYI1S9zuBf/Ldmq+F2V1+vQr+hrSSxCArO85I3wRyTZsyDlhUVA5AsiVVkW7kdiCpQUB7en2578caDwrZt5wkQbW6/TdT62695kaBVxPPqP11LQfexK1uibayqm6EyNXUk0+5WAxvrM4fWL/5ms/nJFzpBbgIM1ca2zyvcOdoYnGKETMf/LXt94aiL6iSPRxpppLo21Cwk0IR5z+kT6y+Q2RPjUXufZNZk6Gl7qqi7Cc4aN/0vAWgqok0vmL5TZJPsALwkmmSsxiqyWmopddKbl4TJsiGY6c0eezgfFYxgmUrS2rdWPCmnabQzaOpGQmWkafnq6YbDGoZOHz31SPKUnpQgfKIb2IhgRjQ/FnU+pu3G3pHSYY0IkwaRpQjec87txaqhDBJaKjDnjP456z7GxVBJWpBesmnYiVO1vxNhBmATHajM0fuevHO7GHZI11o0zp+0RDIU8RLRdVJkm5y1ZemWTHLkw0zRbXU+weSJmSPj8QZv0iBXmsXX61BMCin47EZL2IaUJgtR2Q9AVXa8uSdI9SJehnzYfoOhe48ZfDOUau3tRQr5fqQVl8KVLgknTHBhezqs/+ATAr6J1KY5QShgjMRE5zc/qo6TgKLOGbmkaWkZ0I+5eVvKqfSe532sbqEIi7gyBZ5uRI17+dFWdVjpnocdM/aFWRxJMGmfcW+18UCGcFukeplsVQSC6Sq7hmwJmN9c4b9AYFyQW4yWNAxzUrigILXiOY96TCXs0r6+euq8K/XYCDjJ76BS5pUpJnZQqn6dBhTQJnUuCSQKIZkV4p5cfpqjKK7EIpkse6QR+h4HRBIwbiGWrWf1yoF6AGC+ErPlnD7/3sVVmx7MpSNctBDotbH7tKIIG8vpnVr9sricJJs2z53M5A0jECTHNemZ1d4T1FsYfYgVT59lVZd7WQJVCyp/AvG1CY9ZCRznmxZdTKqF+srSRJJg0T1yziOEK+qMIiCRLChEQABPPdLgb6/r2sto1ZUQ+lP9TgHP6+hTFo5GRiaG+cYdkWmDH03821JUEk+ZZWnvBKVvktbeL7bs1zV0Pze4Y79lJmQL3orXtrsppnaRfoLByAIMjxrwxC5QCOqPE3fCA2fpDsZ4kmEGYdW91xQNEdPogdD1Uu+w04sowVLOXt7GAEo6adnfD8Fj1hvrvkmAGYQWIXYytrW0ZEY0ZhO5llwNFgKCrujJrWP2iewcqKtfbS4IZpBn2VTsvB9H1Q968f5DwT7Rbw2iasdRe33BgojKGUjtJMIM02yK/M7H+YEwz9EHST3YbHgECvCXQdpTpYs2tEEkwMXASnsq+6VPH2YDdWNWDsZ4+zcAuZPpdlXMB/QwMwZAKZjDKzDoUtKjKpOI5Cz/KTP0yTytJMH3mZNXsqrKi1sAlKmgqE7YnQGFmAndBJf6XSMWoAx0K4xMQnizxWm82G/KyKzbvsncJyp6ZtxykRtEQsFksBxfem7xUuEMBbUkwm2bZP2Pa8aSEbtSJdjFeG8zEhBWmLCQM+ykA0Aqm0LzSuiV3RVs4flfl2wzedygsrlwZo7h10UG3l7obLsqVMaVrHEOeYDaFUbgTjONB0dOhxpwUNvY5K8DqxSXK8JfJ7e7leOevmXolWL9OmtjFRDJjKhBEgkhcWur23J4xSmWRIkOaYIRzm0XRnwZjRFLnTBAN0ZetgVD56PlLvvhy1nHFozvzzgox/pH62C0EKijoOs51dghf36QOLR3CyGIB8gqAYAAcECYsg1MY3GoFTU3GvdvgjGDwex2yBCN2E8z61Ykm9jI1dQxxe3M/KbqXdHV2qkNZqqPHwXrIUbDuPtFQT/vuKwSXvYngJ8uMjzXjCxFsh/0Glp33hLrlWOjNPoRWfIzQsjeg/TTgcMWmh298FAotLdFHHtl3F2paiKxoIDAkCcbrci5WgBM3eyizcXmbGjCMe5rUrjbxFz//5OmwHXQkYO3vgaD7vWi94xroP4qAeplZ1O13RMHva6CO276fghwKob3uZgQ/ejflyuvAGmhKddm8RU+lvLMh0EGKl37mIeitrryGwCdsCuD8jaaHniCydOSx4hU3MAHQ5i9UoWCHppGVmMaD9clEJIyrRmba07LtiBOQf9IfQZbI7k3aF8vReue14AzcydCIUSia8X9Qt9sx8oIJBbHxhkugpZgkdfDnpWP23o1qa0OZt3qzT6MhRzAtM6sOJy2Y12nJ/yyemCFiate5po7Op1CFzspVAMZkymVt8VW3Qd0qRrSBUBCtt9citPLTjFuleUeVI7/qzJh6dT69AB2Nj8SsN7AKzLqmTpE7mIGh2N16yBFMcmAD/DXOh3TGKQTjSXvQChUUYtiN9RD/jlqY0fH4P9H53ycHTddIHRe6LoF14kEx9Qq++zra6m+NWW/AFRjrNWv+PvH+ARpwvzkoQBLMACbVP3PKAawpLwOUNwAxA2pKefko/ut9UIbZY8rpeGI+Op8XucMyqxRddB0sv4qd9SOw9GW0339HWpQnoteDhcHfjuhKhqewy5WPOneHuE+T8V/MT4EkGPNYha25sdq5V5Dw/mACWTT7Wlh22j3mDmZj7fnQfvphgCNOfvO831Qif2rs6BXt/7oPgf/9J/kKhJEojOsY+JpZ/4QUZRR0TADBz4wfFPAPUJQW0SykBV9UlaL3He5/f5UWxbKsk8H8LrIMqsjqeqsrFxFx5WANSFyOFlZfDGX4yKgqhD56B20P3A3e2DxYqvbrV3GUoeiym6GURTdF0r77Eq23XJEhl9TcZVIpCrFIWyLeITUGtxPTh4qiLCiuW3SP3Omk/AE1Y9ZxShURzovNLqeXgZKUdhRFuGWHnWH7zVRYd90bUCNfCwXf+C/an5gPbjX+AA9qEce6oouuhTJm64h6iCd2beWnaH+sHtziH1R9zXQuwjmIpBAAt4LwtqpYrxs2Z8ErZtrmYh25g0nSrHpdlfUEnp56q5fIClN+IdRf7QZ17NbgQAB5hx8LZdTofg0Cr72AjoUPgNs2Jmn08YuhEgeKzr0C6rb988cF3n0dvPZH8MYWaD98i9DK5V0HluwsRqaDYGfINeJB4z5nSBVJMEma7g1nV1arzHeA0WWnnwFFvCwVzboK6vid+pPMW6+g46F7B+XIoZQ4UDjzT1C375+DLiguch+6B8K4LpcKgToooOxdMn/hilwaV6yxSIKJhZDJ3/2uyie5y4AvowrlF6Dw7MsM8/u+JfTh22i97+a0+ispxSUonH1NWLudwGvPo/3hOdm8W4kx96QT8Q32Oo+woxoSJasJRsRu2aq1tGOw/UXWn37iWGuB5VtmWDJx1YijU6HrYljE/UyfEvrsQ+N+Q4/L16fvsjF3fKGiYSi+5K9QRo/rp0fni0vQ2fDwoOyo0jlnRAhpuj6rrH7xfensd7D6ymqC8bkqrmfGuNL6xj8OFoCiX5/L2QCGM9U+RwMaY34Bis67EpYJu/QTI+45xM5B++aL3r+pKtRtJ8Aybjso2+wAKiruMugj6gqD012YobduhP7zGmjffwV93U/QVq8CQsHNVcSFbuHsa437ob4l8MISdCx5FNzRPqAhDn5j6gA4SMAGJu7QdTJAElfuTGwjUop01tZayDJvWN2iqHGDBn8sydEg2wnmUQIdWeL2bDlYT4LfnDHZUWpzrEupV3Zy5hrCKK/wgqthCXMnI0im86nHoX37JWiYHdbd9oa6wy7GC494So6n6OvXIvTlZwh9/B70H78FCopQ8HtXWEfGwMvPoGPRg12hJbKsiNciBfCzjhW6Qq9B549Um77efu/iZ7NsKClTN6sJxu9yLmXG/jrjtLK5nodThlIUwSKhPRFOG4y+E+nTIJnz/wLxrN2viJ2I3xs3oUTVQ+x0dA1Q+58ejSfzh+eAtey60CWQrrP+MCnKw466hucTmYeh0iarCcZX7fwchB0HKwnWylnHlYzozPuJkDkvR6YWbl6+8URsxjzflLwEKgVef9F4Lcq252cGfCEou4x0L1qTwLCHXJOsJhi/y/kOA5PErGmEO4bXeS5M5ww21ThvUBiXp7PPZPVFZSNQePp5YV+XktVHJDniGNZ2383QvetT3VXy5YtLWi10yvC5Tz6RfOG5JzG7Caba+RQTjhfTQoAW0kO/S9fEs2vKCD/U9wBENkPN4PVi2f5XyD/FBXXr/gGeUq62phk+RR1P/juj3BZMj5voUUddw+9N1x/CFbObYFwVdzPo3O75I9DP7VrgyC3nPfVJqufUf075sRxSnkl1P6mQr249HgUnnwU1zItSKvoLK5MZoa9WoH3eP6A3Zd1OZoPD7UluHOe0AZ/ejrKaYDZMP3GGqlrqe0FGWMUh5dDSeYtSGh8yWxPYi8BUBWdeEDtAVZrWob5hHTbeegW4STzEZU1hnZXzymRu6pgTltUE01FduWMHsciy1ysei9jJ/JzXMWHCXc+kxG3Yf7bzNNZx/yYTh5ggZ0oFZeSWKLrgaoh/Z1LRfU1ovfUKw34mWwoBb9ndngP66ltbC8vhL0+2TJ7cfyQLlo/UP911gX51LfTBMqtIN75ZTTAvTZ6cv8+Ojle7L3p7gicsJsG42+72zE4GqN7p5YcpVuVPuo7JJPyNsgw5stpQfNU/oGwxNhlwJF2G9tUKIzB5FtnDaKRqh+iaZT8CHwHmnUDKKDDbjfgNYYybxZIRmUEhwjoQNWma/prFynfa5yxZmnRAM0Rgln0m/VFrqik/W2FlTkQ8GesJeKykuOQmuu1B096s66ord7SSfgQznagQDmSGsDYT3vhZWay7TUThrCszV/f2VrTe9zeEVmRP2mci6MwiIgwL2+b4sTUyTpAu8i8R83KLqj5RVKDeT7ctaIpfWGa2SACVzBoIV1UV+0uDqzdlCQivnJhIBe3EWMXE70PHtyqUzqDCm8PwM+sBYioj0HYKMJ6JxgBcnG3HoEizQ8LJ8PTzQKPHQi0dGTa9yWDMrIjxIi55A2+9gsCrzwGDmGhtMMbfs08RxgqAn4jvCUK9JxdsbbKeYMQEbahxXmdhXGnO5W6wl9Hg9U+KApSNgHXH3WHZY5IRLkH4Fonjk/AvSksRZ4fODmi+DdBWfIzgO68abgWy9EBAHKJA68B8Q+nc7E5Zm6ZVldrlIy7WLljt/IaArVLbU3ZJF97TyvBRCH74DtgfZtetWiDsYSx77QfLr3Y3Ln+FK4FRkkU43ZcR4ln6848R/Pg9hD79ALqIDRwhiFS+81TDCC/4+ovgHg6T2YV+crQlpqUlHcUV9NBDPydHYnql5ATBCMjWnn7sHnn5+cty5Ugz0GUgIsYV/+X2rmwDoSBEOITAGy91fdiRii0PqnBuLBsBdZsdjEBVIs6vIUPsckwUcUkr8klrn39sRKPj9T8j9ON30Nesiu4WoFqQd+gxsB56NNSx24DbWtF629XQVn1totdcr0IbdZ1nDpa/3UDQzRmCESD4XOWXgpWbsvcq9pepJHtpV57m8TuBVAtCq79DcOkr/UMqRJj9glNnwnboMb1+FR+/9uVnCLzzGkQA8IhxeUVMX3FtKTJFWqwgq9XwsI4awpl1cDDY9Qokdh0d7WBN63J0jFDEbkkc06x77w/LbhOhlPVOminuZdr/eXv09U1kZIS07rW/8W+y2RD471PGnU4uFQJpOvMjpfWe2OkXMmjgOUUwm0kGyl+zIXxC5HVARoAo694HAOLeZFMRyeD1dWsQ+uhd46ihr/4+7K5AxG0pubEe6D7u9OlIpI/lpvXQ1qxCaPn70NeuNo4kvH4tWNdTtjzFXQ8NHwl1y62MWLzqDjtDHbONEWcmXNF9G9A25yYjhETfIo5zwlnTsuf+sGy/I8Ql9uaiaWi96zqIYFrZVHp+jH3vE40Tq7gEZrxur/ccmi3jyjmCEcALM36ElIcZGJ4tE9FTT3KUYdi19/xyHxJmEHrTOoRWfIzQB28h9PUKcIvIEtC1LPOOcSJ/WhwxuAKdCH3/NfSfV3cFi/r6c6CzE3qnkWesi3Q628Ht7eCOtsg7ksIikC0fIkyn+BLEDkjsUsRxTexUlNLhRjS7mGlue/TQMxeSseMZvxOse+4Hy467QRnTPzJed9PgsjfRVve3zJl+AYgCDYxOYmwk4rU6k7hX0Znoe2L+2kJoDxFbmKEpRGWk09Y62LCKJMK2DIxl4Kd2aAeMcS/JCv+KnCQYMSFcW2vxrf5gLoDTSDxSZ1FRRm6B4tq7oiaz7zkcQQrBt//XdSwIBVF04TVhswnEDYGuGcG3SQsZT8naTz8aux5xBOl1vFJViPzS4uNXy0aCRCYDccSyWgEaGPTB95eifd5tsB4w2fgnbBybMAMz4g3fe2PcQ052A4K4P9GXWVUs6WjXHh1qmQVylmC6F8ryqqri0fbOv5FCZxBT1ljgFp77Z1j32De+9R4luFN8giLX5vY2tNffiuDy9zdXEqlRiv98a+z82MlSwoSczqefQEfjv0zUTH4VkUGACc/k6/hTfn1Dnzikye8vkyXmPMF0g89VVTZ/qTJOQeBGjTCRmLfJ9BcncdTJO74qoz5cgac4eogjSHcR7geGj1OMzJLp+BD0Fj9Cb76EdhHgUFwyp7EQ4NVB8x0B+7U0f74vjV1nbFdDhmB6zgBfcMoWGwOhnTQtsJOqKmNCGsaAmXQFW6tMowj65viODEX4NH3NJDKD0lRKln2ImSVBBMUx3LjMtB58pPF8KyLzD3Zpc9+C4Htv9CIYseNStxgzaKqJJ3FxnAq+9QpETOA0R8rTSv9fwAAAIABJREFUGXjIUVBwGd3x6NpBAyEDOx6SBJPIPLDLVeindWvBhvtA2ot4aVHGbmtka1S33xGKvSxqitiUKcjctYN5/xf/PLGDKb7oWojL6XQWkZkytPLTrovuFR9DXHwPRiHgC7vb0z+L3GAok2F9SoIxOSHe/5u6DbXwSuAX/yWTTZNeTeQ5su1/GCwTD+669IySizrZnYuPuG3uPyC8nzcfkUpHdOWYDpOmNtn9C3nGMeiDtxF840WExIvX4JcvHJJgws6CJJgwsIhk9j3/s4jdIV6lmtd8sJG5d+yZwV7bZC+D7aAjkHf4caDSFL3Kd7RBW7vGsKo1jiJv/Ld3WAUi2CYdAnWn3Y28SyRekkxa/saDn0gO1/H0AoSWvZlRCdp0xmdl9Z7+CafiGVyO1h3SBLNx5rF7hLSCWcw8CWC7QjScCYWGxUKPQoYJKwm3/IxdBsLvyPCWTtIxRV+3FsFP3kXo7VcRWvW1iEnQlV4kWhJ6cT8lDAMVxXgBs+xzIGwTD06OX5OmoflyV3ifqkGeFUkwkSdgSBHM+nMr9reFqEIHTiWdRzKRVXwSHNUGfpBXr8nuhfFZwRnngwqLTLYIX01b/T2CrzyL4AdvQ2/2DihvtTC0U8Zth7yjphjGcWb9mSINoPlPM8DeDQMaXyoaS4IZ4gTTVDPlFBXqLJ2x56YcRjlHrOI5O79iAIHuO9oNQ73O5zxdrzDJLKoKy4RdDevigWQxaLv3RgQ/fDuZmiVFliSYIUowvprKo4n5Bh3YJ9useeNd+QVnXQjb/ofH28yoL+5VOp6Yn3LfHbLlIf/k6bAd/GtAERmb4yudTy9AR+Mj8TVKQ21JMEOQYHyuynowT88Fz2oz30jx5X8zEtXHW0SMljb3renLT0SE/MpTkXdMZdx3M8F3XkPb3L/HO8SU15cEM4QIRrgGjHWEPgPxkAk+RaqKoiv/YcRyiacI/6W2ebfF0yQ5dRUVecdNQ375KXHJEwTT/mgduHVjXO1SXVkSzBAhmLUXnLJFXnu7OKTH96WlegWmWL5h6PZ/10HEkDFbQl98gnb3rYZNyaAU1YKCqjNgO+IE092HvliO9vl3QORSyqjC+MJRLw3tws1Jzlx28uyqsubW4DIGhI/RkCrW3fZBYfXFQH6BqXELj+j2+++E9l3/OCsRBQi3hS3GGrFbehrZifoiPIOIgCdenYStilkzfRF+oUgc7UZHDrvQUx8jf9LNl2VcJkgCrSupa9hSZBkwNQEmKjFDaa6edqzOvDzVSQRNqJNwlZwhGJ/L+Q2AbRNGIkMaiiDcIm4KCooQy+9JhFIQYRPyK0+DdeJBpkYggk21P3Sv4bNjulhtRvArpXSEYWwnYur2LgTrfodCHTOuK0PAa8+bft4WaWyLxO7LJDl2LHwAoU+WxXyOZxGi37sBgpSiRdUzjUHUiszEeKSEtnCR2x05YI7JzkSmjKay4CKFsT3ZtKMddy8RazsrS04QjP9s59Os47jIMyCWG20kcCcDbdBpJam8Xhf5bHTkESm7ieBUBIiwaIrIcTMYRnXWPSYh76QzU+o0GPr4XbTOucm0pzEVFht3JSJQVOvd1wPBQESYlS3HIr/894ahnRHsKZpRXg8pha5LTBNkXF8Zs+H13eF5GPrPa+JqmlhlbobC9fYtm6+k2pc74pUhLMj91RU3gGgWgEKxVkvdnoEZNsWrRJLrZz3BeGsqp5LOT4R5LWoV4QVDrN07vCD0Eu56ZiNqaxWqrQ0ZrgC1wlq3FqitNdJ4drsH/HzBKSMLOjvKdY1PhsITwWT+YmMAkyPi0Radf5XxIaes6Dpa//EXhFYuN91FwannwHbA4dh402XGc3asIo474tgj7Gk6n3rcFMmI41XRuX+O6w4plh49fxfJ3EQA8TSWIDPeslmUmwrnLHomVppY33lTttMDymUK6FQAmwmFgQdK3Z4z0qh30rvKaoLh2sn5vh/tnxLRdgYywiRXIb/O+KcDI68cyHbVIJzZVY7OjaERHeBpAJ0D8NhUPXtbJx2MglNcvWPLJnm6ta8+Q+sd15pOzyqcFwvP+TOUEjuaL+oTa1pRoBQVg9vawCKwd/duRVFRfM2dhi9S6+3XRM9i0HMXM+tKiOyTqSgi4l/LlTNTITq6TLEeCUFmWsukNwGkEeNnVrgFzNsTlCKCEQpTpGzo9S0yod2qqAcUz1mYPakuw6CR1QTTfHZltaaze9MgmIgW6CG6NBWXYuurp+6rQPMoRsbH5Bd13HYoPPsyKCO2SL7wTRLbH74XgVefNy3fOukQiOwEIjdRy8VnGnFpxEuVuBsysp7m5Ru/CQM6BALQfvgG7Pei8Lwrjdg17Y/VI/C//5jqz3rI0Sg87RxTdeOtFHj5GbQ/6o632aDWJ+D2ZOVVH8yBZDXB+GY434CCAwHSWadLS+cuSqkVltflbCDAmaoJy/tNJfJOOLnrg01yYCvhqNhiOAt6Tasv4uzmVZ4GYkZL7SzjnoQ3tkAX/kAi+LdIVaKoUIpLjMDevLEZ3OwzCEb4RHV4/oXOZ54w1Z86equu3VISQz6IC22RpqXtvpvBHe2m9MiESgxe/hV+2G+S+70BXxgP9niylmDaXZWHdEAXQVeHWwj7Datr/DTVYG6sqbhYY+WWVF4Aq9uMNyLmGz47Ii9RNKIRH3ggAMvW46NG2Be4iOfjjbXng9n8S6rtwCNQIHYVqgWdSx5DxwuLjXxH0Ypl5z1RdGGtUaXt7r8i+PG7pqZFHKkKzrwg5mWv/v3XCP30Q8RwEN1ZENi3AaEvVyD44VumL7RNKZriSgR0UkDdq2T+wl8C7qS4z1SKz1qC8bkq/wnwEapqPWPYnAVxvLkmDqf/bOdprOPBxCXE2VKQS9QIEV0/Gvc3IlRDhDxIoo646Gy745q48h6JGLuF5//FyGMkdgOtt9caO4JIpecxTwQH33jtBXHZrOSf+FvkTfldRPniWb7l8mpjlxTdAT5zw2pEXQFGrhf6rcPdsCDOlZKx1bOWYNbPmFJhIctOjvqGm9OFblfg8GBnuvoz24/Y9RTNumpT9sXwrYw8Qe5bYr7qiJi/4rlc3Wo7WA6cDKVPDODAGy8i8Opz0L79arN9iQh0ZTtgsmGVq/SwJhbpX0Xys9DnnyD4/pubiCHyqMTxMJr7AHvXY+PfrzJyN+VaIUJIgTprWN3C+3JpbFlLMKtmV5XNsy9orq1FKJ0T4qt2doKMW/+MKcJWRaQNEfmUwhWRKzrw4pIuT+QotinW/Q5DQcUfuiLjRQrDqWmbM0KK4491171h3euArr7Fka5vEQZvgU5wix/tj/8TIl9RpGI7/FgU/L4m4u+GY+b9d2RkTJgBLoY2QL/G4V6cQZniBjiiTc2zlmCSM/z4pXhdFd8RKON8nYZd+Q8juFOiBGM79GjkC3IpLgG3t4IKiowdR+jblcDGlq6Ur2O2BhUPMy56RewY4SwpMjYW/K66665IZIP0rYf2/TdAYaFxlyQcMYV1r7ACFulpOx6p65VTqae+sQgmsPRltM+/M+YuLP5ZHbwWzPgOFvXC0jkLPYOnRep6lgQTJ7Zel3MxMab0tlqIU0gKqouXG+vuke1Ioh2RhBtA/u+qoRQUIrDsTXS+uAQFzj8AgU60L34U+pofDI2FEaAIaiUIo/PZhV1HHiIUX36LYb0b+O+TRs5ssVsRz+0ilQl3dhikIGxcbEeeCIRCaH98HkIfv9cPhVhHpMALi9G+4P4UoJd+keJ2TQO7O6BfmS1pYBNBSRJMnKj9PKPiTJtKc/vG7Y1TTNKrC3+kvGOnRj5eRLrkFQRx5T+MJ+eOpxYYKUDEMcp26DGw7nsoAi891StFiXhCN3Y5zV4jraxBPCO3hL7h517+R8IxUhCMJry2H55j1BPpVkRaW0FQrX+7HCLtSM8iyEtE5otU2h+8G4HXX0w6dmkVSGgnYGFHfsHFWwyBHEqSYOJcXSK7QMvqD1r1LuvLjCniklU880YqkZ6pRVaCollXIvDmS8YOpPuORjhcFs68HLpvA9rqbgFEwG/xYrXbRFj23Nd4+hUvS8JpMpwLQb7zD7Bs/6su0vr8481qiYtgy857IPi/5xD85JddjHB2LKy5FJZd9oowBEbLpdOhx2HHkwmTQ0Q6s/4Ng16zEP+tuK5xRSzXgUzQO1k6SIJJAMlM9NyORTCRDO3EUUYEf+p6GeodvsF28FGwHfRriEDgwmhOeG4L+5z8384wyEPsQFqEbU3PmDJEBkkImSK9SOfLz/byZhZP3iJLpe5vQuCFJZvRt4zfGYXn/Cmiq4TYIbVceU4aPKPNLwiRcA3g5wF1vaJy17cUAgKk6QpxE7Hlp5BV/779Z9vKcQsWNJmXnDs1JcEkMJf+syvfZJ0PSKBpUpuIC1SxAxFHGUEEwps5Wml/6B4EXnuhVxUaVoK830w1jh76mlW9m4v0I/sdZsjmZj8C7/wPpFqQV/F7wzZG7GL85528+WikDB8Fyx6TYBm/k7Gr6XzlWaC9jzGqLQ+2g4+EeMLuGTLCdnQFCk6K7Ncn7nva6m9F6OsvgFAwqTgmIkw8xmnFoa1G3Pbkj4m0HyptcppgRFwNWrAgqfEVReoTa1B5msHpzZPac0UKR8Mtxnbdk+wxEcrI0abWqwgwJexI0NkzkgAh74QqhJa9AW3TZW5fYda99oftGKcRqkFv9sO6y55dOw1m+C/4vXHfrWwzHqKeeC0Sr0vBD9+JuNsQtjbipQr6L1bFRRdcHeV41KWRcEUQl8MBkavpq8/6jMMUBEmrRIT19jrPyKQJzFFBOU0w3pqK5aQrn7NOs5PhAOk/p/xYDinCuWZQYnSIewrLr3aH7bBjYNl1n4T8lYQ1rjB+61lEiAVx1yKsbyMVslhg2esA5B05xSATsXsSpWPRgwi88V9j9ySM8oIfvRv3MUY8Zxed8ycjyJbZIgJJBd99zcgyKY5wZmPPmJUfsx7Ro466hgHkiYnZQ05UyG2CmVHxCil0qDC3Z+JPVCh/L3E3PBDvzPlcvx3P3PkgEQvHyrRjJo4jtqPLYd190oBjpoQ+ehet9/UOOCVcDISXdKygTOJupXDG/0FE3RPGc+JFyXiGfvAehN5fGtXPSRm91ebn7r74F519GSx7J37iFHqLS2qxc0p6Tqfwi0ULMCaNqvf0De0X79LK+fpp/1jSiWjzedN20gPaMgBGsNpNHiotpOMTTcWLwVDw31vOe+qTcDp5XeVHEOhIguJi8IgYzi8pGZZwHMw7usLI9wzhYZ2kIgJBdSx+tJc0yx77QvgeCWdCcX8iiKO7KFuMMchNXNyKXU7gpacRXPGRYXcjLoJpmN2w0BX2M8JmRrwuGUXE8R09zojQJ7yZ++6cRBUj5W3NpVH9qEwNW1gMt200fKU6nl0ITdzVpKgwc6uD1AnkXpSOMHkpGkV6xOY0wQgIfTOm3gtFDxNtiHQQd4KxEYQOYvqJwcLW3QFGMRQUgTl/MHYsQm/b5OOQd+JvoQyzJ30liLuM1rpbDBuV7iJ2McrYbbriAYvE9eIiVaR+FfFfxD95BUbc3M7/PQvti+VdRxJFgbrVtrAdfpxBEJrICClCNnS2G5fCglSMf1r8YWPjihAPxZfdFD0Gjq4bNjbC1sZsEZkS2u68Dtr3X5ltkkA9+lGDVq+z+ujI+obUsVkCmmVSk5wnGAG2v9r5FhP2yyTgo+lifHhX3ArFMdyUyuK4InYdIhi3eGomRUHhzMtEeL+I7cXH1zrnZnBT7xQg4vijjt8Z6lbbGAQjFoje4kPos4+iHqFEyE9BNjRySyi2PGg/r4H247ddWQbCFCM8w/TZRjDxiEXE1H33NQReeRaW3ScZmSvJ7og6rm5ZwaUvG35LqS5E5Nd13OEI2m+j+fOFm7csPRAYEgRjkIyr8m0G75sNsy+eeQtnXxMx5snmMQSDxtOxuGTVVvYOh1N03hXGRxmtaN9/bYRgEPYtaS2qirxjYydeC339Odruvn5zojWRMsW63+GwHf6bmKlOgh+9g7Z7bkjbsBjcSkx/ddR7bkxbp1nQ0ZAhGDEXXlfl4wSObIueIRMmnoCHXXuPkYOoXwkFEVr+vmEYF1zxccQo/+r4nVB80bXhPZx7CBUvMO2P1PUjqJRBYctD4SkuWA88IkYwLUbrrVcgFC7+DBHU7SYYOxrLpEOhFA/rp+5gpZlViJ8oqWvM+DWWsvntI3hIEcwmkjlfAdcykJZsAYlOpLhAzSv/fVdkO5Gg/ruvup5l330d7G8Ca1pM0XnHnQRhsh+riB1M5+JH0fnyM7GqDuh3cYwqnHWlqRS34lVIGAYKY77IhQCbDdY990XeYcdCnbCzcXwSr0qtt/wZuhGYKv2FGfNK6z0z0t9z5vU45AhGTMGGc343Tgl1XEegaQCH2SZkxkSRo6zrY2TuetnZ2ByXvQflF6Lg9HNjhqHsYjDNcGoUMXS11avitmWJhpiIV2PZbR/kO081XqpiFUEMrTddGl+K2MIiI9C4Omo0gp8siyv2cCx94v1dvFYqpFxlr1t0fbxtc63+kCSY7knsqK7csQOoZugnKQqNZmbbYL0apWphKWPGoXD6RcYFrJlixID56F10vvy0sRPo+Vxtpn3POkZK2Qm7Iu83Tlh22MUUtKI/kcNI+ybbH2bID9gmOtz/TuVTVrxTkvb6Q5pgeqItjOkIwdPA+q918HgQ7AAVCIBEpseeReQJJZ1COuBXCM0gflNn2ouYd8u0ODFCb3HcKph+kWEgZ7qEQgh98QmCH7xteEMbr03Cg3qTV3VYOYoCsuVDcZQZZv/W/Q+Duu0E012KWDFtc//eKzyE+caZV5MIt9vrPLMzT7P0aSQJJgbW3Rkfe/1lRv8k52svOGWL/PaOTwfVRynKWNQddjai/Yvn4USKvrHFiAEjAlcFnvP03tkQGb5KtokHQdlyq4SN5joWPYTO/yxKRL2MbEOAz+72ZPRdX6qBkwSTRISbXZX/1MFnJlFkUkUJy2CRPVJY5iZaRE6k9rl/7/W6o5SNQOHsa437j4QKMzqeehyBp5+IvkNKSPjAGolg3NDUimBeaIOi0wRotIcqXEaYJjGEIWbkQswdKujA4iHsUiAJZmDrb3Nr7/RpTqjaI7TJLSFJYpMuRvgEiRi6lp32SEw2s5HYXlwIdxfh2V00u9bwpI67hIJodd9i3Puk3WEx5u6VRQLze+zuxvN6VhUpizeusW+vsrJrELiRmbcPl1JYRHSwgC4a5m64M25ccqSBJJgkTGTLmVWHa9bg0wDiuORIQscJihCWwvknnGy4IyRSRPqT4Htv9CIYER5T+BzFU8TzuLhzCX3a27s7HhmprEuET+11nl1j9eFzVVwPpnNBcPSvS/c73A1nxZKRq79LghngzIo7Gl915U9EHPv9dYB9Jbu58CEq+O30yClKInSYDIIRl8atd13fFWohAwsD7SE1eOjIOU/1j04eRt/VZ0zZqdCmPgJg714/E9501HkOysAhpkUlSTADgFnE5/WveX8VmMx74g2gv1Q0Fc6N+SdP7/IJMhmJYkAE09mBzucb0fHsoohWyKkYZ1wyWUChXGN3L+rKgRtH8dc4lzNjl+4mDP641N2Y4Hk0jo4ztKokmAFMTHNNxQKd6aQBiMiYpurW4w2rXyPodgyiSYhgmA2fKRGgyjAYzODCxP9zjN77SKqtTSipX5OrYo0C2lIY3JGuP+qYu3jIBqaSBJPgQm+uLj+LFapjJkuCIjKvmcVqGOSJ9K3CQI5s4Z+04yWY0Kfvo/OlZyD+LWxdMr3ooEPL3A2vJapnc03FFGbFw8zERLeXuhsuSlRWtreTBJPADP502jGjCgoK32ZgmwSaZ3wTwwJ3+x1hO+QYWHbaHSKG7uai612vPn1fkS661jCw23w0EPFzv1qB4DuvIiRM96OE48w0QEIdoa1GPDiwYN6+6orPmGgsgy8pczfWZdoY06WPJJgEkG6qcd6gMC5PoGnWNbHssLORtcA68SBAtRixe9sfq4f2+S/BqkTqk6Lz/2LEgkGLv8vb+7XnDYLJxqIS7zqsrrF3/Is4B7JhxoknkaIeFSwovHooJFiLBI8kmDgXjqjuczl/BpB1r0YJDPWXJkSw7rIXaMzWCInYtz0SoIlodiL8gshZLeKwiJSz2VwY+q9L3YtfGugY3nVNLJzkfi9yJPWBdpAF7SXBxDlJ62dMqbCQ2hDOsKqvKGYGEX2lQX8Imv6jRbXcx0BXOH5ZMhYBZrq2tL7h6oxVMIsUkwQT52R5XRUfEij2syNhPan6aSWj9nmh+zVCWPuSqj0u/A/j7FZWTyMCDFpQ6m44OY1d5mxXkmDimNrHq6psR5cG2yj6LiTIxI1au3ZhuItCn6uiBkx3gjIrt3UcMOR8VWb+tJ30w8e4l6zP+cGmeICSYOIA2D9j2vGsaE9FbMLwWS3KqUVzFkWuI0J31kyZRbp6qySZOMBPZ1Xmjnwoe+bLbAEDRl0STBwQeqsrHiCi0yM0WddZULC72RcDb03FmcTkFqmB4lBBVk0TAlZVOTHWH4o0qZLV3UiCMTl9L02enL/PBMcyJuzctwmBVpaM2XOXeC0/m2oqphCThyCcdmXJLAT4MYe78ZTM0in7tJEEY3LO1p9+4lhLgWUluCtL5ObC8NnH7jUyXnLpbt86c+oJoZD2BBNFjS1iUk1ZLQoCIlecSXcrkWv4h+d8lvEnL1iwKU2lhDYRBCTBmERNxO/tJP6Ee7wAiYBCwWJthxG3DdDq01XxGEC/NamKrJYAAjrzCkVR5oP5CgD985z0kUki7LmKP5bN8TycQHeyySYEJMGYXApraip2yWf6qPsFSTiysYYby+Z5/mxSRMRqfpfzKgZfE8ff14F2OaTaE6gDauiIkjlL3m6uqXyUmU09QRPoHbu7IWsygmbipEqCMTkrLTUVu+hMYgdjYMaMtY56zxjxl86kiIjVvK7yhQRl6kDlyPbhESAgGLTyoSPuaXzr5xknHp9HlgY2ZSZAusJadUn94n9KbBNDQBKMSdyaXJWHKOBXRXWxYHXov0mGObmQ56uuXAXirUyqIqslhAB/Za9r3FE0bampbNDB5WbEMPCDY8xe2yV6x2amj1yuIwnG5Oyur566r4X0t43dC+ApdXsqTTaNWc3vcnYwkBezoqwwMASIL3HUNd4qUtQAnR+ZDXFKoKfs7oYTB9b50GwtCcbkvPvOm7IdBdUvWIeuWqzHDJuz4BWTTaNWW39mxf6qlZbKiUgGmjFkEP3QmZ8/SdgqGUclxfKUuEszU0SOo5W86oqh7rxoBquedeS6NonYateUEYVQPgPR+/Ym64mUpOdLf7XzaSYkFn3bpO6y2i8IhEi/akTdYiOlq9flbADgNPsREPCuolovTtYfl6EwL2axHQpYRB2jcL0fj3GvaazUjKhf9E4yABHJ2vLaOsT9SzzOjxqI1ExL8ZEMPOKVYYSkjLORyBRQUufZvfty3lft/A+AY0wLIrSD6bHOgvzLR60OeZP1hybOYWRN9XjnJ2sGlgpFfWdPvddx36JzkiXbN6O8DoriMiuPdf6flodL1QBVg+gsAg/l+ftC15SLFAvvBuabzGII0MagGpjcM1vAJheQ0+LiKwYzkVez6seL1ynz/Q+tmkN5gcY90zy7qoxuW9AUd8MwDXj26WP9rc2fmTH6Es0JaLG7PSXif6+cdVzJiE7bGwSKmbMnGbpmkgzxggcF0+33eR7q1qupeuo5KvFdDDbjcsE64aayut72S/6aaROg6w8yYT/EkEPAeh3kIVvoBsfdS77JJHwyTRdJMIM0I74Zzjeg4ECT3esWqBcXuxfeJuqLj4FZXwrwL0FwTQrK9mrMeKe03tPP+E14qCus3mYqoBfjP456z7F9seBaWFrXTtulLRiamKfysdCV0SzsnBQw6WgDKe+wFni1IxD4eMuHnhNRDWWJgYAkmEFYIv4a5+2s43wzUfHEBOlMDaX1DZsN8bwu54UEGGQz1IoOvFXm9hwQbtwbZpRfrSpKzFxGzPxtaX3jdkMNu8EYrySYNKPuc5VfClZuAJkLncnEn5bWNfY6CvlqnC+BMTnNqmdGd4z1bUHt0DHzl4SNKO51lb9HUPaJoWyLY9NxMzMGlbtaSIJJ49x2xYDBPLM+Rwxe7nA37tHXHcFXU+kDsz2NqmdMV0QIatD+WFa35NFwSomXOVt7++poITBEWtjVXuuoXRcs2JgxA8tRRSTBpGlim2ZUnKsqdFe3L1O0bsW5n5hvcdQ3/qlvvZYzqw7XrKHngbietn8RQ/wToLRBUbaBpg1aAPJNT8zvqyrPK7YEHvJ35v8d4BlmpkPX9TllcxdHfM3zVVfcRESXRTGia/3Ra91SEowZtAdWRxLMwPCL2bqLEIJzibCDiEcSszC+UNhyacncJxrD1fW7Ku5mpnPM3N/0a094Hpw3c11e87qRbBluCagTAuByIuU4Yt4+pm7JrRBUteA+w+Y9ZSRY+uaMyY7hNvsruomA6grxEyV1jVXR1PHVVDSBqTRcHQa3rvbaJMEkdz7DSpMEkyKQDX8XClxHjEoGRw0mRTAsWjaC6KF11vY/TbjrmYjJm/2uyrcZvG8Can9g91r3j2QY5q+p/JKZx5uXSx3M+nqFSBj+hRj8MzGGM2OCGfIjkA41dLB9zpKl3X16p5cfRqoi8hFFfW6O9JLUU3d/dcXDTPQHSTDmZzQVNSXBJBFVrp2c710zrFKFOguM3XRgWGSAhZ0WBRj8jR6iBnIodaV/X/RdLHV8LqeIdD88Vr2evzNzq4O2GEVud8QkYC01lVM1ZpFSJeaxiYBOTef/84f8/9pu/su+Xh+2q/JJBp8QSz+xmVPA99jdjef1bu8UT80XRmvPwJelbs+EaHVaZlYdrmnB54D+2RvkDibW7CTvd0kwycMS3mqnOAr9sWcgbxKhY4xlpZgJAAANhUlEQVQLBwZB6WRwC5g+UQme9QHvg30/0Fjq+GoqgmAyHyicSRimneCoa3g+hmylyVXxqQL6VSwdAKxr2agePO6RhSv71t20CzHlCMrQl5W6F0/sK8PncnYginc5EX1tr2uIudvyVld8TUThnqPlHYyJSU5GFUkwyUCxjwyurbUALxsk8PLLwLqRI/WqBQtC4v8PJEDVhnN+N86idX7LbMpitUsrxp8d9Z4bzQxzU6YDE8GVKMjgS0vdntv7yhW7uObVpd5Yx8JN7XxfYtXYvh7Kza7KJ/XouyBh1eyIhaXXVfkPAs8OM/b2H+UrkpklMeA6kmAGDGH6BBgxaRR9KdhsFgJeH4S6x0j3ojVmtPy52rmXjSBi3sR2voxAXFxVZfOXBpcD2CFWnwxuduQFxlGfOycjNEZA/SrSi5vRbszew2MFgfK5KqsAfqzvnQ4DvlK3J+wFcCyd5e/xISAJJj68BrV2c3X5WTqUuWYuUQ1FNwVYMqs0u6aMaIHlvzp491htGHRbqbvhon47GEDxVTtfIcIhsWQQkb+kybIVhbFH8bkq1gC0ZXgZ5LeP2XNEbIL57XjmzteJsEVPOcS0zl7fMCqWfvL3gSMgCWbgGKZNgvDmhq7PNNmhzx5wbEfz5/e6hI3V1uuqfJzAUZ+Au2TQIoe7YVo4ed5qp0iNOyvW4tJBP5aO2XPbcEThqymvg664wodRMEcwQjd/TeVrzHxwTz3DWUfHwkX+nhgCsdZAYlJlq6QjYNxt/OhYZDY4FTHuttd7ZsWrSLOr8m86+JJY7YjodXtdQ9hdipFil7QnY+60Ijgdir590088EhbLs+D+mS8Z8DvcnrJYdzBCTrOr4j4dVNOLYHQ8UDrXc0asMcrfB46AJJiBY5gWCVxVVdw8PPg46yai3zHY7vZYiOLPeLDhnJMOUkOh12MOinmpo74xrDe4QQ6qRTwRR7ZnMd6p6U+OuoabI/Xld1Vu4HAe4wyfo97cHUpLTfnZGitzevShMeiiUnfDnTHHKCsMGAFJMAOGMD0C4iIY4p8cdY2jE9HMcMaEEvGj75YZLRC2QTCK5floOxgi7igZ7S+l2pfFk3TY4nc5P2fAyATQsxDjO3u9Z1sz4/PWVE4l5oU96vpULXhotwWxGRmyTuIISIJJHLu0toyLYHRljmNuYpH3/C6n8JfqZfwWdqC6/nfH3MUXh/utZUbFuZpCd0cDiJlfKq1v/HW0Or4a53/AOKZfHaJvHXUNpsItiNS8gZD+ZHfKWCL61F7XMOQCdaV1sfboTBLMYCEfZ78vTZ6cv88EE3cwDFYV3m1YXeOncXZhVPdVO58F4TfR21JQZ+38svrF94Wr53U55xFwVkQZzB0arEcOr3/ijWj9eF3O+QTDcLH3Dkahpfb7GkwF62qqqZiisOLpjlLHjLtK6z3nJ4KNbBM/ApJg4sdsUFowoDTXOB9gxqnRFBAhJe1ujy0RJb3Tp24DVX+RgKhWskxo7wBPGh2GxISePpfzXQL2jqgDUYOj7pcAWpHqRTKUI+B2u9sTzoCunyhBMCpoETMsIoVsMKhPHnG/jKGbyPpIpI0kmERQG6Q2G6rLz7KQMjd6yAf+yuFujGnkFm4IwpDPSvpzDDiiDpH4W0dd+IhwYqe1944OEbe4IJwM4RdlUbCfmR1Wi6vyfI35jj5P1QEF5CpxNzxgZhqMHYxODSLAF4M+cXgtE2UmADPIJaeOJJjk4JgWKYYDXyj4UtTL0wFkIVw/Y0qFqige4d0ddZdEuMNe5wnrkCgCoze3BteHI0EhVSGaNqyuYZEZwDbWTDslxNq/ekX7J/ZaFMvk4jkLRWbGmKXriETiktfKwOxw7g0xhcgKCSMgCSZh6NLfcJ1r6mgL9B8iRmsj6KpO1w+rb7g6Ee18Myv+DI3+Gr0td2ps/XWk+5NNT9QvhN+94EuHz7qr2R1Em6uyqpP539SD8UTyM7vbYzpcRdcOBo+DSLcXFGxPdzy6NhFsZJvEEJAEkxhug9bKV+0MRYrnK8IotBHvE+5uxIzCvurKRSCOmnNbYXqwpL6h38Vrt/yW6sprNOK/hOmPQ0E+MJ77D79r6u911v5F3U9AxlZGucbuXhQzsHd3/15X+REKFA8Yr9nrPTHDSJjBSdYxj4AkGPNYZURNb7WzlQiF4ZQxfHvqGkxZuIZr762uWE5Eu0QaqLhADkDZJpLzpLA29q9xLAbj6J4yjA0I4T57XYNZNwej+UaX88IQ47buExuBOxUtNCkeG5bVZ0zZqcCqLgl0dkzb4sFnTR2rMmKic0QJSTBZNpH+audbXcnB+hcGe0vdjQnlSmqdecLEkGZ9hoGRkSGh+x3uhojPzyKZXHNr8zsM9DLyY+bVjrF7bxPLObFvv/6ayjnMfHb3f2fmF0rrG3uRV6zpY5er0Id114dzzIzVVv4+cAQkwQwcw7RK8FVX3sLEF4ebOJF32V7nSciIrLmmYorOJEIbhN0dAYiZ6mNT/GER8rKneqwHtT+U3R8+C0A08ATBgLmm+8K4DdrIMe4lIqJfXKX5vGk7ldy9MGyak7gEycpxIyAJJm7IBreB4Uioao3hnAAJvNzubtwtEQ2bXBU3KqB+WQyELCN+rsJn9EzXGq6PppoppyisPtLrN8KLjjrPUYno5HNVLgTYSDhHTEvt9eaM6xLpS7ZJDQKSYFKDa0ql+lxOEbt3676dDMQMvslV8agC+l04xRm0uNTdUBFrUN4ZzgtJ+SXjJDEFFIvlmGFzFpgKodlXvjDYA2MiFITsnY6R8YaeiKWv/D31CEiCST3GSe/BW13xABGdnkyC8c6oeIUUOqyvTHF/UlrfONbMIPwu51UMXNtdlxmvltZ7+sk0I0vU8VY7vyXC1jpRXVmcF8Rm+5D1UouAJJjU4psS6eIookJ9UJi/9+xgIDsYr8u5kvqEuSRCCJpaYZ+78GkzA/G7ymsZSpcNjvAZULi8pK5xiZm2fevU1sJy4eqKFToQunNM4261tTBiGsuSXQhIgsmu+er6dkVsmLLQB33zGCWdYIB3S9ye/c0EdhJ69SQY8aQdtPKhI+5JzO/HO718b1ZpekdAvztSHuosnLohp7IkmCyd8r73HWIYAyEYX03FGnDvGLg6ab+PlAM6HGxel/NCwuY7mLagGjxs5Jyn3stSiKXaSUBAEkwSQBwMEcJtwAptBUAl3f0PiGCqnV7QL06ORPRTSaFlV7ptgXBcNFWEL5OFVI/xSE3sDVlwXKI7GFMdykoZj4AkmIyfosgKbkr0Nn2gBMO1sPhXV2zoSVY6uK7M3bjZyM0MTCJdLnPHh0RUxIy1OixTY8V8MSNX1sleBCTBZO/coWX6CbtpqvXD7ti3xPjMXu+JaOofaaiCYJpXO9f1DNOggw4tcze8Fi88vhrnS2BMBvgnja3TJMHEi2Bu1ZcEk+Xz6auuuAlEl4lhMNHXpSZSqvYdcl+CEa9HJTzKHi2XdSTYNpxdWa3q7CZgbYjlDibLl9eA1ZcEM2AIB1+Ar6aiCUylIql7qbuxOF6NBMH4VjubCBi2qe0HDrcnckS6KB0YmR0doY0MfaXNYju9aM4Ceckb74TkUH1JMDkwmetryq+0QLmGmNpK3A12s8/KPYfudzlXb3ZSjCOfdTj4DENAhSYUKnkX2eb8e2kOQCyHkCACkmASBC7TmvmrK98E6SNLimz7xfPy0z0On8u5DJvi6CoBdeeS+Yk7B4qwDb7VjnsKmG7Or2/4ItOwkvqkDwFJMOnDOqU9bTjnd+OgdbiCoeC/t5z31CfxduZzlS8EK1OJSC+pa7AmkrStZ58iTEIidzjx6i3rZzYCkmAye37i1k5Y6Cd2RCq/mqFeDPB6h9tjKudQ3MrJBkMOAUkwQ27Kww94/bkV+1uDyl1gaDIsglwUyUJAEkyykMwBOc3V5WfpUHd21DdckgPDkUPIAAQkwWTAJEgVJAK5ioAkmFydWTkuiUAGICAJJgMmQaogEchVBCTB5OrMynFJBDIAAUkwGTAJUgWJQK4iIAkmV2dWjksikAEISILJgEmQKkgEchUBSTC5OrNyXBKBDEBAEkwGTIJUQSKQqwhIgsnVmZXjkghkAAKSYDJgEqQKEoFcRUASTK7OrByXRCADEJAEkwGTIFWQCOQqApJgcnVm5bgkAhmAgCSYDJgEqYJEIFcRkASTqzMrxyURyAAEJMFkwCRIFSQCuYqAJJhcnVk5LolABiAgCSYDJkGqIBHIVQQkweTqzMpxSQQyAAFJMBkwCVIFiUCuIiAJJldnVo5LIpABCEiCyYBJkCpIBHIVAUkwuTqzclwSgQxAQBJMBkyCVEEikKsISILJ1ZmV45IIZAACkmAyYBKkChKBXEVAEkyuzqwcl0QgAxCQBJMBkyBVkAjkKgKSYHJ1ZuW4JAIZgIAkmAyYBKmCRCBXEZAEk6szK8clEcgABCTBZMAkSBUkArmKgCSYXJ1ZOS6JQAYgIAkmAyZBqiARyFUEJMHk6szKcUkEMgABSTAZMAlSBYlAriIgCSZXZ1aOSyKQAQhIgsmASZAqSARyFQFJMLk6s3JcEoEMQEASTAZMglRBIpCrCEiCydWZleOSCGQAApJgMmASpAoSgVxF4P8BJDBLwZvO5hIAAAAASUVORK5CYII="/>
          <p:cNvSpPr>
            <a:spLocks noChangeAspect="1" noChangeArrowheads="1"/>
          </p:cNvSpPr>
          <p:nvPr/>
        </p:nvSpPr>
        <p:spPr bwMode="auto">
          <a:xfrm>
            <a:off x="155575" y="-319088"/>
            <a:ext cx="666750" cy="676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" name="AutoShape 6" descr="data:image/png;base64,iVBORw0KGgoAAAANSUhEUgAAARgAAAEcCAYAAAAcH6uaAAAAAXNSR0IArs4c6QAAAp50RVh0bXhmaWxlACUzQ214R3JhcGhNb2RlbCUzRSUzQ3Jvb3QlM0UlM0NteENlbGwlMjBpZCUzRCUyMjAlMjIlMkYlM0UlM0NteENlbGwlMjBpZCUzRCUyMjElMjIlMjBwYXJlbnQlM0QlMjIwJTIyJTJGJTNFJTNDbXhDZWxsJTIwaWQlM0QlMjIyJTIyJTIwdmFsdWUlM0QlMjIlMjIlMjBzdHlsZSUzRCUyMnZlcnRpY2FsTGFiZWxQb3NpdGlvbiUzRGJvdHRvbSUzQnNrZXRjaCUzRDAlM0JodG1sJTNEMSUzQmZpbGxDb2xvciUzRCUyM0YwNjY1MCUzQnN0cm9rZUNvbG9yJTNEJTIzZmZmZmZmJTNCdmVydGljYWxBbGlnbiUzRHRvcCUzQmFsaWduJTNEY2VudGVyJTNCcG9pbnRzJTNEJTVCJTVEJTNCcG9pbnRlckV2ZW50cyUzRDElM0JzaGFwZSUzRG14Z3JhcGguY2lzY29fc2FmZS5jb21wb3NpdGVJY29uJTNCYmdJY29uJTNEdGhyZWF0MSUzQnJlc0ljb24lM0RteGdyYXBoLmNpc2NvX3NhZmUudGhyZWF0LnRocmVhdF9hNiUzQiUyMiUyMHZlcnRleCUzRCUyMjElMjIlMjBwYXJlbnQlM0QlMjIxJTIyJTNFJTNDbXhHZW9tZXRyeSUyMHglM0QlMjItMjAwMCUyMiUyMHklM0QlMjI5NjAlMjIlMjB3aWR0aCUzRCUyMjQ5JTIyJTIwaGVpZ2h0JTNEJTIyNTAlMjIlMjBhcyUzRCUyMmdlb21ldHJ5JTIyJTJGJTNFJTNDJTJGbXhDZWxsJTNFJTNDJTJGcm9vdCUzRSUzQyUyRm14R3JhcGhNb2RlbCUzRV5Rg9QAACAASURBVHhe7V0HeFvV2X6/eyV5xpKdAUkIK4SyV8JeoYyyYssJpqUFCiSWCRAg/IxSoJhRRqFlEywnJYwCJSSWE1YZBcoKK8xAIOxAQkhiSXa8JN37/c+5joOHxpUsyZJ8zvPw0KJzvvOd95z7+oxvEGSRCEgEJAIpQoBSJFeKlQhIBCQCkAQjF4F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0BWI+CvmTbBXrdwZVYPIoeVlwSTw5M7FIbmrXYucRQWzKA7Hl07FMabbWOUBJNtMyb17YWA1+X8UgW/MMzdeA4BuoQnsxCQBJNZ8yG1iQMBBhS/q/J7AHbW9fNL5zbeH0dzWTUNCEiCSQPIsovUIMC1tRbv6g++V4DRAFY53J6tU9OTlJooApJgEkVOtht0BPoQDBNwtd3tuW7QFZMKbEZAEkwGLwaeXVW2trltTLFitbAeDMFi0UPFamsglNfR5l/TuW3ryDZasCCQwUNIqWp9CAYErLa7PWNT2qkUHhcCkmDigis9ldk1ZYSflcdBdETYHhkaEdoAtDDjEyLlgRL3oscy+ZKzqaZiSlld45JkIhiGYKCDLih1N9yZzH6krMQRkASTOHYpb+mrdl7OoNkgHhltohgQf70Z4BaF8Jwe0u5zzHvyxZQrGKMDrqoqbi4NPaYz78bES8vcjb9Lpk59CaZLNv3ocDdslcx+pKzEEZAEkzh2aWkpjkn+1sBFAF0KwGqmUyKEWMeHrGgPlNYtuctMm2TW4dqq4ubV2sU69IsIGEZApwqUF7s9zyW1H0DxVVesIqIxm+Uy0BbUdh4zf8mKZPYlZSWGgCSYxHBLe6ufZ5x4vFWx1BEQz19ncfG50gblmgL3okfSobR3evneiqo8qQNjeiyu7x1uzzap6N/nqvQBbO8pm5kfLK1v/GMq+pMy40NAEkx8eA1qba6dnO9f43gSjCPjUUTsaHQdzzrcngqi1Bmjbag+6SALaS8yOL+Hfkyk/MVet+j6eHQ2W9frcoYIUHsRDNDiCDi2pvnzfWblyHqpQUASTGpwTalU34zyW6GQODbFNX/ilaXE7RmXistg/4xpx7OiLwFY6Tl4AnW0IjRujHvJ+mSDIi7Dfayu64cCA2TRDrTPWbI02X1KefEhENcCjU+0rJ1KBHznnngkBy3PEdDrg47VJzO3QlFOL61rWBSrrtnffTWVR4PxFMD974gIbzrqPAeZlRVPveYZJ1WwGvKwuOXuW5huddQ3XBKPPFk3+QhIgkk+pmmT6KuuuAlElyXQYTtZ9Kn2exc/m0DbXk2WV1UVj3EE1xKhMKws4kscdY23DrSfcO391c6nmHB8WNnMSx31jQemol8p0zwCkmDMY5VxNZmhNJ9d/ijrysninTqeQqCm5iLLhHG3LWiKp13fur5q5/MgHBVOBgP+IGPyqHrPBwPpI6xsl6vQj59/AjAsPLHRD/k6jsyvb/gi2X1LeeYRiHNZmhcsa6YPAb+rci2DR8Xbo868uqy+MWHLV5+rsopZ/zdR+LsgJvqktK5h93j1MlO/ZfoJu2mq9eModYMBTS8fNW/guzQz+sg64RGQBJMDK8M/c8oBrFle73vBamZoBHrK7m440UzdnnW4qsrmLw2KQE8RHQwZ8JS6PZXxyjZT31ddeQuIL45al/FnR73nRjPyZJ3UICAJJjW4pl2qv6ZyDjOfnUDHDGvoaMc98Vn++qZPnQFVrx+MD3yda+poK+kfgTEiWv8EvdbuXnxNApjIJklCQBJMkoAcbDHrZ5841tpq+ZiB0nh10RmflY717UO1L3eYbet3OZcysH+0+opCrpL7GqKTkNkOe9Tzzaj4MxT6a6ymBNxtd3tmxaonf08dApJgUodtTMnGC0yJNrx03qLvYlY2UcHvct7GwIUmqvarwrpycencRX8307bJVXmISvrzzNTToK5XU7GwdOKzSuuSGwRqVVVVWbEjuIwIMS2DFeInSuoaq8yMSdZJDQKSYFKDa0yprTOrJgb14F0WRm2yfHS806duQ4r+AQiOmAr0qUDM35T4bDuZCf9g5v5D2KZYFJo2LIn2NkJls7sXY3iMFxz1nqPjxSKe+sLYj1JgRBiPDplcVxLMIM2O/2zn06zjaCsrBxXVL3onWWp4q8s9REpFAvJ0C6mnFtctfDRWW2+181UiHBKjXiAU5MNG3N/4Vix5Zn8XrhLe1Y6vN0Wwi92M8Zyj3vOb2BUTr7HR5bywCMq/yb1oTeJScrelJJhBmNuWmVWHa6Gg8Cy2tfisw8ctGJgtSs8h+Fy/HQ90fpnIsBhYUur2lMdq66upWAOmLaPVI6A1xJZjhtc/8UYseWZ/97oq/wHos8mk0Q+DFpS6G042Kz+Rel6Xcz4zWsrq5V1POPwkwSSyqgbYxldT+QqYDwOYHe7GuEz9Y3Vt3FGUBlcRIljWRhVATXZ3g4g9EzE6f+v08r2DqvIqgKKoohiBkI0PG3FPcnYwIv8RWF/BfXydoumggG4pcTeIMBcpKz5XxRqAfmrxWo9M5h+KlCmcZsGSYNIM+PrTTxxrybd8BSBPEIw34C/bbv7LSfP6FUGY/D++/yqIDoh3aATSFMLJ0e5NmlwVNRbQnTpgi7GDYY24IhlR7N51TSwcz1t/S8Qj4xlTiPSrRtQtTokXt9CDzzjD4bf5NwD6RpBykqOu4fl49BsKdSXBpHmW/dUVDzPRH7q6ZdahHFbmbngtmWr4XeVXM5TaRGQy8xOl9ZFfXsy+VCXzFak3ZuZGxWAEdZw1KoWpTLwznPNJwR9BCCGkzHTMWzTXnHZDp5YkmDTPta+moglMhq0KgXRd044onbf4f8lUY/25FftbgpRYqAKmHxz1DeMi6eOd4XyBFHPxaJJhByPcEQB+PG58GOutun5M0bzF78fd1kSD2lpYLlzt9AMoZEBnnc8vm9t4j4mmQ6qKJJg0TjdfcMoWvvb2n34BnZksfHwyvJr7DEPxVTs1k3ehfZqS7nA39Arg1LNCVA/mvpJIuWoggaa6wkDwM+gTUMrMlDHwhQPK5FS97mw4u7Ja1dndrYuu83mSYPrPjCQYM6s1SXXChVdIRXhHkfGw2eXsYJMxfHsNj4GOjrYttnzouZ97/nfxRLzuR8dONsITAMabgYRBi0vdDYk8maPlnKknaSFdPJlbzPTVt44CWlCSohcknjw53z+hdCWIN4cvlQQTfpYkwSSyehNoIy5ffas/+JSACb0+XOAHEa82mVHmNhHMBkb8BneGbsQrSEeeTlDBSgGI88mInsd5RLCGDfAUBhMCAgT6l0b6q2D+ttS9+CUz0HlrKs5UQG7mxMjFGIKC0+33eR4y01+8dXyuiusBuqJnO0kwkmDiXUdJrc+zjivxBfJ+JEZxL8HEIXuTrciMBa1ZhbgWFv+Pzh9A2MJsmxTXCzK4XcSgYcZqRcE7pFleYpU//U+T8t3Jm5LHCYz8nfl/J/B0EfUyUZ3E3RbDtqPD/W/xWpfU0mVn1LEMoBJJMLGhTXgSY4uWNXoi8NNpx4zKLyhcHe4+IZ/pV8kMjGTsYKqdqzlzCCbsYhCEozN/quuhB1TYQKpew8Ckga4cBi//4Av/pCNeNu+8abbPZlfl4zq4n3+T3MHIHYzZNZSSelEDJDFesdd7fp3MY1KTq2KNgujWtikZaEYI1S9zuBf/Ldmq+F2V1+vQr+hrSSxCArO85I3wRyTZsyDlhUVA5AsiVVkW7kdiCpQUB7en2578caDwrZt5wkQbW6/TdT62695kaBVxPPqP11LQfexK1uibayqm6EyNXUk0+5WAxvrM4fWL/5ms/nJFzpBbgIM1ca2zyvcOdoYnGKETMf/LXt94aiL6iSPRxpppLo21Cwk0IR5z+kT6y+Q2RPjUXufZNZk6Gl7qqi7Cc4aN/0vAWgqok0vmL5TZJPsALwkmmSsxiqyWmopddKbl4TJsiGY6c0eezgfFYxgmUrS2rdWPCmnabQzaOpGQmWkafnq6YbDGoZOHz31SPKUnpQgfKIb2IhgRjQ/FnU+pu3G3pHSYY0IkwaRpQjec87txaqhDBJaKjDnjP456z7GxVBJWpBesmnYiVO1vxNhBmATHajM0fuevHO7GHZI11o0zp+0RDIU8RLRdVJkm5y1ZemWTHLkw0zRbXU+weSJmSPj8QZv0iBXmsXX61BMCin47EZL2IaUJgtR2Q9AVXa8uSdI9SJehnzYfoOhe48ZfDOUau3tRQr5fqQVl8KVLgknTHBhezqs/+ATAr6J1KY5QShgjMRE5zc/qo6TgKLOGbmkaWkZ0I+5eVvKqfSe532sbqEIi7gyBZ5uRI17+dFWdVjpnocdM/aFWRxJMGmfcW+18UCGcFukeplsVQSC6Sq7hmwJmN9c4b9AYFyQW4yWNAxzUrigILXiOY96TCXs0r6+euq8K/XYCDjJ76BS5pUpJnZQqn6dBhTQJnUuCSQKIZkV4p5cfpqjKK7EIpkse6QR+h4HRBIwbiGWrWf1yoF6AGC+ErPlnD7/3sVVmx7MpSNctBDotbH7tKIIG8vpnVr9sricJJs2z53M5A0jECTHNemZ1d4T1FsYfYgVT59lVZd7WQJVCyp/AvG1CY9ZCRznmxZdTKqF+srSRJJg0T1yziOEK+qMIiCRLChEQABPPdLgb6/r2sto1ZUQ+lP9TgHP6+hTFo5GRiaG+cYdkWmDH03821JUEk+ZZWnvBKVvktbeL7bs1zV0Pze4Y79lJmQL3orXtrsppnaRfoLByAIMjxrwxC5QCOqPE3fCA2fpDsZ4kmEGYdW91xQNEdPogdD1Uu+w04sowVLOXt7GAEo6adnfD8Fj1hvrvkmAGYQWIXYytrW0ZEY0ZhO5llwNFgKCrujJrWP2iewcqKtfbS4IZpBn2VTsvB9H1Q968f5DwT7Rbw2iasdRe33BgojKGUjtJMIM02yK/M7H+YEwz9EHST3YbHgECvCXQdpTpYs2tEEkwMXASnsq+6VPH2YDdWNWDsZ4+zcAuZPpdlXMB/QwMwZAKZjDKzDoUtKjKpOI5Cz/KTP0yTytJMH3mZNXsqrKi1sAlKmgqE7YnQGFmAndBJf6XSMWoAx0K4xMQnizxWm82G/KyKzbvsncJyp6ZtxykRtEQsFksBxfem7xUuEMBbUkwm2bZP2Pa8aSEbtSJdjFeG8zEhBWmLCQM+ykA0Aqm0LzSuiV3RVs4flfl2wzedygsrlwZo7h10UG3l7obLsqVMaVrHEOeYDaFUbgTjONB0dOhxpwUNvY5K8DqxSXK8JfJ7e7leOevmXolWL9OmtjFRDJjKhBEgkhcWur23J4xSmWRIkOaYIRzm0XRnwZjRFLnTBAN0ZetgVD56PlLvvhy1nHFozvzzgox/pH62C0EKijoOs51dghf36QOLR3CyGIB8gqAYAAcECYsg1MY3GoFTU3GvdvgjGDwex2yBCN2E8z61Ykm9jI1dQxxe3M/KbqXdHV2qkNZqqPHwXrIUbDuPtFQT/vuKwSXvYngJ8uMjzXjCxFsh/0Glp33hLrlWOjNPoRWfIzQsjeg/TTgcMWmh298FAotLdFHHtl3F2paiKxoIDAkCcbrci5WgBM3eyizcXmbGjCMe5rUrjbxFz//5OmwHXQkYO3vgaD7vWi94xroP4qAeplZ1O13RMHva6CO276fghwKob3uZgQ/ejflyuvAGmhKddm8RU+lvLMh0EGKl37mIeitrryGwCdsCuD8jaaHniCydOSx4hU3MAHQ5i9UoWCHppGVmMaD9clEJIyrRmba07LtiBOQf9IfQZbI7k3aF8vReue14AzcydCIUSia8X9Qt9sx8oIJBbHxhkugpZgkdfDnpWP23o1qa0OZt3qzT6MhRzAtM6sOJy2Y12nJ/yyemCFiate5po7Op1CFzspVAMZkymVt8VW3Qd0qRrSBUBCtt9citPLTjFuleUeVI7/qzJh6dT69AB2Nj8SsN7AKzLqmTpE7mIGh2N16yBFMcmAD/DXOh3TGKQTjSXvQChUUYtiN9RD/jlqY0fH4P9H53ycHTddIHRe6LoF14kEx9Qq++zra6m+NWW/AFRjrNWv+PvH+ARpwvzkoQBLMACbVP3PKAawpLwOUNwAxA2pKefko/ut9UIbZY8rpeGI+Op8XucMyqxRddB0sv4qd9SOw9GW0339HWpQnoteDhcHfjuhKhqewy5WPOneHuE+T8V/MT4EkGPNYha25sdq5V5Dw/mACWTT7Wlh22j3mDmZj7fnQfvphgCNOfvO831Qif2rs6BXt/7oPgf/9J/kKhJEojOsY+JpZ/4QUZRR0TADBz4wfFPAPUJQW0SykBV9UlaL3He5/f5UWxbKsk8H8LrIMqsjqeqsrFxFx5WANSFyOFlZfDGX4yKgqhD56B20P3A3e2DxYqvbrV3GUoeiym6GURTdF0r77Eq23XJEhl9TcZVIpCrFIWyLeITUGtxPTh4qiLCiuW3SP3Omk/AE1Y9ZxShURzovNLqeXgZKUdhRFuGWHnWH7zVRYd90bUCNfCwXf+C/an5gPbjX+AA9qEce6oouuhTJm64h6iCd2beWnaH+sHtziH1R9zXQuwjmIpBAAt4LwtqpYrxs2Z8ErZtrmYh25g0nSrHpdlfUEnp56q5fIClN+IdRf7QZ17NbgQAB5hx8LZdTofg0Cr72AjoUPgNs2Jmn08YuhEgeKzr0C6rb988cF3n0dvPZH8MYWaD98i9DK5V0HluwsRqaDYGfINeJB4z5nSBVJMEma7g1nV1arzHeA0WWnnwFFvCwVzboK6vid+pPMW6+g46F7B+XIoZQ4UDjzT1C375+DLiguch+6B8K4LpcKgToooOxdMn/hilwaV6yxSIKJhZDJ3/2uyie5y4AvowrlF6Dw7MsM8/u+JfTh22i97+a0+ispxSUonH1NWLudwGvPo/3hOdm8W4kx96QT8Q32Oo+woxoSJasJRsRu2aq1tGOw/UXWn37iWGuB5VtmWDJx1YijU6HrYljE/UyfEvrsQ+N+Q4/L16fvsjF3fKGiYSi+5K9QRo/rp0fni0vQ2fDwoOyo0jlnRAhpuj6rrH7xfensd7D6ymqC8bkqrmfGuNL6xj8OFoCiX5/L2QCGM9U+RwMaY34Bis67EpYJu/QTI+45xM5B++aL3r+pKtRtJ8Aybjso2+wAKiruMugj6gqD012YobduhP7zGmjffwV93U/QVq8CQsHNVcSFbuHsa437ob4l8MISdCx5FNzRPqAhDn5j6gA4SMAGJu7QdTJAElfuTGwjUop01tZayDJvWN2iqHGDBn8sydEg2wnmUQIdWeL2bDlYT4LfnDHZUWpzrEupV3Zy5hrCKK/wgqthCXMnI0im86nHoX37JWiYHdbd9oa6wy7GC494So6n6OvXIvTlZwh9/B70H78FCopQ8HtXWEfGwMvPoGPRg12hJbKsiNciBfCzjhW6Qq9B549Um77efu/iZ7NsKClTN6sJxu9yLmXG/jrjtLK5nodThlIUwSKhPRFOG4y+E+nTIJnz/wLxrN2viJ2I3xs3oUTVQ+x0dA1Q+58ejSfzh+eAtey60CWQrrP+MCnKw466hucTmYeh0iarCcZX7fwchB0HKwnWylnHlYzozPuJkDkvR6YWbl6+8URsxjzflLwEKgVef9F4Lcq252cGfCEou4x0L1qTwLCHXJOsJhi/y/kOA5PErGmEO4bXeS5M5ww21ThvUBiXp7PPZPVFZSNQePp5YV+XktVHJDniGNZ2383QvetT3VXy5YtLWi10yvC5Tz6RfOG5JzG7Caba+RQTjhfTQoAW0kO/S9fEs2vKCD/U9wBENkPN4PVi2f5XyD/FBXXr/gGeUq62phk+RR1P/juj3BZMj5voUUddw+9N1x/CFbObYFwVdzPo3O75I9DP7VrgyC3nPfVJqufUf075sRxSnkl1P6mQr249HgUnnwU1zItSKvoLK5MZoa9WoH3eP6A3Zd1OZoPD7UluHOe0AZ/ejrKaYDZMP3GGqlrqe0FGWMUh5dDSeYtSGh8yWxPYi8BUBWdeEDtAVZrWob5hHTbeegW4STzEZU1hnZXzymRu6pgTltUE01FduWMHsciy1ysei9jJ/JzXMWHCXc+kxG3Yf7bzNNZx/yYTh5ggZ0oFZeSWKLrgaoh/Z1LRfU1ovfUKw34mWwoBb9ndngP66ltbC8vhL0+2TJ7cfyQLlo/UP911gX51LfTBMqtIN75ZTTAvTZ6cv8+Ojle7L3p7gicsJsG42+72zE4GqN7p5YcpVuVPuo7JJPyNsgw5stpQfNU/oGwxNhlwJF2G9tUKIzB5FtnDaKRqh+iaZT8CHwHmnUDKKDDbjfgNYYybxZIRmUEhwjoQNWma/prFynfa5yxZmnRAM0Rgln0m/VFrqik/W2FlTkQ8GesJeKykuOQmuu1B096s66ord7SSfgQznagQDmSGsDYT3vhZWay7TUThrCszV/f2VrTe9zeEVmRP2mci6MwiIgwL2+b4sTUyTpAu8i8R83KLqj5RVKDeT7ctaIpfWGa2SACVzBoIV1UV+0uDqzdlCQivnJhIBe3EWMXE70PHtyqUzqDCm8PwM+sBYioj0HYKMJ6JxgBcnG3HoEizQ8LJ8PTzQKPHQi0dGTa9yWDMrIjxIi55A2+9gsCrzwGDmGhtMMbfs08RxgqAn4jvCUK9JxdsbbKeYMQEbahxXmdhXGnO5W6wl9Eg9i/+zg4fCeuOu8OyxyQjXILwLRLHJ+FflJYizg6dHdB8G6Ct+BjBd1413Apk6YGAOESB1oH5htK52Z2yNk2rKrXLR1ysXbDa+Q0BW6W2p+ySLrynleGjEPzwHbA/zK5btUDYw1j22g+WX+1uXP4KVwKjJItwui8jxLP05x8j+PF7CH36AXQRGzhCEKl856mGEV7w9RfBPRwmswv95GhLTEtLOoor6KGHfk6OxPRKyQmCEZCtPf3YPfLy85flypFmoMtARIwr/svtXdkGQkGIcAiBN17q+rAjFVseVOHcWDYC6jY7GIGqRJxfQ4bY5Zgo4pJW5JPWPv/YiEbH639G6MfvoK9ZFd0tQLUg79BjYD30aKhjtwG3taL1tquhrfraRK+5XoU26jrPHCx/u4GgmzMEI0DwucovBSs3Ze9V7C9TSfbSrjzN43cCqRaEVn+H4NJX+odUiDD7BafOhO3QY3r9Kj5+7cvPEHjnNYgA4BHj8oqYvuI4JTJFWqwgq9XwsI4awpl1cDDY9Qokdh0d7WBN63J0jFDEbkkc06x77w/LbhOhlPVOminuZdr/eXv09U1kZIS07rW/8W+y2RD471PGnU4uFQJpOvMjpfWe2OkXMmjgOUUwm0kGyl+zIXxC5HVARoAo694HAIqyuZpIBq+vW4PQR+8aRw199fdhdwUibkvJjfVA93GnT0cifSw3rYe2ZhVCy9+Hvna1cSTh9WvBup6y5SnuesQdkLrlVkYsXnWHnaGO2caIMxOu6L4NaJtzkxFCom8RxznhrGnZc39Ytt8R4hJ7c9E0tN51HUQwrWwqPT/GvveJxolVXAIzXrfXew7NlnHlHMEI4IUZP0LKwwwMz5aJ6KknOcow7Np7frkPCTMIvWkdQis+RuiDtxD6egW4RWQJ6FqWecc4kT8tjhhcgU6Evv8a+s+ru4JFff050NkJvdPIM9ZFOp3t4PZ2cEdb5B1JYRHIlg8RplN8CWIHJHYp4rgmdipK6XAjml3MNLc9euiZC8nY8YzfCdY994Nlx92gjOkfGa+7aXDZm2ir+1vmTL8ARIEGRicxNhLxWp1J3KvoTPQ9MX9tIbSHiC3M0BSiMtJpax1sWEUSYVsGxjLwUzu0A8a4l2SFf0VOEoyYEK6ttfhWfzAXwGkkHqmzqCgjt0Bx7V1Rk9n3HI4gheDb/+s6FoSCKLrwmrDZBOKGQNeM4NukhYynZO2nH41djziC9DpeqSpEfmnx8atlI0Eik4E4YlmtAA0M+uD7S9E+7zZYD5hs/BM2jk2YgRnxhu+9Me4hJ7sBQdyf6MusKpZ0tGuPDrXMAjlLMN0LZXlVVfFoe+ffSKEziClrLHALz/0zrHvsG996jxLcKT5BkWtzexva629FcPn7myuJ1CjFf741dn7sZClhQk7n00+go/FfJmomv4rIIMCEZ/J1/Cm/vqFPHNLk95fJEnOeYLrB56oqm79UGacgcKNGmEjM22T6i5M46uQdX5VRH67AUxw9xBGkuwj3A8PHKUZmyXR8CHqLH6E3X0K7CHAoLpnTWAjw6qD5joD9Wpo/35fGrjO2qyFDMD1ngC84ZYuNgdBOmhbYSVWVMSENY8BMuoKtVaZRBH1zfEeGInyavmYSmUFpKiXLPsTMkiCC4hhuXGZaDz7SeL4VkfkHu7S5b0HwvTd6EYzYcalbjBk01cSTuDhOBd96BSImcJoj5ekMnL5NPgAAIABJREFUPOQoKLiM7nh07aCBkIEdD0mCSWQe2OUq9NO6tWDDfSDtRby0KGO3NbI1qtvvCMVeFjVFbMoUZO7awbz/i3+e2MEUX3QtxOV0OovITBla+WnXRfeKjyEuvgejEPCF3e3pn0VuMJTJsD4lwZicEO//Td2GWngl8Iv/ksmmSa8m8hzZ9j8MlokHd116RslFnezOxUfcNvcfEN7Pm49IpSO6ckyHSVOb7P6FPOMY9MHbCL7xIkLixWvwyxcOSTBhZ0ESTBhYRDL7nv9ZxO4Qr1LNaz7YyNw79sxgr22yl8F20BHIO/w4UGmKXuU72qCtXWNY1RpHkTf+2zusAhFskw6ButPuRt4lEi9JJi1/48FPJIfreHoBQsvezKgEbTrjs7J6T/+EU/EMLkfrDmmC2Tjz2D1CWsEsZp4EsF0hGs6EQsNioUchw4SVhFt+xi4D4XdkeEsn6Ziir1uL4CfvIvT2qwit+lrEJOhKLxItCb24nxKGgYpivIBZ9jkQtokHJ8evSdPQfLkrvE/VIM+KJJjIEzCkCGb9uRX720JUoQOnks4jmcgqPgmOagM/yKvXZPfC+KzgjPNBhUUmW4Svpq3+HsFXnkXwg7ehN3sHlLdaGNop47ZD3lFTDOM4s/5MkQbQ/KcZYO+GAY0vFY0lwQxxgmmqmXKKCnWWzthzUw6jnCNW8ZydXzGAQPcd7YahXudznq5XmGQWVYVlwq6GdfFAshi03Xsjgh++nUzNkiJLEswQJRhfTeXRxHyDDuyTbda88a78grMuhG3/w+NtZtQX9yodT8xPue8O2fKQf/J02A7+NaCIjM3xlc6nF6Cj8ZH4GqWhtiSYIUgwPldlPZin54JntZlvpPjyvxmJ6uMtIkZLm/vW9OUnIkJ+5anIO6Yy7ruZ4DuvoW3u3+MdYsrrS4IZQgQjXAPGOkKfgXjIBJ8iVUXRlf8wYrnEU4T/Utu82+Jpkpy6ioq846Yhv/yUuOQJgml/tA7cujGudqmuLAlmiBDM2gtO2SKvvV0c0uP70lK9AlMs3zB0+7/rIGLImC2hLz5Bu/tWw6ZkUIpqQUHVGbAdcYLp7kNfLEf7/DsgcillVGF84aiXhnbh5iRnLjt5dlVZc2twGQPCx2hIFetu+6Cw+mIgv8DUuIVHdPv9d0L7rn+clYgChNvCFmON2C09jexEfRGeQUTAE69OwlbFrJm+CL9QJI52oyOHXeipj5E/6ebLMi4TJIHWldQ1bCmyDJiaABOVmKE0V087VmdenuokgibUSbhKzhCMz+X8BsC2CSORIQ1FEG4RNwUFRYjl9yRCKYiwCfmVp8E68SBTIxDBptofutfw2TFdrDYj+JVSOsIwthMxdXsXgnW/Q6GOGdeVIeC1500/b4s0tkVi92WSHDsWPoDQJ8tiPsezCNHv3QBBStGi6pnGIGpFZmI8UkJbuMjtjhwwx2RnIlNGU1lwkcLYnmza0Y67l4i1nZUlJwjGf7bzadZxXOQZEMuNNhK4k4E26LSSVF6vi3w2OvKIlN1EcCoCRFg0ReS4GQyjOusek5B30pkpdRoMffwuWufcZNrTmAqLjbsSESiq9e7rgWAgIszKlmORX/57w9DOCPYUzSivh5RC1yWmCTKur4zZ8Pru8DwM/ec1cTVNrDI3Q+F6+5bNV1Ltyx3xyhAW5P7qihtANAtAoVirpW7PwAyb4lUiyfWznmC8NZVTSecnwrwWtYrwgiHW7h1eEHoJdz2zEbW1CtXWhgxXgFphrVsL1NYaaTy73QN+vuCUkQWdHeW6xidD4YlgMn+xMYDJEfFoi86/yviQU1Z0Ha3/+AtCK5eb7qLg1HNgO+BwbLzpMuM5O1YRxx1x7BH2NJ1PPW6KZMTxqujcP8d1hxRLj56/i2RuIoB4GkuQGW/ZLMpNhXMWPRMrTazvvCnb6QHlMgV0KoDNhMLAA6Vuzxlp1DvpXWU1wXDt5Hzfj/ZPiWg7AxlhkquQX2f804GRVw5ku2oQzuwqR+fG0IgO8DSAzgF4bKqeva2TDkbBKa7esWWTPN3aV5+h9Y5rTadnFc6Lhef8GUqJHc0X9Yk1rShQiorBbW1gEdi7e7eiqCi+5k7DF6n19muiZzHouYuZdSVE9slUFBHxr+XKmakQHV2mWI+EIDOtZdKbANKI8TMr3ALm7QlKEcEIhSlSNvT6FpnQblXUA4rnLMyeVJdh0Mhqgmk+u7Ja09m9aRBMRAv0EF2aikux9dVT91WgeRQj42PyizpuOxSefRmUEVskX/gmie0P34vAq8+blm+ddAhEdgKRm6jl4jONuDTipUrcDRlZT/Pyjd+EAR0CAWg/fAP2e1F43pVG7Jr2x+oR+N9/TPVnPeRoFJ52jqm68VYKvPwM2h91x9tsUOsTcHuy8qoP5kCymmB8M5xvQMGBAOms06Wlcxel1ArL63I2EOBM1YTl/aYSeSec3PXBJjmwlXBUbDGcBb2m1RdxdvMqTwMxo6V2lnFPwhtboAt/IBH8W6QqUVQoxSVGYG/e2Axu9hkEI3yiOjz/QuczT5jqTx29VdduKYkhH8SFtkjT0nbfzeCOdlN6ZEIlBi//Cj/sN8n93oAvjAd7PFlLMO2uykM6oIugq8MthP2G1TV+mmowN9ZUXKyxcksqL4DVbcYbEfMNnx2Rlyga0YgPPBCAZevxUSPsC1zE8/HG2vPBbP4l1XbgESgQuwrVgs4lj6HjhcVGvqNoxbLznii6sNao0nb3XxH8+F1T0yKOVAVnXhDzslf//muEfvohYjiI7iwI7NuA0JcrEPzwLdMX2qYUTXElAjopoO5VMn/hLwF3UtxnKsVnLcH4XJX/BPgIVbWeMWzOgjjeXBOH03+28zTW8WDiEuJsKcglaoSIrh+N+xsRqiFCHiRRR1x0tt1xTVx5j0SM3cLz/2LkMRK7gdbba40dQaTS85gngoNvvPaCuGxW8k/8LfKm/C6ifPEs33J5tbFLiu4An7lhNaKuACPXC/3W4W5YEOdKydjqWUsw62dMqbCQZSdHfcPN6UK3K3B4sDNd/ZntR+x6imZdtSn7YvhWRp4g9y0xX3VEzF/xXK5utR0sB06G0icGcOCNFxF49Tlo33612b5EBLqyHTDZsMpVelgTi/SvIvlZ6PNPEHz/zU3EEHlU4ngYzX2Aveux8e9XGbmbcq0QIaRAnTWsbuF9uTS2rCWYVbOryubZFzTX1iKUzgnxVTs7Qcatf8YUYasi0oaIfErhisgVHXhxSZcnchTbFOt+h6Gg4g9dkfEiheHUtM0ZIcXxx7rr3rDudUBX3+JI17cIg7dAJ7jFj/bH/wmRryhSsR1+LAp+XxPxd8Mx8/47MjImzAAXQxugX+NwL86gTHEDHNGm5llLMMkZfvxSvK6K7wiUcb5Ow678hxHcKVGCsR16NPIFuRSXgNtbQQVFxo4j9O1KYGNLV8rXMVuDiocZF70idoxwlhQZGwt+V911VySyQfrWQ/v+G6Cw0LhLEo6YwrpXWAGL9LQdj9T1yqnUU99YBBNY+jLa598ZcxcW/6wOXgtmfAeLemHpnIWewdMidT1LgokTW6/LuZgYU3pbLcQpJAXVxcuNdffIdiTRjkjCDSD/d9VQCgoRWPYmOl9cggLnH4BAJ9oXPwp9zQ+GxsIIUAS1EoTR+ezCriMPEYovv8Ww3g3890kjZ7bYrYjndpHKhDs7DFIQNi62I08EQiG0Pz4PoY/f64dCrCNS4IXFaF9wfwrQS79Icbumgd0d0K/MljSwiaAkCSZO1H6eUXGmTaW5feP2xikm6dWFP1LesVMjHy8iXfIKgrjyH8aTc8dTC4wUIOIYZTv0GFj3PRSBl57qlaJEPKEbu5xmr5FW1iCekVtC3/BzL/8j4RgpCEYTXtsPzzHqiXQrIq2tIKjWv10OkXakZxHkJSLzRSrtD96NwOsvJh27tAoktBOwsCO/4OIthkAOJUkwca4ukV2gZfUHrXqX9WXGFHHJKp55I5VIz9QiK0HRrCsRePMlYwfSfUcjHC4LZ14O3bcBbXW3ACLgt3ix2m0iLHvuazz9ipcl4TQZzoUg3/kHWLb/VRdpff7xZrXERbBl5z0Q/N9zCH7yyy5GODsW1lwKyy57RRgCo+XS6dDjsOPJhMkhIp1Z/4ZBr1mI/1Zc17gilutAJuidLB0kwSSAZCZ6bscimEiGduIoI4I/db0M9Q7fYDv4KNgO+jVEIHBhNCc8t4V9Tv5vZxjkIXYgLcK2pmdMGSKDJIRMkV6k8+Vne3kziydvkaVS9zch8MKSzehbxu+MwnP+FNFVQuyQWq48Jw2e0eYXhEi4BvDzgLpeUbnrWwoBAdJ0hbiJ2PJTyKp/3/6zbeW4BQuazEvOnZqSYBKYS//ZlW+yzgck0DSpTcQFqtiBiKOMIALhzRyttD90DwKvvdCrCg0rQd5vphpHD33Nqt7NRfqR/Q4zZHOzH4F3/gdSLcir+L1hGyN2Mf7zTt58NFKGj4Jlj0mwjN/J2NV0vvIs0N7HGNWWB9vBR0I8YfcMGWE7ugIFJ0X26xP3PW31tyL09RdAKJhUHBMRJh7jtOLQViNue/LHRNoPlTY5TTAirgYtWJDU+Ioi9Yk1qDzN4PTmSe25IoWj4RZju+5J9pgIZeRoU+tVBJgSdiTo7BlJgJB3QhVCy96Atukyt68w6177w3aM0wjVoDf7Yd1lz66dBjP8F/zeuO9WthkPUU+8FonXpeCH70TcbQhbG/FSBf0Xq+KiC66Ocjzq0ki4IojL4YDI1fTVZ33GYQqCpFUiwnp7nWdk0gTmqKCcJhhvTcVy0pXPWafZyXCA9J9TfiyHFOFcMygxOsQ9heVXu8N22DGw7LpPQv5KwhpXGL/1LCLEgrhrEda3kQpZLLDsdQDyjpxikInYPYnSsehBBN74r7F7EkZ5wY/ejfsYI56zi875kxFky2wRgaSC775mZJkURzizsWfMyo9Zj+hRR13DAPLExOwhJyrkNsHMqHiFFDpUmNsz8ScqlL+XuBseiHfmfK7fjmfufJCIhWNl2jETxxHb0eWw7j5pwDFTQh+9i9b7egecEi4Gwks6VlAmcbdSOOP/IKLuCeM58aJkPEM/eA9C7y+N6uekjN5q83N3X/yLzr4Mlr0TP3EKvcUltdg5JT2nU/jFogUYk0bVe/qG9ot3aeV8/bR/LOlEtPm8aTvpAW0ZACNY7SYPlRbS8Ymm4sVgKPjvLec99Uk4nbyu8iMIdCRBcTF4RAznl5QMSzgO5h1dYeR7hvCwTlIRgaA6Fj/aS5plj30hfI+EM6G4PxHE0V2ULcYY5CYubsUuJ/DS0wiu+MiwuxEXwTTMbljoCvsZYTMjXpeMIuL4jh5nROgT3sx9d06iipHytubSqH5UpoYtLIbbNhq+Uh3PLoQm7mpSVJi51UHqBHIvSkeYvBSNIj1ic5pgBIS+GVPvhaKHiTZEOog7wdgIQgcx/cRgYevuAKMYCorAnD8YOxaht23yccg78bdQhtmTvhLEXUZr3S2GjUp3EbsYZew2XfGAReJ6cZEqUr+K+C/in7wCI25u5/+ehfbF8q4jiaJA3Wpb2A4/ziAITWSEFCEbOtuNS2FBKsY/Lf6wsXFFiIfiy26KHgNH1w0bG2FrY7aITAltd14H7fuvzDZJoB79qEGr11l9dGR9Q+rYLAHNMqlJzhOMANtf7XyLCftlEvDRdDE+vCtuheIYbkplcVwRuw4RjFs8NZOioHDmZSK8X8T24uNrnXMzuKl3ChBx/FHH7wx1q20MghELRG/xIfTZR1GPUCLkpyAbGrklFFsetJ/XQPvx264sA2GKEZ5h+mwjmHjEImLqvvsaAq88C8vuk4zMlWR3RB1Xt6zg0pcNv6VUFyLy6zrucATtt9H8+cLNW5YeCAwJgjFIxlX5NoP3zYbZF8+8hbOviRjzZPMYgkHj6Vhcsmore4fDKTrvCuOjjFa07782QjAI+5a0FlVF3rGxE6+Fvv4cbXdfvznRmkiZYt3vcNgO/03MVCfBj95B2z03pG1YDG4lpr866j03pq3TLOhoyBCMmAuvq/JxAke2Rc+QCRNPwMOuvcfIQdSvhIIILX/fMIwLrvg4YpR/dfxOKL7o2vAezj2EiheY9kfq+hFUyqCw5aHwFBesBx4RI5gWo/XWKxAKF3+GCOp2E4wdjWXSoVCKh/VTd7DSzCrET5TUNWb8GkvZ/PYRPKQIZhPJnK+AaxlIS7aARCdSXKDmlf++K7KdSFD/3Vddz7Lvvg72N4E1LabovONOgjDZj1XEDqZz8aPofPmZWFUH9Ls4RhXOutJUilvxKiQMA4UxX+RCgM0G6577Iu+wY6FO2Nk4PolXpdZb/gzdCEyV/sKMeaX1nhnp7znzehxyBCOmYMM5vxunhDquI9A0gMNsEzJjoshR1vUxMne97Gxsjsveg/ILUXD6uTHDUHYxmGY4NYoYutrqVXHbskRDTMSrsey2D/KdpxovVbGKIIbWmy6NL0VsYZERaFwdNRrBT5bFFXs4lj7x/i5eKxVSrrLXLbo+3ra5Vn9IEkz3JHZUV+7YAVQz9JMUhUYzs22wXo1StbCUMeNQOP0i4wLWTDFiwHz0LjpfftrYCfR8rjbTvmcdI6XshF2R9xsnLDvsYgpa0Z/IYaR9k+0PM+QHbBMd7n+n8ikr3ilJe/0hTTA90RbGdITgaWD91zp4PAh2gAoEQCLTY88i8oSSTiEd8CuEZhC/qTPtRcy7ZVqcGKG3OG4VTL/IMJAzXUIhhL74BMEP3ja8oY3XJuFBvcmrOqwcRQHZ8qE4ygyzf+v+h0HddoLpLkWsmLa5f+8VHsJ848yrSYTb7XWe2ZmnWfo0kgQTA+vujI+9/jKjf5LztRecskV+e8eng+qjFGUs6g47G9H+xfNwIkXf2GLEgBGBqwLPeXrvbIgMXyXbxIOgbLlVwkZzHYseQud/FiWiXka2IcBnd3sy+q4v1cBJgkkiws2uyn/q4DOTKDKpooRlsMgeKSxzEy0iJ1L73L/3et1RykagcPa1xv1HQoUZHU89jsDTT0TfISUkfGCNRDBuaGpFMC+0QdFpAjTaQxUuI0yTGMIQM3Ih5g4VdGDxEHYpkAQzsPW3ubV3+jQnVO0R2uSWkCSxSRcjfIJEDF3LTnskJpvZSGwvLoS7i/DsLppda3hSx11CQbS6bzHufdLusBhz98oigfk9dnfjeT2ripTFG9fYt1dZ2TUI3MjM24dLKSwiOlhAFw1zN9wZNy450kASTBImsuXMqsM1a/BpAHFcciSh4wRFCEvh/BNONtwREiki/UnwvTd6EYwIjyl8juIp4nlc3LmEPu3t3R2PjFTWJcKn9jrPrrH68LkqrgfTuSA4+tel+x3uhrNiycjV3yXBDHBmxR2Nr7ryJyKO/f46wL6S3Vz4EBX8dnrkFCUROkwGwYhL49a7ru8KtZCBhYH2kBo8dOScp/pHJw+j7+ozpuxUaFMfAbB3r58JbzrqPAdl4BDTopIkmAHALOLz+te8vwpM5j3xBtBfKpoK58b8k6d3+QSZjEQxIILp7EDn843oeHZRRCvkVIwzLpksoFCusbsXdeXAjaP4a5zLmbFLdxMGf1zqbkzwPBpHxxlaVRLMACamuaZigc500gBEZExTdevxhtWvEXQ7BtEkRDDMhs+UCFBlGAxmcGHi/zlG730k1dYmlNSvyVWxRgFtKQzuSNcfdcxdPGQDU0mCSXChN1eXn8UK1TGTJUERmdfMYjUM8kT6VmEgR7bwT9rxEkzo0/fR+dIzEP8Wti6ZXnTQoWXuhtcS1bO5pmIKs+JhZmKi20vdDRclKivb20mCSWAGfzrtmFEFBYVvM7BNAs0zvolhgbv9jrAdcgwsO+0OEUN3c9H1rlefvq9IF11rGNhtPhqI+LlfrUDwnVcREqb7UcJxZhogoY7QViMeHFgwb191xWdMNJbBl5S5G+sybYzp0kcSTAJIN9U4b1AYlyfQNOuaWHbY2chaYJ14EKBajNi97Y/VQ/v8l2BVIvVJ0fl/MWLBoMXf5e392vMGwWRjUYl3HVbX2Dv+RZwD2TDjxJNIUY8KFhRePRQSrEWCRxJMnAtHVPe5nD8DyLpXowSG+ksTIlh32Qs0ZmuEROzbHgnQRDQ7EX5B5KwWcVhEytlsLgz916XuxS8NdAzvuiYWTnK/FzmS+kA7yIL2kmDinKT1M6ZUWEhtCGdY1VcUM4OIvtKgPwRN/9GiWu5joCscvywZiwAzXVta33B1xiqYRYpJgolzsryuig8JFPvZkbCeVP20klH7vND9GiGsfUnVHhf+h3F2K6unEQEGLSh1N5ycxi5ztitJMHFM7eNVVbajS4NtFH0XEmTiRq1duzDcRaHPVVEDpjtBmZXbOg4Ycr4qM3/aTvrhY9xL1uf8YFM8QEkwcQDsnzHteFa0pyI2YfisFuXUojmLItcRoTtrpswiXb1Vkkwc4KezKnNHPpQ982W2gAGjLgkmDgi91RUPENHpEZqs6ywo2N3si4G3puJMYnKL1EBxqCCrpgkBq6qcGOsPRZpUyepuJMGYnL6XJk/O32eCYxkTdu7bhEArS8bsuUu8lp9NNRVTiMlDEE67smQWAvyYw914SmbplH3aSIIxOWfrTz9xrKXAshLclSVyc2H47GP3GhkvuXS3b5059YRQSHuCiaLGFjGppqwWBQGRK86ku5XINfzDcz7L+JMXLNiUplJCmwgCkmBMoibi93YSf8I9XoBEQKFgsbbDiNsGaPXpqngMoN+aVEVWSwABnXmFoijzwXwFgP55TvrIJBH2XMUfy+Z4Hk6gO9lkEwKSYEwuhTU1FbvkM33U/YIkHNlYw41l8zx/NikiYjW/y3kVg6+J4+/rQLscUu0J1AE1dETJnCVvN9dUPsrMpp6gCfSO3d2QNRlBM3FSJcGYnJWWmopddCaxgzEwY8ZaR71njPhLZ1JExGpeV/lCgjJ1oHJk+/AIEBAMWvnQEfc0vvXzjBOPzyNLA5syEyBdYa26pH7xPyW2iSEgCcYkbk2uykMU8KuiuliwOvTfJMOcXMjzVVeuAvFWJlWR1RJCgL+y1zXuKJq21FQ26OByM2IY+MExZq/tEr1jM9NHLteRBGNydtdXT93XQvrbxu4F8JS6PZUmm8as5nc5OxjIi1lRVhgYAsSXOOoabxUpaoDOj8yGOCXQU3Z3w4kD63xotpYEY3LefedN2Y6C6hesQ1ct1mOGzVnwismmUautP7Nif9VKS+VEJAPNGDKIfujMz58kbJWMo5JieUrcpZkpIsfRSl51xVB3XjSDVc86cl2bRGy1a8qIQiifgeh9e5P1RErS86W/2vk0ExKLvm1Sd1ntFwRCpF81om6xkdLV63I2AHCa/QgIeFdRrRcn64/LUJgXs9gOBSyijlG43o/HuNc0VmpG1C96JxmAiGRteW0d4v4lHudHDURqpqX4SAYe8cowQlLG2UhkCiip8+zefTnvq3b+B8AxpgUR2sH0WGdB/uWjVoe8yfpDE+cwsqZ6vPOTNQNLhaK+s6fe67hv0TnJku2bUV4HRXGZlcc6/0/Lw6VqgKpBdBaBh/L8faFrykWKhXcD801mMQRoY1ANTO6ZLWCTC8hpcfEVg5nIq1n148XrlPn+h1bNobxA455pnl1VRrctaIq7YZgGPPv0sf7W5s/MGH2J5gS02N2eEvG/V846rmREp+0NAsXM2ZMMXTNJhnjBg4Lp9vs8D3Xr1VQ99RyV+C4Gm3G5YJ1wU1ldb/slf820CdD1B5mwH2LIIWC9DvKQLXSD4+4l32QSPpmmiySYQZoR3wznG1BwoMnudQvUi4vdC28T9cXHwKwvBfiXILgmBWV7NWa8U1rv6Wf8JjzUFVZvMxXQi/EfR73n2L5YcC0srWun7dIWDE3MU/lY6MpoFnZOCph0tIGUd1gLvNoRCHy85UPPiaiGssRAQBLMICwRf43zdtZxvpmoeGKCdKaG0vqGzYZ4XpfzQgIMshlqRQfeKnN7Dgg37g0zyq9WFSVmLiNm/ra0vnG7oYbdYIxXEkyaUfe5yi8FKzeAzIXOZOJPS+saex2FfDXOl8CYnGbVM6M7xvq2oHbomPlLwkYU97rK3yMo+8RQtsWx6biZGYPKXS0kwaRxbrtiwGCeWZ8jBi93uBv36OuO4Kup9IHZnkbVM6YrIgQ1aH8sq1vyaDilxMucrb19dbQQGCIt7GqvddSuCxZszJiB5agikmDSNLFNMyrOVRW6q9uXKVq34txPzLc46hv/1Ldey5lVh2vW0PNAXE/bv4gh/glQ2qAo20DTBi0A+aYn5vdVlecVWwIP+Tvz/w7wDDPToev6nLK5iyO+5vmqK24iosuiGNG1/ui1bikJxgzaA6sjCWZg+MVs3UUIwblE2EHEI4lZGF8obLm0ZO4TjeHq+l0VdzPTOWbub/q1JzwPzpu5Lq953Ui2DLcE1AkBcDmRchwxbx9Tt+RWCKpacJ9h854yEix9c8Zkx3Cb/RXdREB1hfiJkrrGqmjq+GoqmsBUGq4Og1tXe22SYJI7n2GlSYJJEciGvwsFriNGJYOjBpMiGBYtG0H00Dpr+58m3PVMxOTNflfl2wzeNwG1P7B7rftHMgzz11R+yczjzculDmZ9vUIkDP9CDP6ZGMOZMcEM+RFIhxo62D5nydLuPr3Tyw8jVRH5iKI+N0d6Seqpu7+64mEm+oMkGPMzmoqakmCSiCrXTs73rhlWqUKdBcZuOjAsMsDCTosCDP5GD1EDOZS60r8v+i6WOj6XU0S6Hx6rXs/fmbnVQVuMIrc7YhKwlprKqRqzSKkS89hEQKem8//5Q/5/bTf/ZV+vD9tV+SSDT4iln9jMKeB77O7G83q3d4qn5gujtWfgy1K3Z0K0Oi0zqw7XtOBzQP/sDXIHE2t2kve7JJjkYQlvtVMchf7YM5A3idAxxoUKX7olAAANg0lEQVQDg6B0MrgFTJ+oBM/6gPfBvh9oLHV8NRVBMJkPFM4kDNNOcNQ1PB9DttLkqvhUAf0qlg4A1rVsVA8e98jClX3rbtqFmHIEZejLSt2LJ/aV4XM5OxDFu5yIvrbXNcTcbXmrK74monDP0fIOxsQkJ6OKJJhkoNhHBtfWWoCXDRJ4+WVg3ciRetWCBSHx/wcSoGrDOb8bZ9E6v2U2ZbHapRXjz456z41mhrkp04GJ4EoUZPClpW7P7X3lil1c8+pSb6xj4aZ2vi+xamxfD+VmV+WTevRdkLBqdsTC0uuq/AeBZ4cZe/uP8hXJzJIYcB1JMAOGMH0CjJg0ir4UbDYLAa8PQt1jpHvRGjNa/lzt3MtGEDFvYjtfRiAurqqy+UuDywHsEKtPBjc78gLjqM+dkxEaI6B+FenFzWg3Zu/hsYJA+VyVVQA/1vdOhwFfqdsT9gI4ls7y9/gQkAQTH16DWru5uvwsHcpcM5eohqKbAiyZVZpdU0a0wPJfHbx7rDYMuq3U3XBRvx0MoPiqna8Q4ZBYMojIX9Jk2YrC2KP4XBVrANoyvAzy28fsOSI2wfx2PHPn60TYoqccYlpnr28YFUs/+fvAEZAEM3AM0yZBeHND12ea7NBnDzi2o/nze13CxmrrdVU+TuCoT8BdMmiRw90wLZw8b7VTpMadFWtx6aAfS8fsuW04ovDVlNdBV1zhwyiYIxihm7+m8jVmPrinnuGso2PhIn9PDIFYayAxqbJV0hEw7jZ+dCwyG5yKGHfb6z2z4lWk2VX5Nx18Sax2RPS6va4h7C7FSLFL2pMxd1oRnA5F377pJx4Ji+VZcP/Mlwz4HW5PWaw7GCGn2VVxnw6q6UUwOh4ones5I9YY5e8DR0ASzMAxTIsErqoqbh4efJx1E9HvGGx3eyxE8Wc82HDOSQepodDrMQfFvNRR3xjWG9wgB9Uinogj27MY79T0J0ddw82R+vK7KjdwOI9xhs9Rb+4OpaWm/GyNlTk9+tAYdFGpu+HOmGOUFQaMgCSYAUOYHgFxEQzxT466xtGJaGY4Y0KJ+NF3y4wWCNsgGMXyfLQdDBF3lIz2l1Lty+JJOmzxu5yfM2BkAuhZiPGdvd6zrZnxeWsqpxLzwh51faoWPLTbgtiMDFkncQQkwSSOXVpbxkUwujLHMTexyHt+l1P4S/Uyfgs7UF3/u2Pu4ovD/dYyo+JcTaG7owHEzC+V1jf+OlodX43zP2Ac068O0beOugZT4RZEat5ASH+yO2UsEX1qr2sYcoG60rpYe3QmCWawkI+z35cmT87fZ4KJOxgGqwrvNqyu8dM4uzCq+6qdz4Lwm+htKaizdn5Z/eL7wtXzupzzCDgrogzmDg3WI4fXP/FGtH68Lud8gmG42HsHo9BS+30NpoJ1NdVUTFFY8XRHqWPGXaX1nvMTwUa2iR8BSTDxYzYoLRhQmmucDzDj1GgKiJCSdrfHloiS3ulTt4Gqv0hAVCtZJrR3gCeNDkNiQk+fy/kuAXtH1IGowVH3SwCtSPUiGcoRcLvd7QlnQNdPlCAYFbSIGRaRQjYY1CePuF/G0E1kfSTSRhJMIqgNUpsN1eVnWUiZGz3kA3/lcDfGNHILNwRhyGcl/TkGHFGHSPytoy58RDix09p7R4eIW1wQTobwi7Io2M/MDqvFVXm+xnxHn6fqgAJylbgbHjAzDcYORqcGEeCLQZ84vJaJMhOAGeSSU0cSTHJwTIsUw4EvFHwp6uXpALIQrp8xpUJVFI/w7o66SyLcYa/zhHVIFIHRm1uD68ORoJCqEE0bVtewyAxgG2umnRJi7V+9ov0Tey2KZXLxnIUiM2PM0nVEInHJa2Vgdjj3hphCZIWEEZAEkzB06W+4zjV1tAX6DxGjtRF0Vafrh9U3XJ2Idr6ZFX+GRn+N3pY7Nbb+OtL9yaYn6hfC717wpcNn3dXsDqLNVVnVyfxv6sF4IvmZ3e0xHa6iaweDx0Gk2wsKtqc7Hl2bCDayTWIISIJJDLdBa+WrdoYixfMVYRTaiPcJdzdiRmFfdeUiEEfNua0wPVhS39Dv4rVbfkt15TUa8V/C9MehIB8Yz/2H3zX19zpr/6LuJyBjK6NcY3cvihnYu7t/r6v8CAWKB4zX7PWemGEkzOAk65hHQBKMeawyoqa32tlKhMJwyhi+PXUNpixcw7X3VlcsJ6JdIg1UXCAHoGwTyXlSWBv71zgWg3F0TxnGBoRwn72uwaybg9F8o8t5YYhxW/eJjcCdihaaFI8Ny+ozpuxUYFWXBDo7pm3x4LOmjlUZMdE5ooQkmCybSH+1862u5GD9C4O9pe7GhHIltc48YWJIsz7DwMjIkND9DndDxOdnkUyuubX5HQZ6Gfkx82rH2L23ieWc2Ldff03lHGY+u/u/M/MLpfWNvcgr1vSxy1Xow7rrwzlmxmorfx84ApJgBo5hWiX4qitvYeKLw02cyLtsr/MkZETWXFMxRWcSoQ3C7o4AxEz1sSn+sAh52VM91oPaH8ruD58FIBp4gmDAXNN9YdwGbeQY9xIR0S+u0nzetJ1K7l4YNs1JXIJk5bgRkAQTN2SD28BwJFS1xnBOgARebnc37paIhk2uihsVUL8sBkKWET9X4TN6pmsN10dTzZRTFFYf6fUb4UVHneeoRHTyuSoXAmwknCOmpfZ6c8Z1ifQl26QGAUkwqcE1pVJ9LqeI3bt1304GYgbf5Kp4VAH9LpziDFpc6m6oiDUo7wznhaT8knGSmAKKxXLMsDkLTIXQ7CtfGOyBMREKQvZOx8h4Q0/E0lf+nnoEJMGkHuOk9+CtrniAiE5PJsF4Z1S8Qgod1lemuD8prW8ca2YQfpfzKgau7a7LjFdL6z39ZJqRJep4q53fEmFrnaiuLM4LYrN9yHqpRUASTGrxTYl0cRRRoT4ozN97djCQHYzX5VxJfcJcEiEETa2wz134tJmB+F3ltQylywZH+AwoXF5S17jETNu+dWprYblwdcUKHQjdOaZxt9paGDGNZckuBCTBZNd8dX27IjZMWeiDvnmMkk4wwLslbs/+ZgI7Cb16Eox40g5a+dAR9yTm9+OdXr43qzS9I6DfHSkPdRZO3ZBTWRJMlk553/sOMYyBEIyvpmINuHcMXJ2030fKAR0ONq/LeSFh8x1MW1ANHjZyzlPvZSnEUu0kICAJJgkgDoYI4TZghbYCoJLu/gdEMNVOL+gXJ0ci+qmk0LIr3bZAOC6aKsKXyUKqx3ikJvaGLDgu0R2MqQ5lpYxHQBJMxk9RZAU3JXqbPlCC4VpY/KsrNvQkKx1cV+Zu3GzkZgYmkS6XueNDIipixlodlqmxYr6YkSvrZC8CkmCyd+7QMv2E3TTV+mF37FtifGav90Q09Y80VEEwzaud63qGadBBh5a5G16LFx5fjfMlMCYD/JPG1mmSYOJFMLfqS4LJ8vn0VVfcBKLLxDCY6OtSEylV+w65L8GI16MSHmWPlss6Emwbzq6sVnV2E7A2xHIHk+XLa8DqS4IZMISDL8BXU9EEplKR1L3U3Vgcr0aCYHyrnU0EDNvU9gOH2xM5Il2UDozMjo7QRoa+0maxnV40Z4G85I13QnKoviSYHJjM9TXlV1qgXENMbSXuBrvZZ+WeQ/e7nKs3OynGkc86HHyGIaBCEwqVvItsc/69NAcglkNIEAFJMAkCl2nN/NWVb4L0kSVFtv3iefnpHofP5VyGTXF0lYC6c8n8xJ0DRdgG32rHPQVMN+fXN3yRaVhJfdKHgCSY9GGd0p42nPO7cdA6XMFQ8N9bznvqk3g787nKF4KVqUSkl9Q1WBNJ2tazTxEmIZE7nHj1lvUzGwFJMJk9P3FrJyz0EzsilV/NUC8GeL3D7TGVcyhu5WSDIYeAJJghN+XhB7z+3Ir9rUHlLjA0GRZBLopkISAJJllI5oCc5urys3SoOzvqGy7JgeHIIWQAApJgMmASpAoSgVxFQBJMrs6sHJdEIAMQkASTAZMgVZAI5CoCkmBydWbluCQCGYCAJJgMmASpgkQgVxGQBJOrMyvHJRHIAAQkwWTAJEgVJAK5ioAkmFydWTkuiUAGICAJJgMmQaogEchVBCTB5OrMynFJBDIAAUkwGTAJUgWJQK4iIAkmV2dWjksikAEISILJgEmQKkgEchUBSTC5OrNyXBKBDEBAEkwGTIJUQSKQqwhIgsnVmZXjkghkAAKSYDJgEqQKEoFcRUASTK7OrByXRCADEJAEkwGTIFWQCOQqApJgcnVm5bgkAhmAgCSYDJgEqYJEIFcRkASTqzMrxyURyAAEJMFkwCRIFSQCuYqAJJhcnVk5LolABiAgCSYDJkGqIBHIVQQkweTqzMpxSQQyAAFJMBkwCVIFiUCuIiAJJldnVo5LIpABCEiCyYBJkCpIBHIVAUkwuTqzclwSgQxAQBJMBkyCVEEikKsISILJ1ZmV45IIZAACkmAyYBKkChKBXEVAEkyuzqwcl0QgAxCQBJMBkyBVkAjkKgKSYHJ1ZuW4JAIZgIAkmAyYBKmCRCBXEZAEk6szK8clEcgABCTBZMAkSBUkArmKgCSYXJ1ZOS6JQAYgIAkmAyZBqiARyFUEJMHk6szKcUkEMgABSTAZMAlSBYlAriLw/yQkS8FADfW/AAAAAElFTkSuQmCC"/>
          <p:cNvSpPr>
            <a:spLocks noChangeAspect="1" noChangeArrowheads="1"/>
          </p:cNvSpPr>
          <p:nvPr/>
        </p:nvSpPr>
        <p:spPr bwMode="auto">
          <a:xfrm>
            <a:off x="307975" y="-166688"/>
            <a:ext cx="666750" cy="676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307975" y="938786"/>
            <a:ext cx="903751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+mj-ea"/>
                <a:ea typeface="+mj-ea"/>
              </a:rPr>
              <a:t>MSA(Micro Service Architecture)</a:t>
            </a:r>
            <a:r>
              <a:rPr lang="ko-KR" altLang="en-US" dirty="0">
                <a:latin typeface="+mj-ea"/>
                <a:ea typeface="+mj-ea"/>
              </a:rPr>
              <a:t>란</a:t>
            </a:r>
            <a:r>
              <a:rPr lang="en-US" altLang="ko-KR" dirty="0">
                <a:latin typeface="+mj-ea"/>
                <a:ea typeface="+mj-ea"/>
              </a:rPr>
              <a:t>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>
              <a:latin typeface="+mj-ea"/>
              <a:ea typeface="+mj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500" dirty="0">
                <a:latin typeface="+mj-ea"/>
                <a:ea typeface="+mj-ea"/>
              </a:rPr>
              <a:t>애플리케이션을 느슨하게 결합된 서비스의 모임으로 구조화하는 서비스 지향 아키텍처</a:t>
            </a:r>
            <a:r>
              <a:rPr lang="en-US" altLang="ko-KR" sz="1500" dirty="0">
                <a:latin typeface="+mj-ea"/>
                <a:ea typeface="+mj-ea"/>
              </a:rPr>
              <a:t>(SOA) </a:t>
            </a:r>
            <a:r>
              <a:rPr lang="ko-KR" altLang="en-US" sz="1500" dirty="0">
                <a:latin typeface="+mj-ea"/>
                <a:ea typeface="+mj-ea"/>
              </a:rPr>
              <a:t>스타일의 일종인 소프트웨어 개발 기법이다</a:t>
            </a:r>
            <a:r>
              <a:rPr lang="en-US" altLang="ko-KR" sz="1500" dirty="0">
                <a:latin typeface="+mj-ea"/>
                <a:ea typeface="+mj-ea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500" dirty="0">
              <a:latin typeface="+mj-ea"/>
              <a:ea typeface="+mj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500" dirty="0">
                <a:latin typeface="+mj-ea"/>
                <a:ea typeface="+mj-ea"/>
              </a:rPr>
              <a:t>공식적인 정의가 없다</a:t>
            </a:r>
            <a:r>
              <a:rPr lang="en-US" altLang="ko-KR" sz="1500" dirty="0">
                <a:latin typeface="+mj-ea"/>
                <a:ea typeface="+mj-ea"/>
              </a:rPr>
              <a:t>.</a:t>
            </a:r>
            <a:endParaRPr lang="ko-KR" altLang="en-US" sz="1500" dirty="0">
              <a:latin typeface="+mj-ea"/>
              <a:ea typeface="+mj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07975" y="3645024"/>
            <a:ext cx="8187278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+mj-ea"/>
                <a:ea typeface="+mj-ea"/>
              </a:rPr>
              <a:t>SOA(Service Oriented Architecture)</a:t>
            </a:r>
            <a:r>
              <a:rPr lang="ko-KR" altLang="en-US" dirty="0">
                <a:latin typeface="+mj-ea"/>
                <a:ea typeface="+mj-ea"/>
              </a:rPr>
              <a:t>란</a:t>
            </a:r>
            <a:r>
              <a:rPr lang="en-US" altLang="ko-KR" dirty="0">
                <a:latin typeface="+mj-ea"/>
                <a:ea typeface="+mj-ea"/>
              </a:rPr>
              <a:t>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>
              <a:latin typeface="+mj-ea"/>
              <a:ea typeface="+mj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500" dirty="0">
                <a:latin typeface="+mj-ea"/>
                <a:ea typeface="+mj-ea"/>
              </a:rPr>
              <a:t>대규모 컴퓨터 시스템을 구축할 때의 개념으로 업무상에 일 처리에 해당하는 소프트웨어 기능을 서비스로 판단하여 그 서비스를 네트워크상에 연동하여 시스템 전체를 구축해 나가는 방법론</a:t>
            </a:r>
          </a:p>
        </p:txBody>
      </p:sp>
    </p:spTree>
    <p:extLst>
      <p:ext uri="{BB962C8B-B14F-4D97-AF65-F5344CB8AC3E}">
        <p14:creationId xmlns:p14="http://schemas.microsoft.com/office/powerpoint/2010/main" val="7767396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1BEF1B6D-EDD0-46B0-8C4B-4503BA8E5168}"/>
              </a:ext>
            </a:extLst>
          </p:cNvPr>
          <p:cNvSpPr txBox="1">
            <a:spLocks/>
          </p:cNvSpPr>
          <p:nvPr/>
        </p:nvSpPr>
        <p:spPr>
          <a:xfrm>
            <a:off x="294114" y="264068"/>
            <a:ext cx="7444968" cy="42862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400" b="1" kern="1200" baseline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</a:lstStyle>
          <a:p>
            <a:r>
              <a:rPr lang="en-US" altLang="ko-KR" sz="2000" dirty="0">
                <a:solidFill>
                  <a:prstClr val="black"/>
                </a:solidFill>
                <a:latin typeface="+mj-lt"/>
                <a:ea typeface="+mn-ea"/>
                <a:cs typeface="Arial" charset="0"/>
              </a:rPr>
              <a:t>2. MSA</a:t>
            </a:r>
            <a:r>
              <a:rPr lang="ko-KR" altLang="en-US" sz="2000" dirty="0">
                <a:solidFill>
                  <a:prstClr val="black"/>
                </a:solidFill>
                <a:latin typeface="+mj-lt"/>
                <a:ea typeface="+mn-ea"/>
                <a:cs typeface="Arial" charset="0"/>
              </a:rPr>
              <a:t> 등장 배경</a:t>
            </a:r>
            <a:endParaRPr lang="ko-KR" altLang="en-US" sz="2200" dirty="0">
              <a:latin typeface="+mj-lt"/>
              <a:ea typeface="+mn-ea"/>
            </a:endParaRPr>
          </a:p>
        </p:txBody>
      </p:sp>
      <p:sp>
        <p:nvSpPr>
          <p:cNvPr id="9" name="AutoShape 2" descr="data:image/png;base64,iVBORw0KGgoAAAANSUhEUgAAARgAAAEcCAYAAAAcH6uaAAAAAXNSR0IArs4c6QAAAp50RVh0bXhmaWxlACUzQ214R3JhcGhNb2RlbCUzRSUzQ3Jvb3QlM0UlM0NteENlbGwlMjBpZCUzRCUyMjAlMjIlMkYlM0UlM0NteENlbGwlMjBpZCUzRCUyMjElMjIlMjBwYXJlbnQlM0QlMjIwJTIyJTJGJTNFJTNDbXhDZWxsJTIwaWQlM0QlMjIyJTIyJTIwdmFsdWUlM0QlMjIlMjIlMjBzdHlsZSUzRCUyMnZlcnRpY2FsTGFiZWxQb3NpdGlvbiUzRGJvdHRvbSUzQnNrZXRjaCUzRDAlM0JodG1sJTNEMSUzQmZpbGxDb2xvciUzRCUyM0YwNjY1MCUzQnN0cm9rZUNvbG9yJTNEJTIzZmZmZmZmJTNCdmVydGljYWxBbGlnbiUzRHRvcCUzQmFsaWduJTNEY2VudGVyJTNCcG9pbnRzJTNEJTVCJTVEJTNCcG9pbnRlckV2ZW50cyUzRDElM0JzaGFwZSUzRG14Z3JhcGguY2lzY29fc2FmZS5jb21wb3NpdGVJY29uJTNCYmdJY29uJTNEdGhyZWF0MSUzQnJlc0ljb24lM0RteGdyYXBoLmNpc2NvX3NhZmUudGhyZWF0LnRocmVhdF9hNiUzQiUyMiUyMHZlcnRleCUzRCUyMjElMjIlMjBwYXJlbnQlM0QlMjIxJTIyJTNFJTNDbXhHZW9tZXRyeSUyMHglM0QlMjItMjAwMCUyMiUyMHklM0QlMjI5NjAlMjIlMjB3aWR0aCUzRCUyMjQ5JTIyJTIwaGVpZ2h0JTNEJTIyNTAlMjIlMjBhcyUzRCUyMmdlb21ldHJ5JTIyJTJGJTNFJTNDJTJGbXhDZWxsJTNFJTNDJTJGcm9vdCUzRSUzQyUyRm14R3JhcGhNb2RlbCUzRV5Rg9QAACAASURBVHhe7V0HeFvV2X6/eyV5xpKdAUkIK4SyV8JeoYyyYssJpqUFCiSWCRAg/IxSoJhRRqFlEywnJYwCJSSWE1YZBcoKK8xAIOxAQkhiSXa8JN37/c+5joOHxpUsyZJ8zvPw0KJzvvOd95z7+oxvEGSRCEgEJAIpQoBSJFeKlQhIBCQCkAQjF4F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0BWI+CvmTbBXrdwZVYPIoeVlwSTw5M7FIbmrXYucRQWzKA7Hl07FMabbWOUBJNtMyb17YWA1+X8UgW/MMzdeA4BuoQnsxCQBJNZ8yG1iQMBBhS/q/J7AHbW9fNL5zbeH0dzWTUNCEiCSQPIsovUIMC1tRbv6g++V4DRAFY53J6tU9OTlJooApJgEkVOtht0BPoQDBNwtd3tuW7QFZMKbEZAEkwGLwaeXVW2trltTLFitbAeDMFi0UPFamsglNfR5l/TuW3ryDZasCCQwUNIqWp9CAYErLa7PWNT2qkUHhcCkmDigis9ldk1ZYSflcdBdETYHhkaEdoAtDDjEyLlgRL3oscy+ZKzqaZiSlld45JkIhiGYKCDLih1N9yZzH6krMQRkASTOHYpb+mrdl7OoNkgHhltohgQf70Z4BaF8Jwe0u5zzHvyxZQrGKMDrqoqbi4NPaYz78bES8vcjb9Lpk59CaZLNv3ocDdslcx+pKzEEZAEkzh2aWkpjkn+1sBFAF0KwGqmUyKEWMeHrGgPlNYtuctMm2TW4dqq4ubV2sU69IsIGEZApwqUF7s9zyW1H0DxVVesIqIxm+Uy0BbUdh4zf8mKZPYlZSWGgCSYxHBLe6ufZ5x4vFWx1BEQz19ncfG50gblmgL3okfSobR3evneiqo8qQNjeiyu7x1uzzap6N/nqvQBbO8pm5kfLK1v/GMq+pMy40NAEkx8eA1qba6dnO9f43gSjCPjUUTsaHQdzzrcngqi1Bmjbag+6SALaS8yOL+Hfkyk/MVet+j6eHQ2W9frcoYIUHsRDNDiCDi2pvnzfWblyHqpQUASTGpwTalU34zyW6GQODbFNX/ilaXE7RmXistg/4xpx7OiLwFY6Tl4AnW0IjRujHvJ+mSDIi7Dfayu64cCA2TRDrTPWbI02X1KefEhENcCjU+0rJ1KBHznnngkBy3PEdDrg47VJzO3QlFOL61rWBSrrtnffTWVR4PxFMD974gIbzrqPAeZlRVPveYZJ1WwGvKwuOXuW5huddQ3XBKPPFk3+QhIgkk+pmmT6KuuuAlElyXQYTtZ9Kn2exc/m0DbXk2WV1UVj3EE1xKhMKws4kscdY23DrSfcO391c6nmHB8WNnMSx31jQemol8p0zwCkmDMY5VxNZmhNJ9d/ijrysninTqeQqCm5iLLhHG3LWiKp13fur5q5/MgHBVOBgP+IGPyqHrPBwPpI6xsl6vQj59/AjAsPLHRD/k6jsyvb/gi2X1LeeYRiHNZmhcsa6YPAb+rci2DR8Xbo868uqy+MWHLV5+rsopZ/zdR+LsgJvqktK5h93j1MlO/ZfoJu2mq9eModYMBTS8fNW/guzQz+sg64RGQBJMDK8M/c8oBrFle73vBamZoBHrK7m440UzdnnW4qsrmLw2KQE8RHQwZ8JS6PZXxyjZT31ddeQuIL45al/FnR73nRjPyZJ3UICAJJjW4pl2qv6ZyDjOfnUDHDGvoaMc98Vn++qZPnQFVrx+MD3yda+poK+kfgTEiWv8EvdbuXnxNApjIJklCQBJMkoAcbDHrZ5841tpq+ZiB0nh10RmflY717UO1L3eYbet3OZcysH+0+opCrpL7GqKTkNkOe9Tzzaj4MxT6a6ymBNxtd3tmxaonf08dApJgUodtTMnGC0yJNrx03qLvYlY2UcHvct7GwIUmqvarwrpycencRX8307bJVXmISvrzzNTToK5XU7GwdOKzSuuSGwRqVVVVWbEjuIwIMS2DFeInSuoaq8yMSdZJDQKSYFKDa0yprTOrJgb14F0WRm2yfHS806duQ4r+AQiOmAr0qUDM35T4bDuZCf9g5v5D2KZYFJo2LIn2NkJls7sXY3iMFxz1nqPjxSKe+sLYj1JgRBiPDplcVxLMIM2O/2zn06zjaCsrBxXVL3onWWp4q8s9REpFAvJ0C6mnFtctfDRWW2+181UiHBKjXiAU5MNG3N/4Vix5Zn8XrhLe1Y6vN0Wwi92M8Zyj3vOb2BUTr7HR5bywCMq/yb1oTeJScrelJJhBmNuWmVWHa6Gg8Cy2tfisw8ctGJgtSs8h+Fy/HQ90fpnIsBhYUur2lMdq66upWAOmLaPVI6A1xJZjhtc/8UYseWZ/97oq/wHos8mk0Q+DFpS6G042Kz+Rel6Xcz4zWsrq5V1POPwkwSSyqgbYxldT+QqYDwOYHe7GuEz9Y3Vt3FGUBlcRIljWRhVATXZ3g4g9EzE6f+v08r2DqvIqgKKoohiBkI0PG3FPcnYwIv8RWF/BfXydoumggG4pcTeIMBcpKz5XxRqAfmrxWo9M5h+KlCmcZsGSYNIM+PrTTxxrybd8BSBPEIw34C/bbv7LSfP6FUGY/D++/yqIDoh3aATSFMLJ0e5NmlwVNRbQnTpgi7GDYY24IhlR7N51TSwcz1t/S8Qj4xlTiPSrRtQtTokXt9CDzzjD4bf5NwD6RpBykqOu4fl49BsKdSXBpHmW/dUVDzPRH7q6ZdahHFbmbngtmWr4XeVXM5TaRGQy8xOl9ZFfXsy+VCXzFak3ZuZGxWAEdZw1KoWpTLwznPNJwR9BCCGkzHTMWzTXnHZDp5YkmDTPta+moglMhq0KgXRd044onbf4f8lUY/25FftbgpRYqAKmHxz1DeMi6eOd4XyBFHPxaJJhByPcEQB+PG58GOutun5M0bzF78fd1kSD2lpYLlzt9AMoZEBnnc8vm9t4j4mmQ6qKJJg0TjdfcMoWvvb2n34BnZksfHwyvJr7DEPxVTs1k3ehfZqS7nA39Arg1LNCVA/mvpJIuWoggaa6wkDwM+gTUMrMlDHwhQPK5FS97mw4u7Ja1dndrYuu83mSYPrPjCQYM6s1SXXChVdIRXhHkfGw2eXsYJMxfHsNj4GOjrYttnzouZ97/nfxRLzuR8dONsITAMabgYRBi0vdDYk8maPlnKknaSFdPJlbzPTVt44CWlCSohcknjw53z+hdCWIN4cvlQQTfpYkwSSyehNoIy5ffas/+JSACb0+XOAHEa82mVHmNhHMBkb8BneGbsQrSEeeTlDBSgGI88mInsd5RLCGDfAUBhMCAgT6l0b6q2D+ttS9+CUz0HlrKs5UQG7mxMjFGIKC0+33eR4y01+8dXyuiusBuqJnO0kwkmDiXUdJrc+zjivxBfJ+JEZxL8HEIXuTrciMBa1ZhbgWFv+Pzh9A2MJsmxTXCzK4XcSgYcZqRcE7pFleYpU//U+T8t3Jm5LHCYz8nfl/J/B0EfUyUZ3E3RbDtqPD/W/xWpfU0mVn1LEMoBJJMLGhTXgSY4uWNXoi8NNpx4zKLyhcHe4+IZ/pV8kMjGTsYKqdqzlzCCbsYhCEozN/quuhB1TYQKpew8Ckga4cBi//4Av/pCNeNu+8abbPZlfl4zq4n3+T3MHIHYzZNZSSelEDJDFesdd7fp3MY1KTq2KNgujWtikZaEYI1S9zuBf/Ldmq+F2V1+vQr+hrSSxCArO85I3wRyTZsyDlhUVA5AsiVVkW7kdiCpQUB7en2578caDwrZt5wkQbW6/TdT62695kaBVxPPqP11LQfexK1uibayqm6EyNXUk0+5WAxvrM4fWL/5ms/nJFzpBbgIM1ca2zyvcOdoYnGKETMf/LXt94aiL6iSPRxpppLo21Cwk0IR5z+kT6y+Q2RPjUXufZNZk6Gl7qqi7Cc4aN/0vAWgqok0vmL5TZJPsALwkmmSsxiqyWmopddKbl4TJsiGY6c0eezgfFYxgmUrS2rdWPCmnabQzaOpGQmWkafnq6YbDGoZOHz31SPKUnpQgfKIb2IhgRjQ/FnU+pu3G3pHSYY0IkwaRpQjec87txaqhDBJaKjDnjP456z7GxVBJWpBesmnYiVO1vxNhBmATHajM0fuevHO7GHZI11o0zp+0RDIU8RLRdVJkm5y1ZemWTHLkw0zRbXU+weSJmSPj8QZv0iBXmsXX61BMCin47EZL2IaUJgtR2Q9AVXa8uSdI9SJehnzYfoOhe48ZfDOUau3tRQr5fqQVl8KVLgknTHBhezqs/+ATAr6J1KY5QShgjMRE5zc/qo6TgKLOGbmkaWkZ0I+5eVvKqfSe532sbqEIi7gyBZ5uRI17+dFWdVjpnocdM/aFWRxJMGmfcW+18UCGcFukeplsVQSC6Sq7hmwJmN9c4b9AYFyQW4yWNAxzUrigILXiOY96TCXs0r6+euq8K/XYCDjJ76BS5pUpJnZQqn6dBhTQJnUuCSQKIZkV4p5cfpqjKK7EIpkse6QR+h4HRBIwbiGWrWf1yoF6AGC+ErPlnD7/3sVVmx7MpSNctBDotbH7tKIIG8vpnVr9sricJJs2z53M5A0jECTHNemZ1d4T1FsYfYgVT59lVZd7WQJVCyp/AvG1CY9ZCRznmxZdTKqF+srSRJJg0T1yziOEK+qMIiCRLChEQABPPdLgb6/r2sto1ZUQ+lP9TgHP6+hTFo5GRiaG+cYdkWmDH03821JUEk+ZZWnvBKVvktbeL7bs1zV0Pze4Y79lJmQL3orXtrsppnaRfoLByAIMjxrwxC5QCOqPE3fCA2fpDsZ4kmEGYdW91xQNEdPogdD1Uu+w04sowVLOXt7GAEo6adnfD8Fj1hvrvkmAGYQWIXYytrW0ZEY0ZhO5llwNFgKCrujJrWP2iewcqKtfbS4IZpBn2VTsvB9H1Q968f5DwT7Rbw2iasdRe33BgojKGUjtJMIM02yK/M7H+YEwz9EHST3YbHgECvCXQdpTpYs2tEEkwMXASnsq+6VPH2YDdWNWDsZ4+zcAuZPpdlXMB/QwMwZAKZjDKzDoUtKjKpOI5Cz/KTP0yTytJMH3mZNXsqrKi1sAlKmgqE7YnQGFmAndBJf6XSMWoAx0K4xMQnizxWm82G/KyKzbvsncJyp6ZtxykRtEQsFksBxfem7xUuEMBbUkwm2bZP2Pa8aSEbtSJdjFeG8zEhBWmLCQM+ykA0Aqm0LzSuiV3RVs4flfl2wzedygsrlwZo7h10UG3l7obLsqVMaVrHEOeYDaFUbgTjONB0dOhxpwUNvY5K8DqxSXK8JfJ7e7leOevmXolWL9OmtjFRDJjKhBEgkhcWur23J4xSmWRIkOaYIRzm0XRnwZjRFLnTBAN0ZetgVD56PlLvvhy1nHFozvzzgox/pH62C0EKijoOs51dghf36QOLR3CyGIB8gqAYAAcECYsg1MY3GoFTU3GvdvgjGDwex2yBCN2E8z61Ykm9jI1dQxxe3M/KbqXdHV2qkNZqqPHwXrIUbDuPtFQT/vuKwSXvYngJ8uMjzXjCxFsh/0Glp33hLrlWOjNPoRWfIzQsjeg/TTgcMWmh298FAotLdFHHtl3F2paiKxoIDAkCcbrci5WgBM3eyizcXmbGjCMe5rUrjbxFz//5OmwHXQkYO3vgaD7vWi94xroP4qAeplZ1O13RMHva6CO276fghwKob3uZgQ/ejflyuvAGmhKddm8RU+lvLMh0EGKl37mIeitrryGwCdsCuD8jaaHniCydOSx4hU3MAHQ5i9UoWCHppGVmMaD9clEJIyrRmba07LtiBOQf9IfQZbI7k3aF8vReue14AzcydCIUSia8X9Qt9sx8oIJBbHxhkugpZgkdfDnpWP23o1qa0OZt3qzT6MhRzAtM6sOJy2Y12nJ/yyemCFiate5po7Op1CFzspVAMZkymVt8VW3Qd0qRrSBUBCtt9citPLTjFuleUeVI7/qzJh6dT69AB2Nj8SsN7AKzLqmTpE7mIGh2N16yBFMcmAD/DXOh3TGKQTjSXvQChUUYtiN9RD/jlqY0fH4P9H53ycHTddIHRe6LoF14kEx9Qq++zra6m+NWW/AFRjrNWv+PvH+ARpwvzkoQBLMACbVP3PKAawpLwOUNwAxA2pKefko/ut9UIbZY8rpeGI+Op8XucMyqxRddB0sv4qd9SOw9GW0339HWpQnoteDhcHfjuhKhqewy5WPOneHuE+T8V/MT4EkGPNYha25sdq5V5Dw/mACWTT7Wlh22j3mDmZj7fnQfvphgCNOfvO831Qif2rs6BXt/7oPgf/9J/kKhJEojOsY+JpZ/4QUZRR0TADBz4wfFPAPUJQW0SykBV9UlaL3He5/f5UWxbKsk8H8LrIMqsjqeqsrFxFx5WANSFyOFlZfDGX4yKgqhD56B20P3A3e2DxYqvbrV3GUoeiym6GURTdF0r77Eq23XJEhl9TcZVIpCrFIWyLeITUGtxPTh4qiLCiuW3SP3Omk/AE1Y9ZxShURzovNLqeXgZKUdhRFuGWHnWH7zVRYd90bUCNfCwXf+C/an5gPbjX+AA9qEce6oouuhTJm64h6iCd2beWnaH+sHtziH1R9zXQuwjmIpBAAt4LwtqpYrxs2Z8ErZtrmYh25g0nSrHpdlfUEnp56q5fIClN+IdRf7QZ17NbgQAB5hx8LZdTofg0Cr72AjoUPgNs2Jmn08YuhEgeKzr0C6rb988cF3n0dvPZH8MYWaD98i9DK5V0HluwsRqaDYGfINeJB4z5nSBVJMEma7g1nV1arzHeA0WWnnwFFvCwVzboK6vid+pPMW6+g46F7B+XIoZQ4UDjzT1C375+DLiguch+6B8K4LpcKgToooOxdMn/hilwaV6yxSIKJhZDJ3/2uyie5y4AvowrlF6Dw7MsM8/u+JfTh22i97+a0+ispxSUonH1NWLudwGvPo/3hOdm8W4kx96QT8Q32Oo+woxoSJasJRsRu2aq1tGOw/UXWn37iWGuB5VtmWDJx1YijU6HrYljE/UyfEvrsQ+N+Q4/L16fvsjF3fKGiYSi+5K9QRo/rp0fni0vQ2fDwoOyo0jlnRAhpuj6rrH7xfensd7D6ymqC8bkqrmfGuNL6xj8OFoCiX5/L2QCGM9U+RwMaY34Bis67EpYJu/QTI+45xM5B++aL3r+pKtRtJ8Aybjso2+wAKiruMugj6gqD012YobduhP7zGmjffwV93U/QVq8CQsHNVcSFbuHsa437ob4l8MISdCx5FNzRPqAhDn5j6gA4SMAGJu7QdTJAElfuTGwjUop01tZayDJvWN2iqHGDBn8sydEg2wnmUQIdWeL2bDlYT4LfnDHZUWpzrEupV3Zy5hrCKK/wgqthCXMnI0im86nHoX37JWiYHdbd9oa6wy7GC494So6n6OvXIvTlZwh9/B70H78FCopQ8HtXWEfGwMvPoGPRg12hJbKsiNciBfCzjhW6Qq9B549Um77efu/iZ7NsKClTN6sJxu9yLmXG/jrjtLK5nodThlIUwSKhPRFOG4y+E+nTIJnz/wLxrN2viJ2I3xs3oUTVQ+x0dA1Q+58ejSfzh+eAtey60CWQrrP+MCnKw466hucTmYeh0iarCcZX7fwchB0HKwnWylnHlYzozPuJkDkvR6YWbl6+8URsxjzflLwEKgVef9F4Lcq252cGfCEou4x0L1qTwLCHXJOsJhi/y/kOA5PErGmEO4bXeS5M5ww21ThvUBiXp7PPZPVFZSNQePp5YV+XktVHJDniGNZ2383QvetT3VXy5YtLWi10yvC5Tz6RfOG5JzG7Caba+RQTjhfTQoAW0kO/S9fEs2vKCD/U9wBENkPN4PVi2f5XyD/FBXXr/gGeUq62phk+RR1P/juj3BZMj5voUUddw+9N1x/CFbObYFwVdzPo3O75I9DP7VrgyC3nPfVJqufUf075sRxSnkl1P6mQr249HgUnnwU1zItSKvoLK5MZoa9WoH3eP6A3Zd1OZoPD7UluHOe0AZ/ejrKaYDZMP3GGqlrqe0FGWMUh5dDSeYtSGh8yWxPYi8BUBWdeEDtAVZrWob5hHTbeegW4STzEZU1hnZXzymRu6pgTltUE01FduWMHsciy1ysei9jJ/JzXMWHCXc+kxG3Yf7bzNNZx/yYTh5ggZ0oFZeSWKLrgaoh/Z1LRfU1ovfUKw34mWwoBb9ndngP66ltbC8vhL0+2TJ7cfyQLlo/UP911gX51LfTBMqtIN75ZTTAvTZ6cv8+Ojle7L3p7gicsJsG42+72zE4GqN7p5YcpVuVPuo7JJPyNsgw5stpQfNU/oGwxNhlwJF2G9tUKIzB5FtnDaKRqh+iaZT8CHwHmnUDKKDDbjfgNYYybxZIRmUEhwjoQNWma/prFynfa5yxZmnRAM0Rgln0m/VFrqik/W2FlTkQ8GesJeKykuOQmuu1B096s66ord7SSfgQznagQDmSGsDYT3vhZWay7TUThrCszV/f2VrTe9zeEVmRP2mci6MwiIgwL2+b4sTUyTpAu8i8R83KLqj5RVKDeT7ctaIpfWGa2SACVzBoIV1UV+0uDqzdlCQivnJhIBe3EWMXE70PHtyqUzqDCm8PwM+sBYioj0HYKMJ6JxgBcnG3HoEizQ8LJ8PTzQKPHQi0dGTa9yWDMrIjxIi55A2+9gsCrzwGDmGhtMMbfs08RxgqAn4jvCUK9JxdsbbKeYMQEbahxXmdhXGnO5W6wl9Hg9U+KApSNgHXH3WHZY5IRLkH4Fonjk/AvSksRZ4fODmi+DdBWfIzgO68abgWy9EBAHKJA68B8Q+nc7E5Zm6ZVldrlIy7WLljt/IaArVLbU3ZJF97TyvBRCH74DtgfZtetWiDsYSx77QfLr3Y3Ln+FK4FRkkU43ZcR4ln6848R/Pg9hD79ALqIDRwhiFS+81TDCC/4+ovgHg6T2YV+crQlpqUlHcUV9NBDPydHYnql5ATBCMjWnn7sHnn5+cty5Ugz0GUgIsYV/+X2rmwDoSBEOITAGy91fdiRii0PqnBuLBsBdZsdjEBVIs6vIUPsckwUcUkr8klrn39sRKPj9T8j9ON30Nesiu4WoFqQd+gxsB56NNSx24DbWtF629XQVn1totdcr0IbdZ1nDpa/3UDQzRmCESD4XOWXgpWbsvcq9pepJHtpV57m8TuBVAtCq79DcOkr/UMqRJj9glNnwnboMb1+FR+/9uVnCLzzGkQA8IhxeUVMX3FtKTJFWqwgq9XwsI4awpl1cDDY9Qokdh0d7WBN63J0jFDEbkkc06x77w/LbhOhlPVOminuZdr/eXv09U1kZIS07rW/8W+y2RD471PGnU4uFQJpOvMjpfWe2OkXMmjgOUUwm0kGyl+zIXxC5HVARoAo694HAOLeZFMRyeD1dWsQ+uhd46ihr/4+7K5AxG0pubEe6D7u9OlIpI/lpvXQ1qxCaPn70NeuNo4kvH4tWNdTtjzFXQ8NHwl1y62MWLzqDjtDHbONEWcmXNF9G9A25yYjhETfIo5zwlnTsuf+sGy/I8Ql9uaiaWi96zqIYFrZVHp+jH3vE40Tq7gEZrxur/ccmi3jyjmCEcALM36ElIcZGJ4tE9FTT3KUYdi19/xyHxJmEHrTOoRWfIzQB28h9PUKcIvIEtC1LPOOcSJ/WhwxuAKdCH3/NfSfV3cFi/r6c6CzE3qnkWesi3Q628Ht7eCOtsg7ksIikC0fIkyn+BLEDkjsUsRxTexUlNLhRjS7mGlue/TQMxeSseMZvxOse+4Hy467QRnTPzJed9PgsjfRVve3zJl+AYgCDYxOYmwk4rU6k7hX0Znoe2L+2kJoDxFbmKEpRGWk09Y62LCKJMK2DIxl4Kd2aAeMcS/JCv+KnCQYMSFcW2vxrf5gLoDTSDxSZ1FRRm6B4tq7oiaz7zkcQQrBt//XdSwIBVF04TVhswnEDYGuGcG3SQsZT8naTz8aux5xBOl1vFJViPzS4uNXy0aCRCYDccSyWgEaGPTB95eifd5tsB4w2fgnbBybMAMz4g3fe2PcQ052A4K4P9GXWVUs6WjXHh1qmQVylmC6F8ryqqri0fbOv5FCZxBT1ljgFp77Z1j32De+9R4luFN8giLX5vY2tNffiuDy9zdXEqlRiv98a+z82MlSwoSczqefQEfjv0zUTH4VkUGACc/k6/hTfn1Dnzikye8vkyXmPMF0g89VVTZ/qTJOQeBGjTCRmLfJ9BcncdTJO74qoz5cgac4eogjSHcR7geGj1OMzJLp+BD0Fj9Cb76EdhHgUFwyp7EQ4NVB8x0B+7U0f74vjV1nbFdDhmB6zgBfcMoWGwOhnTQtsJOqKmNCGsaAmXQFW6tMowj65viODEX4NH3NJDKD0lRKln2ImSVBBMUx3LjMtB58pPF8KyLzD3Zpc9+C4Htv9CIYseNStxgzaKqJJ3FxnAq+9QpETOA0R8rTSv9fwAAAIABJREFUGXjIUVBwGd3x6NpBAyEDOx6SBJPIPLDLVeindWvBhvtA2ot4aVHGbmtka1S33xGKvSxqitiUKcjctYN5/xf/PLGDKb7oWojL6XQWkZkytPLTrovuFR9DXHwPRiHgC7vb0z+L3GAok2F9SoIxOSHe/5u6DbXwSuAX/yWTTZNeTeQ5su1/GCwTD+669IySizrZnYuPuG3uPyC8nzcfkUpHdOWYDpOmNtn9C3nGMeiDtxF840WExIvX4JcvHJJgws6CJJgwsIhk9j3/s4jdIV6lmtd8sJG5d+yZwV7bZC+D7aAjkHf4caDSFL3Kd7RBW7vGsKo1jiJv/Ld3WAUi2CYdAnWn3Y28SyRekkxa/saDn0gO1/H0AoSWvZlRCdp0xmdl9Z7+CafiGVyO1h3SBLNx5rF7hLSCWcw8CWC7QjScCYWGxUKPQoYJKwm3/IxdBsLvyPCWTtIxRV+3FsFP3kXo7VcRWvW1iEnQlV4kWhJ6cT8lDAMVxXgBs+xzIGwTD06OX5OmoflyV3ifqkGeFUkwkSdgSBHM+nMr9reFqEIHTiWdRzKRVXwSHNUGfpBXr8nuhfFZwRnngwqLTLYIX01b/T2CrzyL4AdvQ2/2DihvtTC0U8Zth7yjphjGcWb9mSINoPlPM8DeDQMaXyoaS4IZ4gTTVDPlFBXqLJ2x56YcRjlHrOI5O79iAIHuO9oNQ73O5zxdrzDJLKoKy4RdDevigWQxaLv3RgQ/fDuZmiVFliSYIUowvprKo4n5Bh3YJ9useeNd+QVnXQjb/ofH28yoL+5VOp6Yn3LfHbLlIf/k6bAd/GtAERmb4yudTy9AR+Mj8TVKQ21JMEOQYHyuynowT88Fz2oz30jx5X8zEtXHW0SMljb3renLT0SE/MpTkXdMZdx3M8F3XkPb3L/HO8SU15cEM4QIRrgGjHWEPgPxkAk+RaqKoiv/YcRyiacI/6W2ebfF0yQ5dRUVecdNQ375KXHJEwTT/mgduHVjXO1SXVkSzBAhmLUXnLJFXnu7OKTH96WlegWmWL5h6PZ/10HEkDFbQl98gnb3rYZNyaAU1YKCqjNgO+IE092HvliO9vl3QORSyqjC+MJRLw3tws1Jzlx28uyqsubW4DIGhI/RkCrW3fZBYfXFQH6BqXELj+j2+++E9l3/OCsRBQi3hS3GGrFbehrZifoiPIOIgCdenYStilkzfRF+oUgc7UZHDrvQUx8jf9LNl2VcJkgCrSupa9hSZBkwNQEmKjFDaa6edqzOvDzVSQRNqJNwlZwhGJ/L+Q2AbRNGIkMaiiDcIm4KCooQy+9JhFIQYRPyK0+DdeJBpkYggk21P3Sv4bNjulhtRvArpXSEYWwnYur2LgTrfodCHTOuK0PAa8+bft4WaWyLxO7LJDl2LHwAoU+WxXyOZxGi37sBgpSiRdUzjUHUiszEeKSEtnCR2x05YI7JzkSmjKay4CKFsT3ZtKMddy8RazsrS04QjP9s59Os47jIMyCWG20kcCcDbdBpJam8Xhf5bHTkESm7ieBUBIiwaIrIcTMYRnXWPSYh76QzU+o0GPr4XbTOucm0pzEVFht3JSJQVOvd1wPBQESYlS3HIr/894ahnRHsKZpRXg8pha5LTBNkXF8Zs+H13eF5GPrPa+JqmlhlbobC9fYtm6+k2pc74pUhLMj91RU3gGgWgEKxVkvdnoEZNsWrRJLrZz3BeGsqp5LOT4R5LWoV4QVDrN07vCD0Eu56ZiNqaxWqrQ0ZrgC1wlq3FqitNdJ4drsH/HzBKSMLOjvKdY1PhsITwWT+YmMAkyPi0Radf5XxIaes6Dpa//EXhFYuN91FwannwHbA4dh402XGc3asIo474tgj7Gk6n3rcFMmI41XRuX+O6w4plh49fxfJ3EQA8TSWIDPeslmUmwrnLHomVppY33lTttMDymUK6FQAmwmFgQdK3Z4z0qh30rvKaoLh2sn5vh/tnxLRdgYywiRXIb/O+KcDI68cyHbVIJzZVY7OjaERHeBpAJ0D8NhUPXtbJx2MglNcvWPLJnm6ta8+Q+sd15pOzyqcFwvP+TOUEjuaL+oTa1pRoBQVg9vawCKwd/duRVFRfM2dhi9S6+3XRM9i0HMXM+tKiOyTqSgi4l/LlTNTITq6TLEeCUFmWsukNwGkEeNnVrgFzNsTlCKCEQpTpGzo9S0yod2qqAcUz1mYPakuw6CR1QTTfHZltaaze9MgmIgW6CG6NBWXYuurp+6rQPMoRsbH5Bd13HYoPPsyKCO2SL7wTRLbH74XgVefNy3fOukQiOwEIjdRy8VnGnFpxEuVuBsysp7m5Ru/CQM6BALQfvgG7Pei8Lwrjdg17Y/VI/C//5jqz3rI0Sg87RxTdeOtFHj5GbQ/6o632aDWJ+D2ZOVVH8yBZDXB+GY434CCAwHSWadLS+cuSqkVltflbCDAmaoJy/tNJfJOOLnrg01yYCvhqNhiOAt6Tasv4uzmVZ4GYkZL7SzjnoQ3tkAX/kAi+LdIVaKoUIpLjMDevLEZ3OwzCEb4RHV4/oXOZ54w1Z86equu3VISQz6IC22RpqXtvpvBHe2m9MiESgxe/hV+2G+S+70BXxgP9niylmDaXZWHdEAXQVeHWwj7Datr/DTVYG6sqbhYY+WWVF4Aq9uMNyLmGz47Ii9RNKIRH3ggAMvW46NG2Be4iOfjjbXng9n8S6rtwCNQIHYVqgWdSx5DxwuLjXxH0Ypl5z1RdGGtUaXt7r8i+PG7pqZFHKkKzrwg5mWv/v3XCP30Q8RwEN1ZENi3AaEvVyD44VumL7RNKZriSgR0UkDdq2T+wl8C7qS4z1SKz1qC8bkq/wnwEapqPWPYnAVxvLkmDqf/bOdprOPBxCXE2VKQS9QIEV0/Gvc3IlRDhDxIoo646Gy745q48h6JGLuF5//FyGMkdgOtt9caO4JIpecxTwQH33jtBXHZrOSf+FvkTfldRPniWb7l8mpjlxTdAT5zw2pEXQFGrhf6rcPdsCDOlZKx1bOWYNbPmFJhIctOjvqGm9OFblfg8GBnuvoz24/Y9RTNumpT9sXwrYw8Qe5bYr7qiJi/4rlc3Wo7WA6cDKVPDODAGy8i8Opz0L79arN9iQh0ZTtgsmGVq/SwJhbpX0Xys9DnnyD4/pubiCHyqMTxMJr7AHvXY+PfrzJyN+VaIUJIgTprWN3C+3JpbFlLMKtmV5XNsy9orq1FKJ0T4qt2doKMW/+MKcJWRaQNEfmUwhWRKzrw4pIuT+QotinW/Q5DQcUfuiLjRQrDqWmbM0KK4491171h3euArr7Fka5vEQZvgU5wix/tj/8TIl9RpGI7/FgU/L4m4u+GY+b9d2RkTJgBLoY2QL/G4V6cQZniBjiiTc2zlmCSM/z4pXhdFd8RKON8nYZd+Q8juFOiBGM79GjkC3IpLgG3t4IKiowdR+jblcDGlq6Ur2O2BhUPMy56RewY4SwpMjYW/K66665IZIP0rYf2/TdAYaFxlyQcMYV1r7ACFulpOx6p65VTqae+sQgmsPRltM+/M+YuLP5ZHbwWzPgOFvXC0jkLPYOnRep6lgQTJ7Zel3MxMab0tlqIU0gKqouXG+vuke1Ioh2RhBtA/u+qoRQUIrDsTXS+uAQFzj8AgU60L34U+pofDI2FEaAIaiUIo/PZhV1HHiIUX36LYb0b+O+TRs5ssVsRz+0ilQl3dhikIGxcbEeeCIRCaH98HkIfv9cPhVhHpMALi9G+4P4UoJd+keJ2TQO7O6BfmS1pYBNBSRJMnKj9PKPiTJtKc/vG7Y1TTNKrC3+kvGOnRj5eRLrkFQRx5T+MJ+eOpxYYKUDEMcp26DGw7nsoAi891StFiXhCN3Y5zV4jraxBPCO3hL7h517+R8IxUhCMJry2H55j1BPpVkRaW0FQrX+7HCLtSM8iyEtE5otU2h+8G4HXX0w6dmkVSGgnYGFHfsHFWwyBHEqSYOJcXSK7QMvqD1r1LuvLjCniklU880YqkZ6pRVaCollXIvDmS8YOpPuORjhcFs68HLpvA9rqbgFEwG/xYrXbRFj23Nd4+hUvS8JpMpwLQb7zD7Bs/6su0vr8481qiYtgy857IPi/5xD85JddjHB2LKy5FJZd9oowBEbLpdOhx2HHkwmTQ0Q6s/4Ng16zEP+tuK5xRSzXgUzQO1k6SIJJAMlM9NyORTCRDO3EUUYEf+p6GeodvsF28FGwHfRriEDgwmhOeG4L+5z8384wyEPsQFqEbU3PmDJEBkkImSK9SOfLz/byZhZP3iJLpe5vQuCFJZvRt4zfGYXn/Cmiq4TYIbVceU4aPKPNLwiRcA3g5wF1vaJy17cUAgKk6QpxE7Hlp5BV/779Z9vKcQsWNJmXnDs1JcEkMJf+syvfZJ0PSKBpUpuIC1SxAxFHGUEEwps5Wml/6B4EXnuhVxUaVoK830w1jh76mlW9m4v0I/sdZsjmZj8C7/wPpFqQV/F7wzZG7GL85528+WikDB8Fyx6TYBm/k7Gr6XzlWaC9jzGqLQ+2g4+EeMLuGTLCdnQFCk6K7Ncn7nva6m9F6OsvgFAwqTgmIkw8xmnFoa1G3Pbkj4m0HyptcppgRFwNWrAgqfEVReoTa1B5msHpzZPac0UKR8Mtxnbdk+wxEcrI0abWqwgwJexI0NkzkgAh74QqhJa9AW3TZW5fYda99oftGKcRqkFv9sO6y55dOw1m+C/4vXHfrWwzHqKeeC0Sr0vBD9+JuNsQtjbipQr6L1bFRRdcHeV41KWRcEUQl8MBkavpq8/6jMMUBEmrRIT19jrPyKQJzFFBOU0w3pqK5aQrn7NOs5PhAOk/p/xYDinCuWZQYnSIewrLr3aH7bBjYNl1n4T8lYQ1rjB+61lEiAVx1yKsbyMVslhg2esA5B05xSATsXsSpWPRgwi88V9j9ySM8oIfvRv3MUY8Zxed8ycjyJbZIgJJBd99zcgyKY5wZmPPmJUfsx7Ro466hgHkiYnZQ05UyG2CmVHxCil0qDC3Z+JPVCh/L3E3PBDvzPlcvx3P3PkgEQvHyrRjJo4jtqPLYd190oBjpoQ+ehet9/UOOCVcDISXdKygTOJupXDG/0FE3RPGc+JFyXiGfvAehN5fGtXPSRm91ebn7r74F519GSx7J37iFHqLS2qxc0p6Tqfwi0ULMCaNqvf0De0X79LK+fpp/1jSiWjzedN20gPaMgBGsNpNHiotpOMTTcWLwVDw31vOe+qTcDp5XeVHEOhIguJi8IgYzi8pGZZwHMw7usLI9wzhYZ2kIgJBdSx+tJc0yx77QvgeCWdCcX8iiKO7KFuMMchNXNyKXU7gpacRXPGRYXcjLoJpmN2w0BX2M8JmRrwuGUXE8R09zojQJ7yZ++6cRBUj5W3NpVH9qEwNW1gMt200fKU6nl0ITdzVpKgwc6uD1AnkXpSOMHkpGkV6xOY0wQgIfTOm3gtFDxNtiHQQd4KxEYQOYvqJwcLW3QFGMRQUgTl/MHYsQm/b5OOQd+JvoQyzJ30liLuM1rpbDBuV7iJ2McrYbbriAYvE9eIiVaR+FfFfxD95BUbc3M7/PQvti+VdRxJFgbrVtrAdfpxBEJrICClCNnS2G5fCglSMf1r8YWPjihAPxZfdFD0Gjq4bNjbC1sZsEZkS2u68Dtr3X5ltkkA9+lGDVq+z+ujI+obUsVkCmmVSk5wnGAG2v9r5FhP2yyTgo+lifHhX3ArFMdyUyuK4InYdIhi3eGomRUHhzMtEeL+I7cXH1zrnZnBT7xQg4vijjt8Z6lbbGAQjFoje4kPos4+iHqFEyE9BNjRySyi2PGg/r4H247ddWQbCFCM8w/TZRjDxiEXE1H33NQReeRaW3ScZmSvJ7og6rm5ZwaUvG35LqS5E5Nd13OEI2m+j+fOFm7csPRAYEgRjkIyr8m0G75sNsy+eeQtnXxMx5snmMQSDxtOxuGTVVvYOh1N03hXGRxmtaN9/bYRgEPYtaS2qirxjYydeC339Odruvn5zojWRMsW63+GwHf6bmKlOgh+9g7Z7bkjbsBjcSkx/ddR7bkxbp1nQ0ZAhGDEXXlfl4wSObIueIRMmnoCHXXuPkYOoXwkFEVr+vmEYF1zxccQo/+r4nVB80bXhPZx7CBUvMO2P1PUjqJRBYctD4SkuWA88IkYwLUbrrVcgFC7+DBHU7SYYOxrLpEOhFA/rp+5gpZlViJ8oqWvM+DWWsvntI3hIEcwmkjlfAdcykJZsAYlOpLhAzSv/fVdkO5Gg/ruvup5l330d7G8Ca1pM0XnHnQRhsh+riB1M5+JH0fnyM7GqDuh3cYwqnHWlqRS34lVIGAYKY77IhQCbDdY990XeYcdCnbCzcXwSr0qtt/wZuhGYKv2FGfNK6z0z0t9z5vU45AhGTMGGc343Tgl1XEegaQCH2SZkxkSRo6zrY2TuetnZ2ByXvQflF6Lg9HNjhqHsYjDNcGoUMXS11avitmWJhpiIV2PZbR/kO081XqpiFUEMrTddGl+K2MIiI9C4Omo0gp8siyv2cCx94v1dvFYqpFxlr1t0fbxtc63+kCSY7knsqK7csQOoZugnKQqNZmbbYL0apWphKWPGoXD6RcYFrJlixID56F10vvy0sRPo+Vxtpn3POkZK2Qm7Iu83Tlh22MUUtKI/kcNI+ybbH2bID9gmOtz/TuVTVrxTkvb6Q5pgeqItjOkIwdPA+q918HgQ7AAVCIBEpseeReQJJZ1COuBXCM0gflNn2ouYd8u0ODFCb3HcKph+kWEgZ7qEQgh98QmCH7xteEMbr03Cg3qTV3VYOYoCsuVDcZQZZv/W/Q+Duu0E012KWDFtc//eKzyE+caZV5MIt9vrPLMzT7P0aSQJJgbW3Rkfe/1lRv8k52svOGWL/PaOTwfVRynKWNQddjai/Yvn4USKvrHFiAEjAlcFnvP03tkQGb5KtokHQdlyq4SN5joWPYTO/yxKRL2MbEOAz+72ZPRdX6qBkwSTRISbXZX/1MFnJlFkUkUJy2CRPVJY5iZaRE6k9rl/7/W6o5SNQOHsa437j4QKMzqeehyBp5+IvkNKSPjAGolg3NDUimBeaIOi0wRotIcqXEaYJjGEIWbkQswdKujA4iHsUiAJZmDrb3Nr7/RpTqjaI7TJLSFJYpMuRvgEiRi6lp32SEw2s5HYXlwIdxfh2V00u9bwpI67hIJodd9i3Puk3WEx5u6VRQLze+zuxvN6VhUpizeusW+vsrJrELiRmbcPl1JYRHSwgC4a5m64M25ccqSBJJgkTGTLmVWHa9bg0wDiuORIQscJihCWwvknnGy4IyRSRPqT4Htv9CIYER5T+BzFU8TzuLhzCX3a27s7HhmprEuET+11nl1j9eFzVVwPpnNBcPSvS/c73A1nxZKRq79LghngzIo7Gl915U9EHPv9dYB9Jbu58CEq+O30yClKInSYDIIRl8atd13fFWohAwsD7SE1eOjIOU/1j04eRt/VZ0zZqdCmPgJg714/E9501HkOysAhpkUlSTADgFnE5/WveX8VmMx74g2gv1Q0Fc6N+SdP7/IJMhmJYkAE09mBzucb0fHsoohWyKkYZ1wyWUChXGN3L+rKgRtH8dc4lzNjl+4mDP641N2Y4Hk0jo4ztKokmAFMTHNNxQKd6aQBiMiYpurW4w2rXyPodgyiSYhgmA2fKRGgyjAYzODCxP9zjN77SKqtTSipX5OrYo0C2lIY3JGuP+qYu3jIBqaSBJPgQm+uLj+LFapjJkuCIjKvmcVqGOSJ9K3CQI5s4Z+04yWY0Kfvo/OlZyD+LWxdMr3ooEPL3A2vJapnc03FFGbFw8zERLeXuhsuSlRWtreTBJPADP502jGjCgoK32ZgmwSaZ3wTwwJ3+x1hO+QYWHbaHSKG7uai612vPn1fkS661jCw23w0EPFzv1qB4DuvIiRM96OE48w0QEIdoa1GPDiwYN6+6orPmGgsgy8pczfWZdoY06WPJJgEkG6qcd6gMC5PoGnWNbHssLORtcA68SBAtRixe9sfq4f2+S/BqkTqk6Lz/2LEgkGLv8vb+7XnDYLJxqIS7zqsrrF3/Is4B7JhxoknkaIeFSwovHooJFiLBI8kmDgXjqjuczl/BpB1r0YJDPWXJkSw7rIXaMzWCInYtz0SoIlodiL8gshZLeKwiJSz2VwY+q9L3YtfGugY3nVNLJzkfi9yJPWBdpAF7SXBxDlJ62dMqbCQ2hDOsKqvKGYGEX2lQX8Imv6jRbXcx0BXOH5ZMhYBZrq2tL7h6oxVMIsUkwQT52R5XRUfEij2syNhPan6aSWj9nmh+zVCWPuSqj0u/A/j7FZWTyMCDFpQ6m44OY1d5mxXkmDimNrHq6psR5cG2yj6LiTIxI1au3ZhuItCn6uiBkx3gjIrt3UcMOR8VWb+tJ30w8e4l6zP+cGmeICSYOIA2D9j2vGsaE9FbMLwWS3KqUVzFkWuI0J31kyZRbp6qySZOMBPZ1Xmjnwoe+bLbAEDRl0STBwQeqsrHiCi0yM0WddZULC72RcDb03FmcTkFqmB4lBBVk0TAlZVOTHWH4o0qZLV3UiCMTl9L02enL/PBMcyJuzctwmBVpaM2XOXeC0/m2oqphCThyCcdmXJLAT4MYe78ZTM0in7tJEEY3LO1p9+4lhLgWUluCtL5ObC8NnH7jUyXnLpbt86c+oJoZD2BBNFjS1iUk1ZLQoCIlecSXcrkWv4h+d8lvEnL1iwKU2lhDYRBCTBmERNxO/tJP6Ee7wAiYBCwWJthxG3DdDq01XxGEC/NamKrJYAAjrzCkVR5oP5CgD985z0kUki7LmKP5bN8TycQHeyySYEJMGYXApraip2yWf6qPsFSTiysYYby+Z5/mxSRMRqfpfzKgZfE8ff14F2OaTaE6gDauiIkjlL3m6uqXyUmU09QRPoHbu7IWsygmbipEqCMTkrLTUVu+hMYgdjYMaMtY56zxjxl86kiIjVvK7yhQRl6kDlyPbhESAgGLTyoSPuaXzr5xknHp9HlgY2ZSZAusJadUn94n9KbBNDQBKMSdyaXJWHKOBXRXWxYHXov0mGObmQ56uuXAXirUyqIqslhAB/Za9r3FE0bampbNDB5WbEMPCDY8xe2yV6x2amj1yuIwnG5Oyur566r4X0t43dC+ApdXsqTTaNWc3vcnYwkBezoqwwMASIL3HUNd4qUtQAnR+ZDXFKoKfs7oYTB9b50GwtCcbkvPvOm7IdBdUvWIeuWqzHDJuz4BWTTaNWW39mxf6qlZbKiUgGmjFkEP3QmZ8/SdgqGUclxfKUuEszU0SOo5W86oqh7rxoBquedeS6NonYateUEYVQPgPR+/Ym64mUpOdLf7XzaSYkFn3bpO6y2i8IhEi/akTdYiOlq9flbADgNPsREPCuolovTtYfl6EwL2axHQpYRB2jcL0fj3GvaazUjKhf9E4yABHJ2vLaOsT9SzzOjxqI1ExL8ZEMPOKVYYSkjLORyBRQUufZvfty3lft/A+AY0wLIrSD6bHOgvzLR60OeZP1hybOYWRN9XjnJ2sGlgpFfWdPvddx36JzkiXbN6O8DoriMiuPdf6flodL1QBVg+gsAg/l+ftC15SLFAvvBuabzGII0MagGpjcM1vAJheQ0+LiKwYzkVez6seL1ynz/Q+tmkN5gcY90zy7qoxuW9AUd8MwDXj26WP9rc2fmTH6Es0JaLG7PSXif6+cdVzJiE7bGwSKmbMnGbpmkgzxggcF0+33eR7q1qupeuo5KvFdDDbjcsE64aayut72S/6aaROg6w8yYT/EkEPAeh3kIVvoBsfdS77JJHwyTRdJMIM0I74Zzjeg4ECT3esWqBcXuxfeJuqLj4FZXwrwL0FwTQrK9mrMeKe03tPP+E14qCus3mYqoBfjP456z7F9seBaWFrXTtulLRiamKfysdCV0SzsnBQw6WgDKe+wFni1IxD4eMuHnhNRDWWJgYAkmEFYIv4a5+2s43wzUfHEBOlMDaX1DZsN8bwu54UEGGQz1IoOvFXm9hwQbtwbZpRfrSpKzFxGzPxtaX3jdkMNu8EYrySYNKPuc5VfClZuAJkLncnEn5bWNfY6CvlqnC+BMTnNqmdGd4z1bUHt0DHzl4SNKO51lb9HUPaJoWyLY9NxMzMGlbtaSIJJ49x2xYDBPLM+Rwxe7nA37tHXHcFXU+kDsz2NqmdMV0QIatD+WFa35NFwSomXOVt7++poITBEWtjVXuuoXRcs2JgxA8tRRSTBpGlim2ZUnKsqdFe3L1O0bsW5n5hvcdQ3/qlvvZYzqw7XrKHngbietn8RQ/wToLRBUbaBpg1aAPJNT8zvqyrPK7YEHvJ35v8d4BlmpkPX9TllcxdHfM3zVVfcRESXRTGia/3Ra91SEowZtAdWRxLMwPCL2bqLEIJzibCDiEcSszC+UNhyacncJxrD1fW7Ku5mpnPM3N/0a094Hpw3c11e87qRbBluCagTAuByIuU4Yt4+pm7JrRBUteA+w+Y9ZSRY+uaMyY7hNvsruomA6grxEyV1jVXR1PHVVDSBqTRcHQa3rvbaJMEkdz7DSpMEkyKQDX8XClxHjEoGRw0mRTAsWjaC6KF11vY/TbjrmYjJm/2uyrcZvG8Can9g91r3j2QY5q+p/JKZx5uXSx3M+nqFSBj+hRj8MzGGM2OCGfIjkA41dLB9zpKl3X16p5cfRqoi8hFFfW6O9JLUU3d/dcXDTPQHSTDmZzQVNSXBJBFVrp2c710zrFKFOguM3XRgWGSAhZ0WBRj8jR6iBnIodaV/X/RdLHV8LqeIdD88Vr2evzNzq4O2GEVud8QkYC01lVM1ZpFSJeaxiYBOTef/84f8/9pu/su+Xh+2q/JJBp8QSz+xmVPA99jdjef1bu8UT80XRmvPwJelbs+EaHVaZlYdrmnB54D+2RvkDibW7CTvd0kwycMS3mqnOAr9sWcgbxKhY4xlpZgJAAANhUlEQVQLBwZB6WRwC5g+UQme9QHvg30/0Fjq+GoqgmAyHyicSRimneCoa3g+hmylyVXxqQL6VSwdAKxr2agePO6RhSv71t20CzHlCMrQl5W6F0/sK8PncnYginc5EX1tr2uIudvyVld8TUThnqPlHYyJSU5GFUkwyUCxjwyurbUALxsk8PLLwLqRI/WqBQtC4v8PJEDVhnN+N86idX7LbMpitUsrxp8d9Z4bzQxzU6YDE8GVKMjgS0vdntv7yhW7uObVpd5Yx8JN7XxfYtXYvh7Kza7KJ/XouyBh1eyIhaXXVfkPAs8OM/b2H+UrkpklMeA6kmAGDGH6BBgxaRR9KdhsFgJeH4S6x0j3ojVmtPy52rmXjSBi3sR2voxAXFxVZfOXBpcD2CFWnwxuduQFxlGfOycjNEZA/SrSi5vRbszew2MFgfK5KqsAfqzvnQ4DvlK3J+wFcCyd5e/xISAJJj68BrV2c3X5WTqUuWYuUQ1FNwVYMqs0u6aMaIHlvzp491htGHRbqbvhon47GEDxVTtfIcIhsWQQkb+kybIVhbFH8bkq1gC0ZXgZ5LeP2XNEbIL57XjmzteJsEVPOcS0zl7fMCqWfvL3gSMgCWbgGKZNgvDmhq7PNNmhzx5wbEfz5/e6hI3V1uuqfJzAUZ+Au2TQIoe7YVo4ed5qp0iNOyvW4tJBP5aO2XPbcEThqymvg664wodRMEcwQjd/TeVrzHxwTz3DWUfHwkX+nhgCsdZAYlJlq6QjYNxt/OhYZDY4FTHuttd7ZsWrSLOr8m86+JJY7YjodXtdQ9hdipFil7QnY+60Ijgdir590088EhbLs+D+mS8Z8DvcnrJYdzBCTrOr4j4dVNOLYHQ8UDrXc0asMcrfB46AJJiBY5gWCVxVVdw8PPg46yai3zHY7vZYiOLPeLDhnJMOUkOh12MOinmpo74xrDe4QQ6qRTwRR7ZnMd6p6U+OuoabI/Xld1Vu4HAe4wyfo97cHUpLTfnZGitzevShMeiiUnfDnTHHKCsMGAFJMAOGMD0C4iIY4p8cdY2jE9HMcMaEEvGj75YZLRC2QTCK5floOxgi7igZ7S+l2pfFk3TY4nc5P2fAyATQsxDjO3u9Z1sz4/PWVE4l5oU96vpULXhotwWxGRmyTuIISIJJHLu0toyLYHRljmNuYpH3/C6n8JfqZfwWdqC6/nfH3MUXh/utZUbFuZpCd0cDiJlfKq1v/HW0Or4a53/AOKZfHaJvHXUNpsItiNS8gZD+ZHfKWCL61F7XMOQCdaV1sfboTBLMYCEfZ78vTZ6cv88EE3cwDFYV3m1YXeOncXZhVPdVO58F4TfR21JQZ+38svrF94Wr53U55xFwVkQZzB0arEcOr3/ijWj9eF3O+QTDcLH3Dkahpfb7GkwF62qqqZiisOLpjlLHjLtK6z3nJ4KNbBM/ApJg4sdsUFowoDTXOB9gxqnRFBAhJe1ujy0RJb3Tp24DVX+RgKhWskxo7wBPGh2GxISePpfzXQL2jqgDUYOj7pcAWpHqRTKUI+B2u9sTzoCunyhBMCpoETMsIoVsMKhPHnG/jKGbyPpIpI0kmERQG6Q2G6rLz7KQMjd6yAf+yuFujGnkFm4IwpDPSvpzDDiiDpH4W0dd+IhwYqe1944OEbe4IJwM4RdlUbCfmR1Wi6vyfI35jj5P1QEF5CpxNzxgZhqMHYxODSLAF4M+cXgtE2UmADPIJaeOJJjk4JgWKYYDXyj4UtTL0wFkIVw/Y0qFqige4d0ddZdEuMNe5wnrkCgCoze3BteHI0EhVSGaNqyuYZEZwDbWTDslxNq/ekX7J/ZaFMvk4jkLRWbGmKXriETiktfKwOxw7g0xhcgKCSMgCSZh6NLfcJ1r6mgL9B8iRmsj6KpO1w+rb7g6Ee18Myv+DI3+Gr0td2ps/XWk+5NNT9QvhN+94EuHz7qr2R1Em6uyqpP539SD8UTyM7vbYzpcRdcOBo+DSLcXFGxPdzy6NhFsZJvEEJAEkxhug9bKV+0MRYrnK8IotBHvE+5uxIzCvurKRSCOmnNbYXqwpL6h38Vrt/yW6sprNOK/hOmPQ0E+MJ77D79r6u911v5F3U9AxlZGucbuXhQzsHd3/15X+REKFA8Yr9nrPTHDSJjBSdYxj4AkGPNYZURNb7WzlQiF4ZQxfHvqGkxZuIZr762uWE5Eu0QaqLhADkDZJpLzpLA29q9xLAbj6J4yjA0I4T57XYNZNwej+UaX88IQ47buExuBOxUtNCkeG5bVZ0zZqcCqLgl0dkzb4sFnTR2rMmKic0QJSTBZNpH+audbXcnB+hcGe0vdjQnlSmqdecLEkGZ9hoGRkSGh+x3uhojPzyKZXHNr8zsM9DLyY+bVjrF7bxPLObFvv/6ayjnMfHb3f2fmF0rrG3uRV6zpY5er0Id114dzzIzVVv4+cAQkwQwcw7RK8FVX3sLEF4ebOJF32V7nSciIrLmmYorOJEIbhN0dAYiZ6mNT/GER8rKneqwHtT+U3R8+C0A08ATBgLmm+8K4DdrIMe4lIqJfXKX5vGk7ldy9MGyak7gEycpxIyAJJm7IBreB4Uioao3hnAAJvNzubtwtEQ2bXBU3KqB+WQyELCN+rsJn9EzXGq6PppoppyisPtLrN8KLjjrPUYno5HNVLgTYSDhHTEvt9eaM6xLpS7ZJDQKSYFKDa0ql+lxOEbt3676dDMQMvslV8agC+l04xRm0uNTdUBFrUN4ZzgtJ+SXjJDEFFIvlmGFzFpgKodlXvjDYA2MiFITsnY6R8YaeiKWv/D31CEiCST3GSe/BW13xABGdnkyC8c6oeIUUOqyvTHF/UlrfONbMIPwu51UMXNtdlxmvltZ7+sk0I0vU8VY7vyXC1jpRXVmcF8Rm+5D1UouAJJjU4psS6eIookJ9UJi/9+xgIDsYr8u5kvqEuSRCCJpaYZ+78GkzA/G7ymsZSpcNjvAZULi8pK5xiZm2fevU1sJy4eqKFToQunNM4261tTBiGsuSXQhIgsmu+er6dkVsmLLQB33zGCWdYIB3S9ye/c0EdhJ69SQY8aQdtPKhI+5JzO/HO718b1ZpekdAvztSHuosnLohp7IkmCyd8r73HWIYAyEYX03FGnDvGLg6ab+PlAM6HGxel/NCwuY7mLagGjxs5Jyn3stSiKXaSUBAEkwSQBwMEcJtwAptBUAl3f0PiGCqnV7QL06ORPRTSaFlV7ptgXBcNFWEL5OFVI/xSE3sDVlwXKI7GFMdykoZj4AkmIyfosgKbkr0Nn2gBMO1sPhXV2zoSVY6uK7M3bjZyM0MTCJdLnPHh0RUxIy1OixTY8V8MSNX1sleBCTBZO/coWX6CbtpqvXD7ti3xPjMXu+JaOofaaiCYJpXO9f1DNOggw4tcze8Fi88vhrnS2BMBvgnja3TJMHEi2Bu1ZcEk+Xz6auuuAlEl4lhMNHXpSZSqvYdcl+CEa9HJTzKHi2XdSTYNpxdWa3q7CZgbYjlDibLl9eA1ZcEM2AIB1+Ar6aiCUylIql7qbuxOF6NBMH4VjubCBi2qe0HDrcnckS6KB0YmR0doY0MfaXNYju9aM4Ceckb74TkUH1JMDkwmetryq+0QLmGmNpK3A12s8/KPYfudzlXb3ZSjCOfdTj4DENAhSYUKnkX2eb8e2kOQCyHkCACkmASBC7TmvmrK98E6SNLimz7xfPy0z0On8u5DJvi6CoBdeeS+Yk7B4qwDb7VjnsKmG7Or2/4ItOwkvqkDwFJMOnDOqU9bTjnd+OgdbiCoeC/t5z31CfxduZzlS8EK1OJSC+pa7AmkrStZ58iTEIidzjx6i3rZzYCkmAye37i1k5Y6Cd2RCq/mqFeDPB6h9tjKudQ3MrJBkMOAUkwQ27Kww94/bkV+1uDyl1gaDIsglwUyUJAEkyykMwBOc3V5WfpUHd21DdckgPDkUPIAAQkwWTAJEgVJAK5ioAkmFydWTkuiUAGICAJJgMmQaogEchVBCTB5OrMynFJBDIAAUkwGTAJUgWJQK4iIAkmV2dWjksikAEISILJgEmQKkgEchUBSTC5OrNyXBKBDEBAEkwGTIJUQSKQqwhIgsnVmZXjkghkAAKSYDJgEqQKEoFcRUASTK7OrByXRCADEJAEkwGTIFWQCOQqApJgcnVm5bgkAhmAgCSYDJgEqYJEIFcRkASTqzMrxyURyAAEJMFkwCRIFSQCuYqAJJhcnVk5LolABiAgCSYDJkGqIBHIVQQkweTqzMpxSQQyAAFJMBkwCVIFiUCuIiAJJldnVo5LIpABCEiCyYBJkCpIBHIVAUkwuTqzclwSgQxAQBJMBkyCVEEikKsISILJ1ZmV45IIZAACkmAyYBKkChKBXEVAEkyuzqwcl0QgAxCQBJMBkyBVkAjkKgKSYHJ1ZuW4JAIZgIAkmAyYBKmCRCBXEZAEk6szK8clEcgABCTBZMAkSBUkArmKgCSYXJ1ZOS6JQAYgIAkmAyZBqiARyFUEJMHk6szKcUkEMgABSTAZMAlSBYlAriIgCSZXZ1aOSyKQAQhIgsmASZAqSARyFQFJMLk6s3JcEoEMQEASTAZMglRBIpCrCEiCydWZleOSCGQAApJgMmASpAoSgVxF4P8BJDBLwZvO5hIAAAAASUVORK5CYII="/>
          <p:cNvSpPr>
            <a:spLocks noChangeAspect="1" noChangeArrowheads="1"/>
          </p:cNvSpPr>
          <p:nvPr/>
        </p:nvSpPr>
        <p:spPr bwMode="auto">
          <a:xfrm>
            <a:off x="155575" y="-319088"/>
            <a:ext cx="666750" cy="676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" name="AutoShape 6" descr="data:image/png;base64,iVBORw0KGgoAAAANSUhEUgAAARgAAAEcCAYAAAAcH6uaAAAAAXNSR0IArs4c6QAAAp50RVh0bXhmaWxlACUzQ214R3JhcGhNb2RlbCUzRSUzQ3Jvb3QlM0UlM0NteENlbGwlMjBpZCUzRCUyMjAlMjIlMkYlM0UlM0NteENlbGwlMjBpZCUzRCUyMjElMjIlMjBwYXJlbnQlM0QlMjIwJTIyJTJGJTNFJTNDbXhDZWxsJTIwaWQlM0QlMjIyJTIyJTIwdmFsdWUlM0QlMjIlMjIlMjBzdHlsZSUzRCUyMnZlcnRpY2FsTGFiZWxQb3NpdGlvbiUzRGJvdHRvbSUzQnNrZXRjaCUzRDAlM0JodG1sJTNEMSUzQmZpbGxDb2xvciUzRCUyM0YwNjY1MCUzQnN0cm9rZUNvbG9yJTNEJTIzZmZmZmZmJTNCdmVydGljYWxBbGlnbiUzRHRvcCUzQmFsaWduJTNEY2VudGVyJTNCcG9pbnRzJTNEJTVCJTVEJTNCcG9pbnRlckV2ZW50cyUzRDElM0JzaGFwZSUzRG14Z3JhcGguY2lzY29fc2FmZS5jb21wb3NpdGVJY29uJTNCYmdJY29uJTNEdGhyZWF0MSUzQnJlc0ljb24lM0RteGdyYXBoLmNpc2NvX3NhZmUudGhyZWF0LnRocmVhdF9hNiUzQiUyMiUyMHZlcnRleCUzRCUyMjElMjIlMjBwYXJlbnQlM0QlMjIxJTIyJTNFJTNDbXhHZW9tZXRyeSUyMHglM0QlMjItMjAwMCUyMiUyMHklM0QlMjI5NjAlMjIlMjB3aWR0aCUzRCUyMjQ5JTIyJTIwaGVpZ2h0JTNEJTIyNTAlMjIlMjBhcyUzRCUyMmdlb21ldHJ5JTIyJTJGJTNFJTNDJTJGbXhDZWxsJTNFJTNDJTJGcm9vdCUzRSUzQyUyRm14R3JhcGhNb2RlbCUzRV5Rg9QAACAASURBVHhe7V0HeFvV2X6/eyV5xpKdAUkIK4SyV8JeoYyyYssJpqUFCiSWCRAg/IxSoJhRRqFlEywnJYwCJSSWE1YZBcoKK8xAIOxAQkhiSXa8JN37/c+5joOHxpUsyZJ8zvPw0KJzvvOd95z7+oxvEGSRCEgEJAIpQoBSJFeKlQhIBCQCkAQjF4F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0BWI+CvmTbBXrdwZVYPIoeVlwSTw5M7FIbmrXYucRQWzKA7Hl07FMabbWOUBJNtMyb17YWA1+X8UgW/MMzdeA4BuoQnsxCQBJNZ8yG1iQMBBhS/q/J7AHbW9fNL5zbeH0dzWTUNCEiCSQPIsovUIMC1tRbv6g++V4DRAFY53J6tU9OTlJooApJgEkVOtht0BPoQDBNwtd3tuW7QFZMKbEZAEkwGLwaeXVW2trltTLFitbAeDMFi0UPFamsglNfR5l/TuW3ryDZasCCQwUNIqWp9CAYErLa7PWNT2qkUHhcCkmDigis9ldk1ZYSflcdBdETYHhkaEdoAtDDjEyLlgRL3oscy+ZKzqaZiSlld45JkIhiGYKCDLih1N9yZzH6krMQRkASTOHYpb+mrdl7OoNkgHhltohgQf70Z4BaF8Jwe0u5zzHvyxZQrGKMDrqoqbi4NPaYz78bES8vcjb9Lpk59CaZLNv3ocDdslcx+pKzEEZAEkzh2aWkpjkn+1sBFAF0KwGqmUyKEWMeHrGgPlNYtuctMm2TW4dqq4ubV2sU69IsIGEZApwqUF7s9zyW1H0DxVVesIqIxm+Uy0BbUdh4zf8mKZPYlZSWGgCSYxHBLe6ufZ5x4vFWx1BEQz19ncfG50gblmgL3okfSobR3evneiqo8qQNjeiyu7x1uzzap6N/nqvQBbO8pm5kfLK1v/GMq+pMy40NAEkx8eA1qba6dnO9f43gSjCPjUUTsaHQdzzrcngqi1Bmjbag+6SALaS8yOL+Hfkyk/MVet+j6eHQ2W9frcoYIUHsRDNDiCDi2pvnzfWblyHqpQUASTGpwTalU34zyW6GQODbFNX/ilaXE7RmXistg/4xpx7OiLwFY6Tl4AnW0IjRujHvJ+mSDIi7Dfayu64cCA2TRDrTPWbI02X1KefEhENcCjU+0rJ1KBHznnngkBy3PEdDrg47VJzO3QlFOL61rWBSrrtnffTWVR4PxFMD974gIbzrqPAeZlRVPveYZJ1WwGvKwuOXuW5huddQ3XBKPPFk3+QhIgkk+pmmT6KuuuAlElyXQYTtZ9Kn2exc/m0DbXk2WV1UVj3EE1xKhMKws4kscdY23DrSfcO391c6nmHB8WNnMSx31jQemol8p0zwCkmDMY5VxNZmhNJ9d/ijrysninTqeQqCm5iLLhHG3LWiKp13fur5q5/MgHBVOBgP+IGPyqHrPBwPpI6xsl6vQj59/AjAsPLHRD/k6jsyvb/gi2X1LeeYRiHNZmhcsa6YPAb+rci2DR8Xbo868uqy+MWHLV5+rsopZ/zdR+LsgJvqktK5h93j1MlO/ZfoJu2mq9eModYMBTS8fNW/guzQz+sg64RGQBJMDK8M/c8oBrFle73vBamZoBHrK7m440UzdnnW4qsrmLw2KQE8RHQwZ8JS6PZXxyjZT31ddeQuIL45al/FnR73nRjPyZJ3UICAJJjW4pl2qv6ZyDjOfnUDHDGvoaMc98Vn++qZPnQFVrx+MD3yda+poK+kfgTEiWv8EvdbuXnxNApjIJklCQBJMkoAcbDHrZ5841tpq+ZiB0nh10RmflY717UO1L3eYbet3OZcysH+0+opCrpL7GqKTkNkOe9Tzzaj4MxT6a6ymBNxtd3tmxaonf08dApJgUodtTMnGC0yJNrx03qLvYlY2UcHvct7GwIUmqvarwrpycencRX8307bJVXmISvrzzNTToK5XU7GwdOKzSuuSGwRqVVVVWbEjuIwIMS2DFeInSuoaq8yMSdZJDQKSYFKDa0yprTOrJgb14F0WRm2yfHS806duQ4r+AQiOmAr0qUDM35T4bDuZCf9g5v5D2KZYFJo2LIn2NkJls7sXY3iMFxz1nqPjxSKe+sLYj1JgRBiPDplcVxLMIM2O/2zn06zjaCsrBxXVL3onWWp4q8s9REpFAvJ0C6mnFtctfDRWW2+181UiHBKjXiAU5MNG3N/4Vix5Zn8XrhLe1Y6vN0Wwi92M8Zyj3vOb2BUTr7HR5bywCMq/yb1oTeJScrelJJhBmNuWmVWHa6Gg8Cy2tfisw8ctGJgtSs8h+Fy/HQ90fpnIsBhYUur2lMdq66upWAOmLaPVI6A1xJZjhtc/8UYseWZ/97oq/wHos8mk0Q+DFpS6G042Kz+Rel6Xcz4zWsrq5V1POPwkwSSyqgbYxldT+QqYDwOYHe7GuEz9Y3Vt3FGUBlcRIljWRhVATXZ3g4g9EzE6f+v08r2DqvIqgKKoohiBkI0PG3FPcnYwIv8RWF/BfXydoumggG4pcTeIMBcpKz5XxRqAfmrxWo9M5h+KlCmcZsGSYNIM+PrTTxxrybd8BSBPEIw34C/bbv7LSfP6FUGY/D++/yqIDoh3aATSFMLJ0e5NmlwVNRbQnTpgi7GDYY24IhlR7N51TSwcz1t/S8Qj4xlTiPSrRtQtTokXt9CDzzjD4bf5NwD6RpBykqOu4fl49BsKdSXBpHmW/dUVDzPRH7q6ZdahHFbmbngtmWr4XeVXM5TaRGQy8xOl9ZFfXsy+VCXzFak3ZuZGxWAEdZw1KoWpTLwznPNJwR9BCCGkzHTMWzTXnHZDp5YkmDTPta+moglMhq0KgXRd044onbf4f8lUY/25FftbgpRYqAKmHxz1DeMi6eOd4XyBFHPxaJJhByPcEQB+PG58GOutun5M0bzF78fd1kSD2lpYLlzt9AMoZEBnnc8vm9t4j4mmQ6qKJJg0TjdfcMoWvvb2n34BnZksfHwyvJr7DEPxVTs1k3ehfZqS7nA39Arg1LNCVA/mvpJIuWoggaa6wkDwM+gTUMrMlDHwhQPK5FS97mw4u7Ja1dndrYuu83mSYPrPjCQYM6s1SXXChVdIRXhHkfGw2eXsYJMxfHsNj4GOjrYttnzouZ97/nfxRLzuR8dONsITAMabgYRBi0vdDYk8maPlnKknaSFdPJlbzPTVt44CWlCSohcknjw53z+hdCWIN4cvlQQTfpYkwSSyehNoIy5ffas/+JSACb0+XOAHEa82mVHmNhHMBkb8BneGbsQrSEeeTlDBSgGI88mInsd5RLCGDfAUBhMCAgT6l0b6q2D+ttS9+CUz0HlrKs5UQG7mxMjFGIKC0+33eR4y01+8dXyuiusBuqJnO0kwkmDiXUdJrc+zjivxBfJ+JEZxL8HEIXuTrciMBa1ZhbgWFv+Pzh9A2MJsmxTXCzK4XcSgYcZqRcE7pFleYpU//U+T8t3Jm5LHCYz8nfl/J/B0EfUyUZ3E3RbDtqPD/W/xWpfU0mVn1LEMoBJJMLGhTXgSY4uWNXoi8NNpx4zKLyhcHe4+IZ/pV8kMjGTsYKqdqzlzCCbsYhCEozN/quuhB1TYQKpew8Ckga4cBi//4Av/pCNeNu+8abbPZlfl4zq4n3+T3MHIHYzZNZSSelEDJDFesdd7fp3MY1KTq2KNgujWtikZaEYI1S9zuBf/Ldmq+F2V1+vQr+hrSSxCArO85I3wRyTZsyDlhUVA5AsiVVkW7kdiCpQUB7en2578caDwrZt5wkQbW6/TdT62695kaBVxPPqP11LQfexK1uibayqm6EyNXUk0+5WAxvrM4fWL/5ms/nJFzpBbgIM1ca2zyvcOdoYnGKETMf/LXt94aiL6iSPRxpppLo21Cwk0IR5z+kT6y+Q2RPjUXufZNZk6Gl7qqi7Cc4aN/0vAWgqok0vmL5TZJPsALwkmmSsxiqyWmopddKbl4TJsiGY6c0eezgfFYxgmUrS2rdWPCmnabQzaOpGQmWkafnq6YbDGoZOHz31SPKUnpQgfKIb2IhgRjQ/FnU+pu3G3pHSYY0IkwaRpQjec87txaqhDBJaKjDnjP456z7GxVBJWpBesmnYiVO1vxNhBmATHajM0fuevHO7GHZI11o0zp+0RDIU8RLRdVJkm5y1ZemWTHLkw0zRbXU+weSJmSPj8QZv0iBXmsXX61BMCin47EZL2IaUJgtR2Q9AVXa8uSdI9SJehnzYfoOhe48ZfDOUau3tRQr5fqQVl8KVLgknTHBhezqs/+ATAr6J1KY5QShgjMRE5zc/qo6TgKLOGbmkaWkZ0I+5eVvKqfSe532sbqEIi7gyBZ5uRI17+dFWdVjpnocdM/aFWRxJMGmfcW+18UCGcFukeplsVQSC6Sq7hmwJmN9c4b9AYFyQW4yWNAxzUrigILXiOY96TCXs0r6+euq8K/XYCDjJ76BS5pUpJnZQqn6dBhTQJnUuCSQKIZkV4p5cfpqjKK7EIpkse6QR+h4HRBIwbiGWrWf1yoF6AGC+ErPlnD7/3sVVmx7MpSNctBDotbH7tKIIG8vpnVr9sricJJs2z53M5A0jECTHNemZ1d4T1FsYfYgVT59lVZd7WQJVCyp/AvG1CY9ZCRznmxZdTKqF+srSRJJg0T1yziOEK+qMIiCRLChEQABPPdLgb6/r2sto1ZUQ+lP9TgHP6+hTFo5GRiaG+cYdkWmDH03821JUEk+ZZWnvBKVvktbeL7bs1zV0Pze4Y79lJmQL3orXtrsppnaRfoLByAIMjxrwxC5QCOqPE3fCA2fpDsZ4kmEGYdW91xQNEdPogdD1Uu+w04sowVLOXt7GAEo6adnfD8Fj1hvrvkmAGYQWIXYytrW0ZEY0ZhO5llwNFgKCrujJrWP2iewcqKtfbS4IZpBn2VTsvB9H1Q968f5DwT7Rbw2iasdRe33BgojKGUjtJMIM02yK/M7H+YEwz9EHST3YbHgECvCXQdpTpYs2tEEkwMXASnsq+6VPH2YDdWNWDsZ4+zcAuZPpdlXMB/QwMwZAKZjDKzDoUtKjKpOI5Cz/KTP0yTytJMH3mZNXsqrKi1sAlKmgqE7YnQGFmAndBJf6XSMWoAx0K4xMQnizxWm82G/KyKzbvsncJyp6ZtxykRtEQsFksBxfem7xUuEMBbUkwm2bZP2Pa8aSEbtSJdjFeG8zEhBWmLCQM+ykA0Aqm0LzSuiV3RVs4flfl2wzedygsrlwZo7h10UG3l7obLsqVMaVrHEOeYDaFUbgTjONB0dOhxpwUNvY5K8DqxSXK8JfJ7e7leOevmXolWL9OmtjFRDJjKhBEgkhcWur23J4xSmWRIkOaYIRzm0XRnwZjRFLnTBAN0ZetgVD56PlLvvhy1nHFozvzzgox/pH62C0EKijoOs51dghf36QOLR3CyGIB8gqAYAAcECYsg1MY3GoFTU3GvdvgjGDwex2yBCN2E8z61Ykm9jI1dQxxe3M/KbqXdHV2qkNZqqPHwXrIUbDuPtFQT/vuKwSXvYngJ8uMjzXjCxFsh/0Glp33hLrlWOjNPoRWfIzQsjeg/TTgcMWmh298FAotLdFHHtl3F2paiKxoIDAkCcbrci5WgBM3eyizcXmbGjCMe5rUrjbxFz//5OmwHXQkYO3vgaD7vWi94xroP4qAeplZ1O13RMHva6CO276fghwKob3uZgQ/ejflyuvAGmhKddm8RU+lvLMh0EGKl37mIeitrryGwCdsCuD8jaaHniCydOSx4hU3MAHQ5i9UoWCHppGVmMaD9clEJIyrRmba07LtiBOQf9IfQZbI7k3aF8vReue14AzcydCIUSia8X9Qt9sx8oIJBbHxhkugpZgkdfDnpWP23o1qa0OZt3qzT6MhRzAtM6sOJy2Y12nJ/yyemCFiate5po7Op1CFzspVAMZkymVt8VW3Qd0qRrSBUBCtt9citPLTjFuleUeVI7/qzJh6dT69AB2Nj8SsN7AKzLqmTpE7mIGh2N16yBFMcmAD/DXOh3TGKQTjSXvQChUUYtiN9RD/jlqY0fH4P9H53ycHTddIHRe6LoF14kEx9Qq++zra6m+NWW/AFRjrNWv+PvH+ARpwvzkoQBLMACbVP3PKAawpLwOUNwAxA2pKefko/ut9UIbZY8rpeGI+Op8XucMyqxRddB0sv4qd9SOw9GW0339HWpQnoteDhcHfjuhKhqewy5WPOneHuE+T8V/MT4EkGPNYha25sdq5V5Dw/mACWTT7Wlh22j3mDmZj7fnQfvphgCNOfvO831Qif2rs6BXt/7oPgf/9J/kKhJEojOsY+JpZ/4QUZRR0TADBz4wfFPAPUJQW0SykBV9UlaL3He5/f5UWxbKsk8H8LrIMqsjqeqsrFxFx5WANSFyOFlZfDGX4yKgqhD56B20P3A3e2DxYqvbrV3GUoeiym6GURTdF0r77Eq23XJEhl9TcZVIpCrFIWyLeITUGtxPTh4qiLCiuW3SP3Omk/AE1Y9ZxShURzovNLqeXgZKUdhRFuGWHnWH7zVRYd90bUCNfCwXf+C/an5gPbjX+AA9qEce6oouuhTJm64h6iCd2beWnaH+sHtziH1R9zXQuwjmIpBAAt4LwtqpYrxs2Z8ErZtrmYh25g0nSrHpdlfUEnp56q5fIClN+IdRf7QZ17NbgQAB5hx8LZdTofg0Cr72AjoUPgNs2Jmn08YuhEgeKzr0C6rb988cF3n0dvPZH8MYWaD98i9DK5V0HluwsRqaDYGfINeJB4z5nSBVJMEma7g1nV1arzHeA0WWnnwFFvCwVzboK6vid+pPMW6+g46F7B+XIoZQ4UDjzT1C375+DLiguch+6B8K4LpcKgToooOxdMn/hilwaV6yxSIKJhZDJ3/2uyie5y4AvowrlF6Dw7MsM8/u+JfTh22i97+a0+ispxSUonH1NWLudwGvPo/3hOdm8W4kx96QT8Q32Oo+woxoSJasJRsRu2aq1tGOw/UXWn37iWGuB5VtmWDJx1YijU6HrYljE/UyfEvrsQ+N+Q4/L16fvsjF3fKGiYSi+5K9QRo/rp0fni0vQ2fDwoOyo0jlnRAhpuj6rrH7xfensd7D6ymqC8bkqrmfGuNL6xj8OFoCiX5/L2QCGM9U+RwMaY34Bis67EpYJu/QTI+45xM5B++aL3r+pKtRtJ8Aybjso2+wAKiruMugj6gqD012YobduhP7zGmjffwV93U/QVq8CQsHNVcSFbuHsa437ob4l8MISdCx5FNzRPqAhDn5j6gA4SMAGJu7QdTJAElfuTGwjUop01tZayDJvWN2iqHGDBn8sydEg2wnmUQIdWeL2bDlYT4LfnDHZUWpzrEupV3Zy5hrCKK/wgqthCXMnI0im86nHoX37JWiYHdbd9oa6wy7GC494So6n6OvXIvTlZwh9/B70H78FCopQ8HtXWEfGwMvPoGPRg12hJbKsiNciBfCzjhW6Qq9B549Um77efu/iZ7NsKClTN6sJxu9yLmXG/jrjtLK5nodThlIUwSKhPRFOG4y+E+nTIJnz/wLxrN2viJ2I3xs3oUTVQ+x0dA1Q+58ejSfzh+eAtey60CWQrrP+MCnKw466hucTmYeh0iarCcZX7fwchB0HKwnWylnHlYzozPuJkDkvR6YWbl6+8URsxjzflLwEKgVef9F4Lcq252cGfCEou4x0L1qTwLCHXJOsJhi/y/kOA5PErGmEO4bXeS5M5ww21ThvUBiXp7PPZPVFZSNQePp5YV+XktVHJDniGNZ2383QvetT3VXy5YtLWi10yvC5Tz6RfOG5JzG7Caba+RQTjhfTQoAW0kO/S9fEs2vKCD/U9wBENkPN4PVi2f5XyD/FBXXr/gGeUq62phk+RR1P/juj3BZMj5voUUddw+9N1x/CFbObYFwVdzPo3O75I9DP7VrgyC3nPfVJqufUf075sRxSnkl1P6mQr249HgUnnwU1zItSKvoLK5MZoa9WoH3eP6A3Zd1OZoPD7UluHOe0AZ/ejrKaYDZMP3GGqlrqe0FGWMUh5dDSeYtSGh8yWxPYi8BUBWdeEDtAVZrWob5hHTbeegW4STzEZU1hnZXzymRu6pgTltUE01FduWMHsciy1ysei9jJ/JzXMWHCXc+kxG3Yf7bzNNZx/yYTh5ggZ0oFZeSWKLrgaoh/Z1LRfU1ovfUKw34mWwoBb9ndngP66ltbC8vhL0+2TJ7cfyQLlo/UP911gX51LfTBMqtIN75ZTTAvTZ6cv8+Ojle7L3p7gicsJsG42+72zE4GqN7p5YcpVuVPuo7JJPyNsgw5stpQfNU/oGwxNhlwJF2G9tUKIzB5FtnDaKRqh+iaZT8CHwHmnUDKKDDbjfgNYYybxZIRmUEhwjoQNWma/prFynfa5yxZmnRAM0Rgln0m/VFrqik/W2FlTkQ8GesJeKykuOQmuu1B096s66ord7SSfgQznagQDmSGsDYT3vhZWay7TUThrCszV/f2VrTe9zeEVmRP2mci6MwiIgwL2+b4sTUyTpAu8i8R83KLqj5RVKDeT7ctaIpfWGa2SACVzBoIV1UV+0uDqzdlCQivnJhIBe3EWMXE70PHtyqUzqDCm8PwM+sBYioj0HYKMJ6JxgBcnG3HoEizQ8LJ8PTzQKPHQi0dGTa9yWDMrIjxIi55A2+9gsCrzwGDmGhtMMbfs08RxgqAn4jvCUK9JxdsbbKeYMQEbahxXmdhXGnO5W6wl9Eg9i/+zg4fCeuOu8OyxyQjXILwLRLHJ+FflJYizg6dHdB8G6Ct+BjBd1413Apk6YGAOESB1oH5htK52Z2yNk2rKrXLR1ysXbDa+Q0BW6W2p+ySLrynleGjEPzwHbA/zK5btUDYw1j22g+WX+1uXP4KVwKjJItwui8jxLP05x8j+PF7CH36AXQRGzhCEKl856mGEV7w9RfBPRwmswv95GhLTEtLOoor6KGHfk6OxPRKyQmCEZCtPf3YPfLy85flypFmoMtARIwr/svtXdkGQkGIcAiBN17q+rAjFVseVOHcWDYC6jY7GIGqRJxfQ4bY5Zgo4pJW5JPWPv/YiEbH639G6MfvoK9ZFd0tQLUg79BjYD30aKhjtwG3taL1tquhrfraRK+5XoU26jrPHCx/u4GgmzMEI0DwucovBSs3Ze9V7C9TSfbSrjzN43cCqRaEVn+H4NJX+odUiDD7BafOhO3QY3r9Kj5+7cvPEHjnNYgA4BHj8oqYvuI4JTJFWqwgq9XwsI4awpl1cDDY9Qokdh0d7WBN63J0jFDEbkkc06x77w/LbhOhlPVOminuZdr/eXv09U1kZIS07rW/8W+y2RD471PGnU4uFQJpOvMjpfWe2OkXMmjgOUUwm0kGyl+zIXxC5HVARoAo694HAIqyuZpIBq+vW4PQR+8aRw199fdhdwUibkvJjfVA93GnT0cifSw3rYe2ZhVCy9+Hvna1cSTh9WvBup6y5SnuesQdkLrlVkYsXnWHnaGO2caIMxOu6L4NaJtzkxFCom8RxznhrGnZc39Ytt8R4hJ7c9E0tN51HUQwrWwqPT/GvveJxolVXAIzXrfXew7NlnHlHMEI4IUZP0LKwwwMz5aJ6KknOcow7Np7frkPCTMIvWkdQis+RuiDtxD6egW4RWQJ6FqWecc4kT8tjhhcgU6Evv8a+s+ru4JFff050NkJvdPIM9ZFOp3t4PZ2cEdb5B1JYRHIlg8RplN8CWIHJHYp4rgmdipK6XAjml3MNLc9euiZC8nY8YzfCdY994Nlx92gjOkfGa+7aXDZm2ir+1vmTL8ARIEGRicxNhLxWp1J3KvoTPQ9MX9tIbSHiC3M0BSiMtJpax1sWEUSYVsGxjLwUzu0A8a4l2SFf0VOEoyYEK6ttfhWfzAXwGkkHqmzqCgjt0Bx7V1Rk9n3HI4gheDb/+s6FoSCKLrwmrDZBOKGQNeM4NukhYynZO2nH41djziC9DpeqSpEfmnx8atlI0Eik4E4YlmtAA0M+uD7S9E+7zZYD5hs/BM2jk2YgRnxhu+9Me4hJ7sBQdyf6MusKpZ0tGuPDrXMAjlLMN0LZXlVVfFoe+ffSKEziClrLHALz/0zrHvsG996jxLcKT5BkWtzexva629FcPn7myuJ1CjFf741dn7sZClhQk7n00+go/FfJmomv4rIIMCEZ/J1/Cm/vqFPHNLk95fJEnOeYLrB56oqm79UGacgcKNGmEjM22T6i5M46uQdX5VRH67AUxw9xBGkuwj3A8PHKUZmyXR8CHqLH6E3X0K7CHAoLpnTWAjw6qD5joD9Wpo/35fGrjO2qyFDMD1ngC84ZYuNgdBOmhbYSVWVMSENY8BMuoKtVaZRBH1zfEeGInyavmYSmUFpKiXLPsTMkiCC4hhuXGZaDz7SeL4VkfkHu7S5b0HwvTd6EYzYcalbjBk01cSTuDhOBd96BSImcJoj5ekMnL5NPgAAIABJREFUPOQoKLiM7nh07aCBkIEdD0mCSWQe2OUq9NO6tWDDfSDtRby0KGO3NbI1qtvvCMVeFjVFbMoUZO7awbz/i3+e2MEUX3QtxOV0OovITBla+WnXRfeKjyEuvgejEPCF3e3pn0VuMJTJsD4lwZicEO//Td2GWngl8Iv/ksmmSa8m8hzZ9j8MlokHd116RslFnezOxUfcNvcfEN7Pm49IpSO6ckyHSVOb7P6FPOMY9MHbCL7xIkLixWvwyxcOSTBhZ0ESTBhYRDL7nv9ZxO4Qr1LNaz7YyNw79sxgr22yl8F20BHIO/w4UGmKXuU72qCtXWNY1RpHkTf+2zusAhFskw6ButPuRt4lEi9JJi1/48FPJIfreHoBQsvezKgEbTrjs7J6T/+EU/EMLkfrDmmC2Tjz2D1CWsEsZp4EsF0hGs6EQsNioUchw4SVhFt+xi4D4XdkeEsn6Ziir1uL4CfvIvT2qwit+lrEJOhKLxItCb24nxKGgYpivIBZ9jkQtokHJ8evSdPQfLkrvE/VIM+KJJjIEzCkCGb9uRX720JUoQOnks4jmcgqPgmOagM/yKvXZPfC+KzgjPNBhUUmW4Svpq3+HsFXnkXwg7ehN3sHlLdaGNop47ZD3lFTDOM4s/5MkQbQ/KcZYO+GAY0vFY0lwQxxgmmqmXKKCnWWzthzUw6jnCNW8ZydXzGAQPcd7YahXudznq5XmGQWVYVlwq6GdfFAshi03Xsjgh++nUzNkiJLEswQJRhfTeXRxHyDDuyTbda88a78grMuhG3/w+NtZtQX9yodT8xPue8O2fKQf/J02A7+NaCIjM3xlc6nF6Cj8ZH4GqWhtiSYIUgwPldlPZin54JntZlvpPjyvxmJ6uMtIkZLm/vW9OUnIkJ+5anIO6Yy7ruZ4DuvoW3u3+MdYsrrS4IZQgQjXAPGOkKfgXjIBJ8iVUXRlf8wYrnEU4T/Utu82+Jpkpy6ioq846Yhv/yUuOQJgml/tA7cujGudqmuLAlmiBDM2gtO2SKvvV0c0uP70lK9AlMs3zB0+7/rIGLImC2hLz5Bu/tWw6ZkUIpqQUHVGbAdcYLp7kNfLEf7/DsgcillVGF84aiXhnbh5iRnLjt5dlVZc2twGQPCx2hIFetu+6Cw+mIgv8DUuIVHdPv9d0L7rn+clYgChNvCFmON2C09jexEfRGeQUTAE69OwlbFrJm+CL9QJI52oyOHXeipj5E/6ebLMi4TJIHWldQ1bCmyDJiaABOVmKE0V087VmdenuokgibUSbhKzhCMz+X8BsC2CSORIQ1FEG4RNwUFRYjl9yRCKYiwCfmVp8E68SBTIxDBptofutfw2TFdrDYj+JVSOsIwthMxdXsXgnW/Q6GOGdeVIeC1500/b4s0tkVi92WSHDsWPoDQJ8tiPsezCNHv3QBBStGi6pnGIGpFZmI8UkJbuMjtjhwwx2RnIlNGU1lwkcLYnmza0Y67l4i1nZUlJwjGf7bzadZxXOQZEMuNNhK4k4E26LSSVF6vi3w2OvKIlN1EcCoCRFg0ReS4GQyjOusek5B30pkpdRoMffwuWufcZNrTmAqLjbsSESiq9e7rgWAgIszKlmORX/57w9DOCPYUzSivh5RC1yWmCTKur4zZ8Pru8DwM/ec1cTVNrDI3Q+F6+5bNV1Ltyx3xyhAW5P7qihtANAtAoVirpW7PwAyb4lUiyfWznmC8NZVTSecnwrwWtYrwgiHW7h1eEHoJdz2zEbW1CtXWhgxXgFphrVsL1NYaaTy73QN+vuCUkQWdHeW6xidD4YlgMn+xMYDJEfFoi86/yviQU1Z0Ha3/+AtCK5eb7qLg1HNgO+BwbLzpMuM5O1YRxx1x7BH2NJ1PPW6KZMTxqujcP8d1hxRLj56/i2RuIoB4GkuQGW/ZLMpNhXMWPRMrTazvvCnb6QHlMgV0KoDNhMLAA6Vuzxlp1DvpXWU1wXDt5Hzfj/ZPiWg7AxlhkquQX2f804GRVw5ku2oQzuwqR+fG0IgO8DSAzgF4bKqeva2TDkbBKa7esWWTPN3aV5+h9Y5rTadnFc6Lhef8GUqJHc0X9Yk1rShQiorBbW1gEdi7e7eiqCi+5k7DF6n19muiZzHouYuZdSVE9slUFBHxr+XKmakQHV2mWI+EIDOtZdKbANKI8TMr3ALm7QlKEcEIhSlSNvT6FpnQblXUA4rnLMyeVJdh0Mhqgmk+u7Ja09m9aRBMRAv0EF2aikux9dVT91WgeRQj42PyizpuOxSefRmUEVskX/gmie0P34vAq8+blm+ddAhEdgKRm6jl4jONuDTipUrcDRlZT/Pyjd+EAR0CAWg/fAP2e1F43pVG7Jr2x+oR+N9/TPVnPeRoFJ52jqm68VYKvPwM2h91x9tsUOsTcHuy8qoP5kCymmB8M5xvQMGBAOms06Wlcxel1ArL63I2EOBM1YTl/aYSeSec3PXBJjmwlXBUbDGcBb2m1RdxdvMqTwMxo6V2lnFPwhtboAt/IBH8W6QqUVQoxSVGYG/e2Axu9hkEI3yiOjz/QuczT5jqTx29VdduKYkhH8SFtkjT0nbfzeCOdlN6ZEIlBi//Cj/sN8n93oAvjAd7PFlLMO2uykM6oIugq8MthP2G1TV+mmowN9ZUXKyxcksqL4DVbcYbEfMNnx2Rlyga0YgPPBCAZevxUSPsC1zE8/HG2vPBbP4l1XbgESgQuwrVgs4lj6HjhcVGvqNoxbLznii6sNao0nb3XxH8+F1T0yKOVAVnXhDzslf//muEfvohYjiI7iwI7NuA0JcrEPzwLdMX2qYUTXElAjopoO5VMn/hLwF3UtxnKsVnLcH4XJX/BPgIVbWeMWzOgjjeXBOH03+28zTW8WDiEuJsKcglaoSIrh+N+xsRqiFCHiRRR1x0tt1xTVx5j0SM3cLz/2LkMRK7gdbba40dQaTS85gngoNvvPaCuGxW8k/8LfKm/C6ifPEs33J5tbFLiu4An7lhNaKuACPXC/3W4W5YEOdKydjqWUsw62dMqbCQZSdHfcPN6UK3K3B4sDNd/ZntR+x6imZdtSn7YvhWRp4g9y0xX3VEzF/xXK5utR0sB06G0icGcOCNFxF49Tlo33612b5EBLqyHTDZsMpVelgTi/SvIvlZ6PNPEHz/zU3EEHlU4ngYzX2Aveux8e9XGbmbcq0QIaRAnTWsbuF9uTS2rCWYVbOryubZFzTX1iKUzgnxVTs7Qcatf8YUYasi0oaIfErhisgVHXhxSZcnchTbFOt+h6Gg4g9dkfEiheHUtM0ZIcXxx7rr3rDudUBX3+JI17cIg7dAJ7jFj/bH/wmRryhSsR1+LAp+XxPxd8Mx8/47MjImzAAXQxugX+NwL86gTHEDHNGm5llLMMkZfvxSvK6K7wiUcb5Ow678hxHcKVGCsR16NPIFuRSXgNtbQQVFxo4j9O1KYGNLV8rXMVuDiocZF70idoxwlhQZGwt+V911VySyQfrWQ/v+G6Cw0LhLEo6YwrpXWAGL9LQdj9T1yqnUU99YBBNY+jLa598ZcxcW/6wOXgtmfAeLemHpnIWewdMidT1LgokTW6/LuZgYU3pbLcQpJAXVxcuNdffIdiTRjkjCDSD/d9VQCgoRWPYmOl9cggLnH4BAJ9oXPwp9zQ+GxsIIUAS1EoTR+ezCriMPEYovv8Ww3g3890kjZ7bYrYjndpHKhDs7DFIQNi62I08EQiG0Pz4PoY/f64dCrCNS4IXFaF9wfwrQS79Icbumgd0d0K/MljSwiaAkCSZO1H6eUXGmTaW5feP2xikm6dWFP1LesVMjHy8iXfIKgrjyH8aTc8dTC4wUIOIYZTv0GFj3PRSBl57qlaJEPKEbu5xmr5FW1iCekVtC3/BzL/8j4RgpCEYTXtsPzzHqiXQrIq2tIKjWv10OkXakZxHkJSLzRSrtD96NwOsvJh27tAoktBOwsCO/4OIthkAOJUkwca4ukV2gZfUHrXqX9WXGFHHJKp55I5VIz9QiK0HRrCsRePMlYwfSfUcjHC4LZ14O3bcBbXW3ACLgt3ix2m0iLHvuazz9ipcl4TQZzoUg3/kHWLb/VRdpff7xZrXERbBl5z0Q/N9zCH7yyy5GODsW1lwKyy57RRgCo+XS6dDjsOPJhMkhIp1Z/4ZBr1mI/1Zc17gilutAJuidLB0kwSSAZCZ6bscimEiGduIoI4I/db0M9Q7fYDv4KNgO+jVEIHBhNCc8t4V9Tv5vZxjkIXYgLcK2pmdMGSKDJIRMkV6k8+Vne3kziydvkaVS9zch8MKSzehbxu+MwnP+FNFVQuyQWq48Jw2e0eYXhEi4BvDzgLpeUbnrWwoBAdJ0hbiJ2PJTyKp/3/6zbeW4BQuazEvOnZqSYBKYS//ZlW+yzgck0DSpTcQFqtiBiKOMIALhzRyttD90DwKvvdCrCg0rQd5vphpHD33Nqt7NRfqR/Q4zZHOzH4F3/gdSLcir+L1hGyN2Mf7zTt58NFKGj4Jlj0mwjN/J2NV0vvIs0N7HGNWWB9vBR0I8YfcMGWE7ugIFJ0X26xP3PW31tyL09RdAKJhUHBMRJh7jtOLQViNue/LHRNoPlTY5TTAirgYtWJDU+Ioi9Yk1qDzN4PTmSe25IoWj4RZju+5J9pgIZeRoU+tVBJgSdiTo7BlJgJB3QhVCy96Atukyt68w6177w3aM0wjVoDf7Yd1lz66dBjP8F/zeuO9WthkPUU+8FonXpeCH70TcbQhbG/FSBf0Xq+KiC66Ocjzq0ki4IojL4YDI1fTVZ33GYQqCpFUiwnp7nWdk0gTmqKCcJhhvTcVy0pXPWafZyXCA9J9TfiyHFOFcMygxOsQ9heVXu8N22DGw7LpPQv5KwhpXGL/1LCLEgrhrEda3kQpZLLDsdQDyjpxikInYPYnSsehBBN74r7F7EkZ5wY/ejfsYI56zi875kxFky2wRgaSC775mZJkURzizsWfMyo9Zj+hRR13DAPLExOwhJyrkNsHMqHiFFDpUmNsz8ScqlL+XuBseiHfmfK7fjmfufJCIhWNl2jETxxHb0eWw7j5pwDFTQh+9i9b7egecEi4Gwks6VlAmcbdSOOP/IKLuCeM58aJkPEM/eA9C7y+N6uekjN5q83N3X/yLzr4Mlr0TP3EKvcUltdg5JT2nU/jFogUYk0bVe/qG9ot3aeV8/bR/LOlEtPm8aTvpAW0ZACNY7SYPlRbS8Ymm4sVgKPjvLec99Uk4nbyu8iMIdCRBcTF4RAznl5QMSzgO5h1dYeR7hvCwTlIRgaA6Fj/aS5plj30hfI+EM6G4PxHE0V2ULcYY5CYubsUuJ/DS0wiu+MiwuxEXwTTMbljoCvsZYTMjXpeMIuL4jh5nROgT3sx9d06iipHytubSqH5UpoYtLIbbNhq+Uh3PLoQm7mpSVJi51UHqBHIvSkeYvBSNIj1ic5pgBIS+GVPvhaKHiTZEOog7wdgIQgcx/cRgYevuAKMYCorAnD8YOxaht23yccg78bdQhtmTvhLEXUZr3S2GjUp3EbsYZew2XfGAReJ6cZEqUr+K+C/in7wCI25u5/+ehfbF8q4jiaJA3Wpb2A4/ziAITWSEFCEbOtuNS2FBKsY/Lf6wsXFFiIfiy26KHgNH1w0bG2FrY7aITAltd14H7fuvzDZJoB79qEGr11l9dGR9Q+rYLAHNMqlJzhOMANtf7XyLCftlEvDRdDE+vCtuheIYbkplcVwRuw4RjFs8NZOioHDmZSK8X8T24uNrnXMzuKl3ChBx/FHH7wx1q20MghELRG/xIfTZR1GPUCLkpyAbGrklFFsetJ/XQPvx264sA2GKEZ5h+mwjmHjEImLqvvsaAq88C8vuk4zMlWR3RB1Xt6zg0pcNv6VUFyLy6zrucATtt9H8+cLNW5YeCAwJgjFIxlX5NoP3zYbZF8+8hbOviRjzZPMYgkHj6Vhcsmore4fDKTrvCuOjjFa07782QjAI+5a0FlVF3rGxE6+Fvv4cbXdfvznRmkiZYt3vcNgO/03MVCfBj95B2z03pG1YDG4lpr866j03pq3TLOhoyBCMmAuvq/JxAke2Rc+QCRNPwMOuvcfIQdSvhIIILX/fMIwLrvg4YpR/dfxOKL7o2vAezj2EiheY9kfq+hFUyqCw5aHwFBesBx4RI5gWo/XWKxAKF3+GCOp2E4wdjWXSoVCKh/VTd7DSzCrET5TUNWb8GkvZ/PYRPKQIZhPJnK+AaxlIS7aARCdSXKDmlf++K7KdSFD/3Vddz7Lvvg72N4E1LabovONOgjDZj1XEDqZz8aPofPmZWFUH9Ls4RhXOutJUilvxKiQMA4UxX+RCgM0G6577Iu+wY6FO2Nk4PolXpdZb/gzdCEyV/sKMeaX1nhnp7znzehxyBCOmYMM5vxunhDquI9A0gMNsEzJjoshR1vUxMne97Gxsjsveg/ILUXD6uTHDUHYxmGY4NYoYutrqVXHbskRDTMSrsey2D/KdpxovVbGKIIbWmy6NL0VsYZERaFwdNRrBT5bFFXs4lj7x/i5eKxVSrrLXLbo+3ra5Vn9IEkz3JHZUV+7YAVQz9JMUhUYzs22wXo1StbCUMeNQOP0i4wLWTDFiwHz0LjpfftrYCfR8rjbTvmcdI6XshF2R9xsnLDvsYgpa0Z/IYaR9k+0PM+QHbBMd7n+n8ikr3ilJe/0hTTA90RbGdITgaWD91zp4PAh2gAoEQCLTY88i8oSSTiEd8CuEZhC/qTPtRcy7ZVqcGKG3OG4VTL/IMJAzXUIhhL74BMEP3ja8oY3XJuFBvcmrOqwcRQHZ8qE4ygyzf+v+h0HddoLpLkWsmLa5f+8VHsJ848yrSYTb7XWe2ZmnWfo0kgQTA+vujI+9/jKjf5LztRecskV+e8eng+qjFGUs6g47G9H+xfNwIkXf2GLEgBGBqwLPeXrvbIgMXyXbxIOgbLlVwkZzHYseQud/FiWiXka2IcBnd3sy+q4v1cBJgkkiws2uyn/q4DOTKDKpooRlsMgeKSxzEy0iJ1L73L/3et1RykagcPa1xv1HQoUZHU89jsDTT0TfISUkfGCNRDBuaGpFMC+0QdFpAjTaQxUuI0yTGMIQM3Ih5g4VdGDxEHYpkAQzsPW3ubV3+jQnVO0R2uSWkCSxSRcjfIJEDF3LTnskJpvZSGwvLoS7i/DsLppda3hSx11CQbS6bzHufdLusBhz98oigfk9dnfjeT2ripTFG9fYt1dZ2TUI3MjM24dLKSwiOlhAFw1zN9wZNy450kASTBImsuXMqsM1a/BpAHFcciSh4wRFCEvh/BNONtwREiki/UnwvTd6EYwIjyl8juIp4nlc3LmEPu3t3R2PjFTWJcKn9jrPrrH68LkqrgfTuSA4+tel+x3uhrNiycjV3yXBDHBmxR2Nr7ryJyKO/f46wL6S3Vz4EBX8dnrkFCUROkwGwYhL49a7ru8KtZCBhYH2kBo8dOScp/pHJw+j7+ozpuxUaFMfAbB3r58JbzrqPAdl4BDTopIkmAHALOLz+te8vwpM5j3xBtBfKpoK58b8k6d3+QSZjEQxIILp7EDn843oeHZRRCvkVIwzLpksoFCusbsXdeXAjaP4a5zLmbFLdxMGf1zqbkzwPBpHxxlaVRLMACamuaZigc500gBEZExTdevxhtWvEXQ7BtEkRDDMhs+UCFBlGAxmcGHi/zlG730k1dYmlNSvyVWxRgFtKQzuSNcfdcxdPGQDU0mCSXChN1eXn8UK1TGTJUERmdfMYjUM8kT6VmEgR7bwT9rxEkzo0/fR+dIzEP8Wti6ZXnTQoWXuhtcS1bO5pmIKs+JhZmKi20vdDRclKivb20mCSWAGfzrtmFEFBYVvM7BNAs0zvolhgbv9jrAdcgwsO+0OEUN3c9H1rlefvq9IF11rGNhtPhqI+LlfrUDwnVcREqb7UcJxZhogoY7QViMeHFgwb191xWdMNJbBl5S5G+sybYzp0kcSTAJIN9U4b1AYlyfQNOuaWHbY2chaYJ14EKBajNi97Y/VQ/v8l2BVIvVJ0fl/MWLBoMXf5e392vMGwWRjUYl3HVbX2Dv+RZwD2TDjxJNIUY8KFhRePRQSrEWCRxJMnAtHVPe5nD8DyLpXowSG+ksTIlh32Qs0ZmuEROzbHgnQRDQ7EX5B5KwWcVhEytlsLgz916XuxS8NdAzvuiYWTnK/FzmS+kA7yIL2kmDinKT1M6ZUWEhtCGdY1VcUM4OIvtKgPwRN/9GiWu5joCscvywZiwAzXVta33B1xiqYRYpJgolzsryuig8JFPvZkbCeVP20klH7vND9GiGsfUnVHhf+h3F2K6unEQEGLSh1N5ycxi5ztitJMHFM7eNVVbajS4NtFH0XEmTiRq1duzDcRaHPVVEDpjtBmZXbOg4Ycr4qM3/aTvrhY9xL1uf8YFM8QEkwcQDsnzHteFa0pyI2YfisFuXUojmLItcRoTtrpswiXb1Vkkwc4KezKnNHPpQ982W2gAGjLgkmDgi91RUPENHpEZqs6ywo2N3si4G3puJMYnKL1EBxqCCrpgkBq6qcGOsPRZpUyepuJMGYnL6XJk/O32eCYxkTdu7bhEArS8bsuUu8lp9NNRVTiMlDEE67smQWAvyYw914SmbplH3aSIIxOWfrTz9xrKXAshLclSVyc2H47GP3GhkvuXS3b5059YRQSHuCiaLGFjGppqwWBQGRK86ku5XINfzDcz7L+JMXLNiUplJCmwgCkmBMoibi93YSf8I9XoBEQKFgsbbDiNsGaPXpqngMoN+aVEVWSwABnXmFoijzwXwFgP55TvrIJBH2XMUfy+Z4Hk6gO9lkEwKSYEwuhTU1FbvkM33U/YIkHNlYw41l8zx/NikiYjW/y3kVg6+J4+/rQLscUu0J1AE1dETJnCVvN9dUPsrMpp6gCfSO3d2QNRlBM3FSJcGYnJWWmopddCaxgzEwY8ZaR71njPhLZ1JExGpeV/lCgjJ1oHJk+/AIEBAMWvnQEfc0vvXzjBOPzyNLA5syEyBdYa26pH7xPyW2iSEgCcYkbk2uykMU8KuiuliwOvTfJMOcXMjzVVeuAvFWJlWR1RJCgL+y1zXuKJq21FQ26OByM2IY+MExZq/tEr1jM9NHLteRBGNydtdXT93XQvrbxu4F8JS6PZUmm8as5nc5OxjIi1lRVhgYAsSXOOoabxUpaoDOj8yGOCXQU3Z3w4kD63xotpYEY3LefedN2Y6C6hesQ1ct1mOGzVnwismmUautP7Nif9VKS+VEJAPNGDKIfujMz58kbJWMo5JieUrcpZkpIsfRSl51xVB3XjSDVc86cl2bRGy1a8qIQiifgeh9e5P1RErS86W/2vk0ExKLvm1Sd1ntFwRCpF81om6xkdLV63I2AHCa/QgIeFdRrRcn64/LUJgXs9gOBSyijlG43o/HuNc0VmpG1C96JxmAiGRteW0d4v4lHudHDURqpqX4SAYe8cowQlLG2UhkCiip8+zefTnvq3b+B8AxpgUR2sH0WGdB/uWjVoe8yfpDE+cwsqZ6vPOTNQNLhaK+s6fe67hv0TnJku2bUV4HRXGZlcc6/0/Lw6VqgKpBdBaBh/L8faFrykWKhXcD801mMQRoY1ANTO6ZLWCTC8hpcfEVg5nIq1n148XrlPn+h1bNobxA455pnl1VRrctaIq7YZgGPPv0sf7W5s/MGH2J5gS02N2eEvG/V846rmREp+0NAsXM2ZMMXTNJhnjBg4Lp9vs8D3Xr1VQ99RyV+C4Gm3G5YJ1wU1ldb/slf820CdD1B5mwH2LIIWC9DvKQLXSD4+4l32QSPpmmiySYQZoR3wznG1BwoMnudQvUi4vdC28T9cXHwKwvBfiXILgmBWV7NWa8U1rv6Wf8JjzUFVZvMxXQi/EfR73n2L5YcC0srWun7dIWDE3MU/lY6MpoFnZOCph0tIGUd1gLvNoRCHy85UPPiaiGssRAQBLMICwRf43zdtZxvpmoeGKCdKaG0vqGzYZ4XpfzQgIMshlqRQfeKnN7Dgg37g0zyq9WFSVmLiNm/ra0vnG7oYbdYIxXEkyaUfe5yi8FKzeAzIXOZOJPS+saex2FfDXOl8CYnGbVM6M7xvq2oHbomPlLwkYU97rK3yMo+8RQtsWx6biZGYPKXS0kwaRxbrtiwGCeWZ8jBi93uBv36OuO4Kup9IHZnkbVM6YrIgQ1aH8sq1vyaDilxMucrb19dbQQGCIt7GqvddSuCxZszJiB5agikmDSNLFNMyrOVRW6q9uXKVq34txPzLc46hv/1Ldey5lVh2vW0PNAXE/bv4gh/glQ2qAo20DTBi0A+aYn5vdVlecVWwIP+Tvz/w7wDDPToev6nLK5iyO+5vmqK24iosuiGNG1/ui1bikJxgzaA6sjCWZg+MVs3UUIwblE2EHEI4lZGF8obLm0ZO4TjeHq+l0VdzPTOWbub/q1JzwPzpu5Lq953Ui2DLcE1AkBcDmRchwxbx9Tt+RWCKpacJ9h854yEix9c8Zkx3Cb/RXdREB1hfiJkrrGqmjq+GoqmsBUGq4Og1tXe22SYJI7n2GlSYJJEciGvwsFriNGJYOjBpMiGBYtG0H00Dpr+58m3PVMxOTNflfl2wzeNwG1P7B7rftHMgzz11R+yczjzculDmZ9vUIkDP9CDP6ZGMOZMcEM+RFIhxo62D5nydLuPr3Tyw8jVRH5iKI+N0d6Seqpu7+64mEm+oMkGPMzmoqakmCSiCrXTs73rhlWqUKdBcZuOjAsMsDCTosCDP5GD1EDOZS60r8v+i6WOj6XU0S6Hx6rXs/fmbnVQVuMIrc7YhKwlprKqRqzSKkS89hEQKem8//5Q/5/bTf/ZV+vD9tV+SSDT4iln9jMKeB77O7G83q3d4qn5gujtWfgy1K3Z0K0Oi0zqw7XtOBzQP/sDXIHE2t2kve7JJjkYQlvtVMchf7YM5A3idAxxoUKX7olAAANg0lEQVQDg6B0MrgFTJ+oBM/6gPfBvh9oLHV8NRVBMJkPFM4kDNNOcNQ1PB9DttLkqvhUAf0qlg4A1rVsVA8e98jClX3rbtqFmHIEZejLSt2LJ/aV4XM5OxDFu5yIvrbXNcTcbXmrK74monDP0fIOxsQkJ6OKJJhkoNhHBtfWWoCXDRJ4+WVg3ciRetWCBSHx/wcSoGrDOb8bZ9E6v2U2ZbHapRXjz456z41mhrkp04GJ4EoUZPClpW7P7X3lil1c8+pSb6xj4aZ2vi+xamxfD+VmV+WTevRdkLBqdsTC0uuq/AeBZ4cZe/uP8hXJzJIYcB1JMAOGMH0CjJg0ir4UbDYLAa8PQt1jpHvRGjNa/lzt3MtGEDFvYjtfRiAurqqy+UuDywHsEKtPBjc78gLjqM+dkxEaI6B+FenFzWg3Zu/hsYJA+VyVVQA/1vdOhwFfqdsT9gI4ls7y9/gQkAQTH16DWru5uvwsHcpcM5eohqKbAiyZVZpdU0a0wPJfHbx7rDYMuq3U3XBRvx0MoPiqna8Q4ZBYMojIX9Jk2YrC2KP4XBVrANoyvAzy28fsOSI2wfx2PHPn60TYoqccYlpnr28YFUs/+fvAEZAEM3AM0yZBeHND12ea7NBnDzi2o/nze13CxmrrdVU+TuCoT8BdMmiRw90wLZw8b7VTpMadFWtx6aAfS8fsuW04ovDVlNdBV1zhwyiYIxihm7+m8jVmPrinnuGso2PhIn9PDIFYayAxqbJV0hEw7jZ+dCwyG5yKGHfb6z2z4lWk2VX5Nx18Sax2RPS6va4h7C7FSLFL2pMxd1oRnA5F377pJx4Ji+VZcP/Mlwz4HW5PWaw7GCGn2VVxnw6q6UUwOh4ones5I9YY5e8DR0ASzMAxTIsErqoqbh4efJx1E9HvGGx3eyxE8Wc82HDOSQepodDrMQfFvNRR3xjWG9wgB9Uinogj27MY79T0J0ddw82R+vK7KjdwOI9xhs9Rb+4OpaWm/GyNlTk9+tAYdFGpu+HOmGOUFQaMgCSYAUOYHgFxEQzxT466xtGJaGY4Y0KJ+NF3y4wWCNsgGMXyfLQdDBF3lIz2l1Lty+JJOmzxu5yfM2BkAuhZiPGdvd6zrZnxeWsqpxLzwh51faoWPLTbgtiMDFkncQQkwSSOXVpbxkUwujLHMTexyHt+l1P4S/Uyfgs7UF3/u2Pu4ovD/dYyo+JcTaG7owHEzC+V1jf+OlodX43zP2Ac068O0beOugZT4RZEat5ASH+yO2UsEX1qr2sYcoG60rpYe3QmCWawkI+z35cmT87fZ4KJOxgGqwrvNqyu8dM4uzCq+6qdz4Lwm+htKaizdn5Z/eL7wtXzupzzCDgrogzmDg3WI4fXP/FGtH68Lud8gmG42HsHo9BS+30NpoJ1NdVUTFFY8XRHqWPGXaX1nvMTwUa2iR8BSTDxYzYoLRhQmmucDzDj1GgKiJCSdrfHloiS3ulTt4Gqv0hAVCtZJrR3gCeNDkNiQk+fy/kuAXtH1IGowVH3SwCtSPUiGcoRcLvd7QlnQNdPlCAYFbSIGRaRQjYY1CePuF/G0E1kfSTSRhJMIqgNUpsN1eVnWUiZGz3kA3/lcDfGNHILNwRhyGcl/TkGHFGHSPytoy58RDix09p7R4eIW1wQTobwi7Io2M/MDqvFVXm+xnxHn6fqgAJylbgbHjAzDcYORqcGEeCLQZ84vJaJMhOAGeSSU0cSTHJwTIsUw4EvFHwp6uXpALIQrp8xpUJVFI/w7o66SyLcYa/zhHVIFIHRm1uD68ORoJCqEE0bVtewyAxgG2umnRJi7V+9ov0Tey2KZXLxnIUiM2PM0nVEInHJa2Vgdjj3hphCZIWEEZAEkzB06W+4zjV1tAX6DxGjtRF0Vafrh9U3XJ2Idr6ZFX+GRn+N3pY7Nbb+OtL9yaYn6hfC717wpcNn3dXsDqLNVVnVyfxv6sF4IvmZ3e0xHa6iaweDx0Gk2wsKtqc7Hl2bCDayTWIISIJJDLdBa+WrdoYixfMVYRTaiPcJdzdiRmFfdeUiEEfNua0wPVhS39Dv4rVbfkt15TUa8V/C9MehIB8Yz/2H3zX19zpr/6LuJyBjK6NcY3cvihnYu7t/r6v8CAWKB4zX7PWemGEkzOAk65hHQBKMeawyoqa32tlKhMJwyhi+PXUNpixcw7X3VlcsJ6JdIg1UXCAHoGwTyXlSWBv71zgWg3F0TxnGBoRwn72uwaybg9F8o8t5YYhxW/eJjcCdihaaFI8Ny+ozpuxUYFWXBDo7pm3x4LOmjlUZMdE5ooQkmCybSH+1862u5GD9C4O9pe7GhHIltc48YWJIsz7DwMjIkND9DndDxOdnkUyuubX5HQZ6Gfkx82rH2L23ieWc2Ldff03lHGY+u/u/M/MLpfWNvcgr1vSxy1Xow7rrwzlmxmorfx84ApJgBo5hWiX4qitvYeKLw02cyLtsr/MkZETWXFMxRWcSoQ3C7o4AxEz1sSn+sAh52VM91oPaH8ruD58FIBp4gmDAXNN9YdwGbeQY9xIR0S+u0nzetJ1K7l4YNs1JXIJk5bgRkAQTN2SD28BwJFS1xnBOgARebnc37paIhk2uihsVUL8sBkKWET9X4TN6pmsN10dTzZRTFFYf6fUb4UVHneeoRHTyuSoXAmwknCOmpfZ6c8Z1ifQl26QGAUkwqcE1pVJ9LqeI3bt1304GYgbf5Kp4VAH9LpziDFpc6m6oiDUo7wznhaT8knGSmAKKxXLMsDkLTIXQ7CtfGOyBMREKQvZOx8h4Q0/E0lf+nnoEJMGkHuOk9+CtrniAiE5PJsF4Z1S8Qgod1lemuD8prW8ca2YQfpfzKgau7a7LjFdL6z39ZJqRJep4q53fEmFrnaiuLM4LYrN9yHqpRUASTGrxTYl0cRRRoT4ozN97djCQHYzX5VxJfcJcEiEETa2wz134tJmB+F3ltQylywZH+AwoXF5S17jETNu+dWprYblwdcUKHQjdOaZxt9paGDGNZckuBCTBZNd8dX27IjZMWeiDvnmMkk4wwLslbs/+ZgI7Cb16Eox40g5a+dAR9yTm9+OdXr43qzS9I6DfHSkPdRZO3ZBTWRJMlk553/sOMYyBEIyvpmINuHcMXJ2030fKAR0ONq/LeSFh8x1MW1ANHjZyzlPvZSnEUu0kICAJJgkgDoYI4TZghbYCoJLu/gdEMNVOL+gXJ0ci+qmk0LIr3bZAOC6aKsKXyUKqx3ikJvaGLDgu0R2MqQ5lpYxHQBJMxk9RZAU3JXqbPlCC4VpY/KsrNvQkKx1cV+Zu3GzkZgYmkS6XueNDIipixlodlqmxYr6YkSvrZC8CkmCyd+7QMv2E3TTV+mF37FtifGav90Q09Y80VEEwzaud63qGadBBh5a5G16LFx5fjfMlMCYD/JPG1mmSYOJFMLfqS4LJ8vn0VVfcBKLLxDCY6OtSEylV+w65L8GI16MSHmWPlss6Emwbzq6sVnV2E7A2xHIHk+XLa8DqS4IZMISDL8BXU9EEplKR1L3U3Vgcr0aCYHyrnU0EDNvU9gOH2xM5Il2UDozMjo7QRoa+0maxnV40Z4G85I13QnKoviSYHJjM9TXlV1qgXENMbSXuBrvZZ+WeQ/e7nKs3OynGkc86HHyGIaBCEwqVvItsc/69NAcglkNIEAFJMAkCl2nN/NWVb4L0kSVFtv3iefnpHofP5VyGTXF0lYC6c8n8xJ0DRdgG32rHPQVMN+fXN3yRaVhJfdKHgCSY9GGd0p42nPO7cdA6XMFQ8N9bznvqk3g787nKF4KVqUSkl9Q1WBNJ2tazTxEmIZE7nHj1lvUzGwFJMJk9P3FrJyz0EzsilV/NUC8GeL3D7TGVcyhu5WSDIYeAJJghN+XhB7z+3Ir9rUHlLjA0GRZBLopkISAJJllI5oCc5urys3SoOzvqGy7JgeHIIWQAApJgMmASpAoSgVxFQBJMrs6sHJdEIAMQkASTAZMgVZAI5CoCkmBydWbluCQCGYCAJJgMmASpgkQgVxGQBJOrMyvHJRHIAAQkwWTAJEgVJAK5ioAkmFydWTkuiUAGICAJJgMmQaogEchVBCTB5OrMynFJBDIAAUkwGTAJUgWJQK4iIAkmV2dWjksikAEISILJgEmQKkgEchUBSTC5OrNyXBKBDEBAEkwGTIJUQSKQqwhIgsnVmZXjkghkAAKSYDJgEqQKEoFcRUASTK7OrByXRCADEJAEkwGTIFWQCOQqApJgcnVm5bgkAhmAgCSYDJgEqYJEIFcRkASTqzMrxyURyAAEJMFkwCRIFSQCuYqAJJhcnVk5LolABiAgCSYDJkGqIBHIVQQkweTqzMpxSQQyAAFJMBkwCVIFiUCuIiAJJldnVo5LIpABCEiCyYBJkCpIBHIVAUkwuTqzclwSgQxAQBJMBkyCVEEikKsISILJ1ZmV45IIZAACkmAyYBKkChKBXEVAEkyuzqwcl0QgAxCQBJMBkyBVkAjkKgKSYHJ1ZuW4JAIZgIAkmAyYBKmCRCBXEZAEk6szK8clEcgABCTBZMAkSBUkArmKgCSYXJ1ZOS6JQAYgIAkmAyZBqiARyFUEJMHk6szKcUkEMgABSTAZMAlSBYlAriLw/yQkS8FADfW/AAAAAElFTkSuQmCC"/>
          <p:cNvSpPr>
            <a:spLocks noChangeAspect="1" noChangeArrowheads="1"/>
          </p:cNvSpPr>
          <p:nvPr/>
        </p:nvSpPr>
        <p:spPr bwMode="auto">
          <a:xfrm>
            <a:off x="307975" y="-166688"/>
            <a:ext cx="666750" cy="676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1" name="TextBox 20"/>
          <p:cNvSpPr txBox="1"/>
          <p:nvPr/>
        </p:nvSpPr>
        <p:spPr>
          <a:xfrm>
            <a:off x="822325" y="4869160"/>
            <a:ext cx="8187278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err="1">
                <a:latin typeface="+mj-ea"/>
                <a:ea typeface="+mj-ea"/>
              </a:rPr>
              <a:t>모놀로식</a:t>
            </a:r>
            <a:r>
              <a:rPr lang="en-US" altLang="ko-KR" dirty="0">
                <a:latin typeface="+mj-ea"/>
                <a:ea typeface="+mj-ea"/>
              </a:rPr>
              <a:t>(Monolithic) </a:t>
            </a:r>
            <a:r>
              <a:rPr lang="ko-KR" altLang="en-US" dirty="0" err="1">
                <a:latin typeface="+mj-ea"/>
                <a:ea typeface="+mj-ea"/>
              </a:rPr>
              <a:t>아키텍처란</a:t>
            </a:r>
            <a:r>
              <a:rPr lang="en-US" altLang="ko-KR" dirty="0">
                <a:latin typeface="+mj-ea"/>
                <a:ea typeface="+mj-ea"/>
              </a:rPr>
              <a:t>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>
              <a:latin typeface="+mj-ea"/>
              <a:ea typeface="+mj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500" dirty="0">
                <a:latin typeface="+mj-ea"/>
                <a:ea typeface="+mj-ea"/>
              </a:rPr>
              <a:t>소프트웨어의 모든 구성요소가 한 곳에서 관리되는 아키텍처</a:t>
            </a:r>
            <a:r>
              <a:rPr lang="en-US" altLang="ko-KR" sz="1500" dirty="0">
                <a:latin typeface="+mj-ea"/>
                <a:ea typeface="+mj-ea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500" dirty="0">
              <a:latin typeface="+mj-ea"/>
              <a:ea typeface="+mj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500" dirty="0">
                <a:latin typeface="+mj-ea"/>
                <a:ea typeface="+mj-ea"/>
              </a:rPr>
              <a:t>유지보수가 용이하여 소규모 프로젝트에서 합리적</a:t>
            </a:r>
            <a:r>
              <a:rPr lang="en-US" altLang="ko-KR" sz="1500" dirty="0">
                <a:latin typeface="+mj-ea"/>
                <a:ea typeface="+mj-ea"/>
              </a:rPr>
              <a:t>.</a:t>
            </a:r>
            <a:endParaRPr lang="ko-KR" altLang="en-US" sz="1500" dirty="0">
              <a:latin typeface="+mj-ea"/>
              <a:ea typeface="+mj-ea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97" y="1484784"/>
            <a:ext cx="7750831" cy="278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9724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1BEF1B6D-EDD0-46B0-8C4B-4503BA8E5168}"/>
              </a:ext>
            </a:extLst>
          </p:cNvPr>
          <p:cNvSpPr txBox="1">
            <a:spLocks/>
          </p:cNvSpPr>
          <p:nvPr/>
        </p:nvSpPr>
        <p:spPr>
          <a:xfrm>
            <a:off x="294114" y="264068"/>
            <a:ext cx="7444968" cy="42862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400" b="1" kern="1200" baseline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</a:lstStyle>
          <a:p>
            <a:r>
              <a:rPr lang="en-US" altLang="ko-KR" sz="2000" dirty="0">
                <a:solidFill>
                  <a:prstClr val="black"/>
                </a:solidFill>
                <a:latin typeface="+mj-lt"/>
                <a:ea typeface="+mn-ea"/>
                <a:cs typeface="Arial" charset="0"/>
              </a:rPr>
              <a:t>2. MSA</a:t>
            </a:r>
            <a:r>
              <a:rPr lang="ko-KR" altLang="en-US" sz="2000" dirty="0">
                <a:solidFill>
                  <a:prstClr val="black"/>
                </a:solidFill>
                <a:latin typeface="+mj-lt"/>
                <a:ea typeface="+mn-ea"/>
                <a:cs typeface="Arial" charset="0"/>
              </a:rPr>
              <a:t> 등장 배경</a:t>
            </a:r>
            <a:endParaRPr lang="ko-KR" altLang="en-US" sz="2200" dirty="0">
              <a:latin typeface="+mj-lt"/>
              <a:ea typeface="+mn-ea"/>
            </a:endParaRPr>
          </a:p>
        </p:txBody>
      </p:sp>
      <p:sp>
        <p:nvSpPr>
          <p:cNvPr id="9" name="AutoShape 2" descr="data:image/png;base64,iVBORw0KGgoAAAANSUhEUgAAARgAAAEcCAYAAAAcH6uaAAAAAXNSR0IArs4c6QAAAp50RVh0bXhmaWxlACUzQ214R3JhcGhNb2RlbCUzRSUzQ3Jvb3QlM0UlM0NteENlbGwlMjBpZCUzRCUyMjAlMjIlMkYlM0UlM0NteENlbGwlMjBpZCUzRCUyMjElMjIlMjBwYXJlbnQlM0QlMjIwJTIyJTJGJTNFJTNDbXhDZWxsJTIwaWQlM0QlMjIyJTIyJTIwdmFsdWUlM0QlMjIlMjIlMjBzdHlsZSUzRCUyMnZlcnRpY2FsTGFiZWxQb3NpdGlvbiUzRGJvdHRvbSUzQnNrZXRjaCUzRDAlM0JodG1sJTNEMSUzQmZpbGxDb2xvciUzRCUyM0YwNjY1MCUzQnN0cm9rZUNvbG9yJTNEJTIzZmZmZmZmJTNCdmVydGljYWxBbGlnbiUzRHRvcCUzQmFsaWduJTNEY2VudGVyJTNCcG9pbnRzJTNEJTVCJTVEJTNCcG9pbnRlckV2ZW50cyUzRDElM0JzaGFwZSUzRG14Z3JhcGguY2lzY29fc2FmZS5jb21wb3NpdGVJY29uJTNCYmdJY29uJTNEdGhyZWF0MSUzQnJlc0ljb24lM0RteGdyYXBoLmNpc2NvX3NhZmUudGhyZWF0LnRocmVhdF9hNiUzQiUyMiUyMHZlcnRleCUzRCUyMjElMjIlMjBwYXJlbnQlM0QlMjIxJTIyJTNFJTNDbXhHZW9tZXRyeSUyMHglM0QlMjItMjAwMCUyMiUyMHklM0QlMjI5NjAlMjIlMjB3aWR0aCUzRCUyMjQ5JTIyJTIwaGVpZ2h0JTNEJTIyNTAlMjIlMjBhcyUzRCUyMmdlb21ldHJ5JTIyJTJGJTNFJTNDJTJGbXhDZWxsJTNFJTNDJTJGcm9vdCUzRSUzQyUyRm14R3JhcGhNb2RlbCUzRV5Rg9QAACAASURBVHhe7V0HeFvV2X6/eyV5xpKdAUkIK4SyV8JeoYyyYssJpqUFCiSWCRAg/IxSoJhRRqFlEywnJYwCJSSWE1YZBcoKK8xAIOxAQkhiSXa8JN37/c+5joOHxpUsyZJ8zvPw0KJzvvOd95z7+oxvEGSRCEgEJAIpQoBSJFeKlQhIBCQCkAQjF4F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0BWI+CvmTbBXrdwZVYPIoeVlwSTw5M7FIbmrXYucRQWzKA7Hl07FMabbWOUBJNtMyb17YWA1+X8UgW/MMzdeA4BuoQnsxCQBJNZ8yG1iQMBBhS/q/J7AHbW9fNL5zbeH0dzWTUNCEiCSQPIsovUIMC1tRbv6g++V4DRAFY53J6tU9OTlJooApJgEkVOtht0BPoQDBNwtd3tuW7QFZMKbEZAEkwGLwaeXVW2trltTLFitbAeDMFi0UPFamsglNfR5l/TuW3ryDZasCCQwUNIqWp9CAYErLa7PWNT2qkUHhcCkmDigis9ldk1ZYSflcdBdETYHhkaEdoAtDDjEyLlgRL3oscy+ZKzqaZiSlld45JkIhiGYKCDLih1N9yZzH6krMQRkASTOHYpb+mrdl7OoNkgHhltohgQf70Z4BaF8Jwe0u5zzHvyxZQrGKMDrqoqbi4NPaYz78bES8vcjb9Lpk59CaZLNv3ocDdslcx+pKzEEZAEkzh2aWkpjkn+1sBFAF0KwGqmUyKEWMeHrGgPlNYtuctMm2TW4dqq4ubV2sU69IsIGEZApwqUF7s9zyW1H0DxVVesIqIxm+Uy0BbUdh4zf8mKZPYlZSWGgCSYxHBLe6ufZ5x4vFWx1BEQz19ncfG50gblmgL3okfSobR3evneiqo8qQNjeiyu7x1uzzap6N/nqvQBbO8pm5kfLK1v/GMq+pMy40NAEkx8eA1qba6dnO9f43gSjCPjUUTsaHQdzzrcngqi1Bmjbag+6SALaS8yOL+Hfkyk/MVet+j6eHQ2W9frcoYIUHsRDNDiCDi2pvnzfWblyHqpQUASTGpwTalU34zyW6GQODbFNX/ilaXE7RmXistg/4xpx7OiLwFY6Tl4AnW0IjRujHvJ+mSDIi7Dfayu64cCA2TRDrTPWbI02X1KefEhENcCjU+0rJ1KBHznnngkBy3PEdDrg47VJzO3QlFOL61rWBSrrtnffTWVR4PxFMD974gIbzrqPAeZlRVPveYZJ1WwGvKwuOXuW5huddQ3XBKPPFk3+QhIgkk+pmmT6KuuuAlElyXQYTtZ9Kn2exc/m0DbXk2WV1UVj3EE1xKhMKws4kscdY23DrSfcO391c6nmHB8WNnMSx31jQemol8p0zwCkmDMY5VxNZmhNJ9d/ijrysninTqeQqCm5iLLhHG3LWiKp13fur5q5/MgHBVOBgP+IGPyqHrPBwPpI6xsl6vQj59/AjAsPLHRD/k6jsyvb/gi2X1LeeYRiHNZmhcsa6YPAb+rci2DR8Xbo868uqy+MWHLV5+rsopZ/zdR+LsgJvqktK5h93j1MlO/ZfoJu2mq9eModYMBTS8fNW/guzQz+sg64RGQBJMDK8M/c8oBrFle73vBamZoBHrK7m440UzdnnW4qsrmLw2KQE8RHQwZ8JS6PZXxyjZT31ddeQuIL45al/FnR73nRjPyZJ3UICAJJjW4pl2qv6ZyDjOfnUDHDGvoaMc98Vn++qZPnQFVrx+MD3yda+poK+kfgTEiWv8EvdbuXnxNApjIJklCQBJMkoAcbDHrZ5841tpq+ZiB0nh10RmflY717UO1L3eYbet3OZcysH+0+opCrpL7GqKTkNkOe9Tzzaj4MxT6a6ymBNxtd3tmxaonf08dApJgUodtTMnGC0yJNrx03qLvYlY2UcHvct7GwIUmqvarwrpycencRX8307bJVXmISvrzzNTToK5XU7GwdOKzSuuSGwRqVVVVWbEjuIwIMS2DFeInSuoaq8yMSdZJDQKSYFKDa0yprTOrJgb14F0WRm2yfHS806duQ4r+AQiOmAr0qUDM35T4bDuZCf9g5v5D2KZYFJo2LIn2NkJls7sXY3iMFxz1nqPjxSKe+sLYj1JgRBiPDplcVxLMIM2O/2zn06zjaCsrBxXVL3onWWp4q8s9REpFAvJ0C6mnFtctfDRWW2+181UiHBKjXiAU5MNG3N/4Vix5Zn8XrhLe1Y6vN0Wwi92M8Zyj3vOb2BUTr7HR5bywCMq/yb1oTeJScrelJJhBmNuWmVWHa6Gg8Cy2tfisw8ctGJgtSs8h+Fy/HQ90fpnIsBhYUur2lMdq66upWAOmLaPVI6A1xJZjhtc/8UYseWZ/97oq/wHos8mk0Q+DFpS6G042Kz+Rel6Xcz4zWsrq5V1POPwkwSSyqgbYxldT+QqYDwOYHe7GuEz9Y3Vt3FGUBlcRIljWRhVATXZ3g4g9EzE6f+v08r2DqvIqgKKoohiBkI0PG3FPcnYwIv8RWF/BfXydoumggG4pcTeIMBcpKz5XxRqAfmrxWo9M5h+KlCmcZsGSYNIM+PrTTxxrybd8BSBPEIw34C/bbv7LSfP6FUGY/D++/yqIDoh3aATSFMLJ0e5NmlwVNRbQnTpgi7GDYY24IhlR7N51TSwcz1t/S8Qj4xlTiPSrRtQtTokXt9CDzzjD4bf5NwD6RpBykqOu4fl49BsKdSXBpHmW/dUVDzPRH7q6ZdahHFbmbngtmWr4XeVXM5TaRGQy8xOl9ZFfXsy+VCXzFak3ZuZGxWAEdZw1KoWpTLwznPNJwR9BCCGkzHTMWzTXnHZDp5YkmDTPta+moglMhq0KgXRd044onbf4f8lUY/25FftbgpRYqAKmHxz1DeMi6eOd4XyBFHPxaJJhByPcEQB+PG58GOutun5M0bzF78fd1kSD2lpYLlzt9AMoZEBnnc8vm9t4j4mmQ6qKJJg0TjdfcMoWvvb2n34BnZksfHwyvJr7DEPxVTs1k3ehfZqS7nA39Arg1LNCVA/mvpJIuWoggaa6wkDwM+gTUMrMlDHwhQPK5FS97mw4u7Ja1dndrYuu83mSYPrPjCQYM6s1SXXChVdIRXhHkfGw2eXsYJMxfHsNj4GOjrYttnzouZ97/nfxRLzuR8dONsITAMabgYRBi0vdDYk8maPlnKknaSFdPJlbzPTVt44CWlCSohcknjw53z+hdCWIN4cvlQQTfpYkwSSyehNoIy5ffas/+JSACb0+XOAHEa82mVHmNhHMBkb8BneGbsQrSEeeTlDBSgGI88mInsd5RLCGDfAUBhMCAgT6l0b6q2D+ttS9+CUz0HlrKs5UQG7mxMjFGIKC0+33eR4y01+8dXyuiusBuqJnO0kwkmDiXUdJrc+zjivxBfJ+JEZxL8HEIXuTrciMBa1ZhbgWFv+Pzh9A2MJsmxTXCzK4XcSgYcZqRcE7pFleYpU//U+T8t3Jm5LHCYz8nfl/J/B0EfUyUZ3E3RbDtqPD/W/xWpfU0mVn1LEMoBJJMLGhTXgSY4uWNXoi8NNpx4zKLyhcHe4+IZ/pV8kMjGTsYKqdqzlzCCbsYhCEozN/quuhB1TYQKpew8Ckga4cBi//4Av/pCNeNu+8abbPZlfl4zq4n3+T3MHIHYzZNZSSelEDJDFesdd7fp3MY1KTq2KNgujWtikZaEYI1S9zuBf/Ldmq+F2V1+vQr+hrSSxCArO85I3wRyTZsyDlhUVA5AsiVVkW7kdiCpQUB7en2578caDwrZt5wkQbW6/TdT62695kaBVxPPqP11LQfexK1uibayqm6EyNXUk0+5WAxvrM4fWL/5ms/nJFzpBbgIM1ca2zyvcOdoYnGKETMf/LXt94aiL6iSPRxpppLo21Cwk0IR5z+kT6y+Q2RPjUXufZNZk6Gl7qqi7Cc4aN/0vAWgqok0vmL5TZJPsALwkmmSsxiqyWmopddKbl4TJsiGY6c0eezgfFYxgmUrS2rdWPCmnabQzaOpGQmWkafnq6YbDGoZOHz31SPKUnpQgfKIb2IhgRjQ/FnU+pu3G3pHSYY0IkwaRpQjec87txaqhDBJaKjDnjP456z7GxVBJWpBesmnYiVO1vxNhBmATHajM0fuevHO7GHZI11o0zp+0RDIU8RLRdVJkm5y1ZemWTHLkw0zRbXU+weSJmSPj8QZv0iBXmsXX61BMCin47EZL2IaUJgtR2Q9AVXa8uSdI9SJehnzYfoOhe48ZfDOUau3tRQr5fqQVl8KVLgknTHBhezqs/+ATAr6J1KY5QShgjMRE5zc/qo6TgKLOGbmkaWkZ0I+5eVvKqfSe532sbqEIi7gyBZ5uRI17+dFWdVjpnocdM/aFWRxJMGmfcW+18UCGcFukeplsVQSC6Sq7hmwJmN9c4b9AYFyQW4yWNAxzUrigILXiOY96TCXs0r6+euq8K/XYCDjJ76BS5pUpJnZQqn6dBhTQJnUuCSQKIZkV4p5cfpqjKK7EIpkse6QR+h4HRBIwbiGWrWf1yoF6AGC+ErPlnD7/3sVVmx7MpSNctBDotbH7tKIIG8vpnVr9sricJJs2z53M5A0jECTHNemZ1d4T1FsYfYgVT59lVZd7WQJVCyp/AvG1CY9ZCRznmxZdTKqF+srSRJJg0T1yziOEK+qMIiCRLChEQABPPdLgb6/r2sto1ZUQ+lP9TgHP6+hTFo5GRiaG+cYdkWmDH03821JUEk+ZZWnvBKVvktbeL7bs1zV0Pze4Y79lJmQL3orXtrsppnaRfoLByAIMjxrwxC5QCOqPE3fCA2fpDsZ4kmEGYdW91xQNEdPogdD1Uu+w04sowVLOXt7GAEo6adnfD8Fj1hvrvkmAGYQWIXYytrW0ZEY0ZhO5llwNFgKCrujJrWP2iewcqKtfbS4IZpBn2VTsvB9H1Q968f5DwT7Rbw2iasdRe33BgojKGUjtJMIM02yK/M7H+YEwz9EHST3YbHgECvCXQdpTpYs2tEEkwMXASnsq+6VPH2YDdWNWDsZ4+zcAuZPpdlXMB/QwMwZAKZjDKzDoUtKjKpOI5Cz/KTP0yTytJMH3mZNXsqrKi1sAlKmgqE7YnQGFmAndBJf6XSMWoAx0K4xMQnizxWm82G/KyKzbvsncJyp6ZtxykRtEQsFksBxfem7xUuEMBbUkwm2bZP2Pa8aSEbtSJdjFeG8zEhBWmLCQM+ykA0Aqm0LzSuiV3RVs4flfl2wzedygsrlwZo7h10UG3l7obLsqVMaVrHEOeYDaFUbgTjONB0dOhxpwUNvY5K8DqxSXK8JfJ7e7leOevmXolWL9OmtjFRDJjKhBEgkhcWur23J4xSmWRIkOaYIRzm0XRnwZjRFLnTBAN0ZetgVD56PlLvvhy1nHFozvzzgox/pH62C0EKijoOs51dghf36QOLR3CyGIB8gqAYAAcECYsg1MY3GoFTU3GvdvgjGDwex2yBCN2E8z61Ykm9jI1dQxxe3M/KbqXdHV2qkNZqqPHwXrIUbDuPtFQT/vuKwSXvYngJ8uMjzXjCxFsh/0Glp33hLrlWOjNPoRWfIzQsjeg/TTgcMWmh298FAotLdFHHtl3F2paiKxoIDAkCcbrci5WgBM3eyizcXmbGjCMe5rUrjbxFz//5OmwHXQkYO3vgaD7vWi94xroP4qAeplZ1O13RMHva6CO276fghwKob3uZgQ/ejflyuvAGmhKddm8RU+lvLMh0EGKl37mIeitrryGwCdsCuD8jaaHniCydOSx4hU3MAHQ5i9UoWCHppGVmMaD9clEJIyrRmba07LtiBOQf9IfQZbI7k3aF8vReue14AzcydCIUSia8X9Qt9sx8oIJBbHxhkugpZgkdfDnpWP23o1qa0OZt3qzT6MhRzAtM6sOJy2Y12nJ/yyemCFiate5po7Op1CFzspVAMZkymVt8VW3Qd0qRrSBUBCtt9citPLTjFuleUeVI7/qzJh6dT69AB2Nj8SsN7AKzLqmTpE7mIGh2N16yBFMcmAD/DXOh3TGKQTjSXvQChUUYtiN9RD/jlqY0fH4P9H53ycHTddIHRe6LoF14kEx9Qq++zra6m+NWW/AFRjrNWv+PvH+ARpwvzkoQBLMACbVP3PKAawpLwOUNwAxA2pKefko/ut9UIbZY8rpeGI+Op8XucMyqxRddB0sv4qd9SOw9GW0339HWpQnoteDhcHfjuhKhqewy5WPOneHuE+T8V/MT4EkGPNYha25sdq5V5Dw/mACWTT7Wlh22j3mDmZj7fnQfvphgCNOfvO831Qif2rs6BXt/7oPgf/9J/kKhJEojOsY+JpZ/4QUZRR0TADBz4wfFPAPUJQW0SykBV9UlaL3He5/f5UWxbKsk8H8LrIMqsjqeqsrFxFx5WANSFyOFlZfDGX4yKgqhD56B20P3A3e2DxYqvbrV3GUoeiym6GURTdF0r77Eq23XJEhl9TcZVIpCrFIWyLeITUGtxPTh4qiLCiuW3SP3Omk/AE1Y9ZxShURzovNLqeXgZKUdhRFuGWHnWH7zVRYd90bUCNfCwXf+C/an5gPbjX+AA9qEce6oouuhTJm64h6iCd2beWnaH+sHtziH1R9zXQuwjmIpBAAt4LwtqpYrxs2Z8ErZtrmYh25g0nSrHpdlfUEnp56q5fIClN+IdRf7QZ17NbgQAB5hx8LZdTofg0Cr72AjoUPgNs2Jmn08YuhEgeKzr0C6rb988cF3n0dvPZH8MYWaD98i9DK5V0HluwsRqaDYGfINeJB4z5nSBVJMEma7g1nV1arzHeA0WWnnwFFvCwVzboK6vid+pPMW6+g46F7B+XIoZQ4UDjzT1C375+DLiguch+6B8K4LpcKgToooOxdMn/hilwaV6yxSIKJhZDJ3/2uyie5y4AvowrlF6Dw7MsM8/u+JfTh22i97+a0+ispxSUonH1NWLudwGvPo/3hOdm8W4kx96QT8Q32Oo+woxoSJasJRsRu2aq1tGOw/UXWn37iWGuB5VtmWDJx1YijU6HrYljE/UyfEvrsQ+N+Q4/L16fvsjF3fKGiYSi+5K9QRo/rp0fni0vQ2fDwoOyo0jlnRAhpuj6rrH7xfensd7D6ymqC8bkqrmfGuNL6xj8OFoCiX5/L2QCGM9U+RwMaY34Bis67EpYJu/QTI+45xM5B++aL3r+pKtRtJ8Aybjso2+wAKiruMugj6gqD012YobduhP7zGmjffwV93U/QVq8CQsHNVcSFbuHsa437ob4l8MISdCx5FNzRPqAhDn5j6gA4SMAGJu7QdTJAElfuTGwjUop01tZayDJvWN2iqHGDBn8sydEg2wnmUQIdWeL2bDlYT4LfnDHZUWpzrEupV3Zy5hrCKK/wgqthCXMnI0im86nHoX37JWiYHdbd9oa6wy7GC494So6n6OvXIvTlZwh9/B70H78FCopQ8HtXWEfGwMvPoGPRg12hJbKsiNciBfCzjhW6Qq9B549Um77efu/iZ7NsKClTN6sJxu9yLmXG/jrjtLK5nodThlIUwSKhPRFOG4y+E+nTIJnz/wLxrN2viJ2I3xs3oUTVQ+x0dA1Q+58ejSfzh+eAtey60CWQrrP+MCnKw466hucTmYeh0iarCcZX7fwchB0HKwnWylnHlYzozPuJkDkvR6YWbl6+8URsxjzflLwEKgVef9F4Lcq252cGfCEou4x0L1qTwLCHXJOsJhi/y/kOA5PErGmEO4bXeS5M5ww21ThvUBiXp7PPZPVFZSNQePp5YV+XktVHJDniGNZ2383QvetT3VXy5YtLWi10yvC5Tz6RfOG5JzG7Caba+RQTjhfTQoAW0kO/S9fEs2vKCD/U9wBENkPN4PVi2f5XyD/FBXXr/gGeUq62phk+RR1P/juj3BZMj5voUUddw+9N1x/CFbObYFwVdzPo3O75I9DP7VrgyC3nPfVJqufUf075sRxSnkl1P6mQr249HgUnnwU1zItSKvoLK5MZoa9WoH3eP6A3Zd1OZoPD7UluHOe0AZ/ejrKaYDZMP3GGqlrqe0FGWMUh5dDSeYtSGh8yWxPYi8BUBWdeEDtAVZrWob5hHTbeegW4STzEZU1hnZXzymRu6pgTltUE01FduWMHsciy1ysei9jJ/JzXMWHCXc+kxG3Yf7bzNNZx/yYTh5ggZ0oFZeSWKLrgaoh/Z1LRfU1ovfUKw34mWwoBb9ndngP66ltbC8vhL0+2TJ7cfyQLlo/UP911gX51LfTBMqtIN75ZTTAvTZ6cv8+Ojle7L3p7gicsJsG42+72zE4GqN7p5YcpVuVPuo7JJPyNsgw5stpQfNU/oGwxNhlwJF2G9tUKIzB5FtnDaKRqh+iaZT8CHwHmnUDKKDDbjfgNYYybxZIRmUEhwjoQNWma/prFynfa5yxZmnRAM0Rgln0m/VFrqik/W2FlTkQ8GesJeKykuOQmuu1B096s66ord7SSfgQznagQDmSGsDYT3vhZWay7TUThrCszV/f2VrTe9zeEVmRP2mci6MwiIgwL2+b4sTUyTpAu8i8R83KLqj5RVKDeT7ctaIpfWGa2SACVzBoIV1UV+0uDqzdlCQivnJhIBe3EWMXE70PHtyqUzqDCm8PwM+sBYioj0HYKMJ6JxgBcnG3HoEizQ8LJ8PTzQKPHQi0dGTa9yWDMrIjxIi55A2+9gsCrzwGDmGhtMMbfs08RxgqAn4jvCUK9JxdsbbKeYMQEbahxXmdhXGnO5W6wl9Hg9U+KApSNgHXH3WHZY5IRLkH4Fonjk/AvSksRZ4fODmi+DdBWfIzgO68abgWy9EBAHKJA68B8Q+nc7E5Zm6ZVldrlIy7WLljt/IaArVLbU3ZJF97TyvBRCH74DtgfZtetWiDsYSx77QfLr3Y3Ln+FK4FRkkU43ZcR4ln6848R/Pg9hD79ALqIDRwhiFS+81TDCC/4+ovgHg6T2YV+crQlpqUlHcUV9NBDPydHYnql5ATBCMjWnn7sHnn5+cty5Ugz0GUgIsYV/+X2rmwDoSBEOITAGy91fdiRii0PqnBuLBsBdZsdjEBVIs6vIUPsckwUcUkr8klrn39sRKPj9T8j9ON30Nesiu4WoFqQd+gxsB56NNSx24DbWtF629XQVn1totdcr0IbdZ1nDpa/3UDQzRmCESD4XOWXgpWbsvcq9pepJHtpV57m8TuBVAtCq79DcOkr/UMqRJj9glNnwnboMb1+FR+/9uVnCLzzGkQA8IhxeUVMX3FtKTJFWqwgq9XwsI4awpl1cDDY9Qokdh0d7WBN63J0jFDEbkkc06x77w/LbhOhlPVOminuZdr/eXv09U1kZIS07rW/8W+y2RD471PGnU4uFQJpOvMjpfWe2OkXMmjgOUUwm0kGyl+zIXxC5HVARoAo694HAOLeZFMRyeD1dWsQ+uhd46ihr/4+7K5AxG0pubEe6D7u9OlIpI/lpvXQ1qxCaPn70NeuNo4kvH4tWNdTtjzFXQ8NHwl1y62MWLzqDjtDHbONEWcmXNF9G9A25yYjhETfIo5zwlnTsuf+sGy/I8Ql9uaiaWi96zqIYFrZVHp+jH3vE40Tq7gEZrxur/ccmi3jyjmCEcALM36ElIcZGJ4tE9FTT3KUYdi19/xyHxJmEHrTOoRWfIzQB28h9PUKcIvIEtC1LPOOcSJ/WhwxuAKdCH3/NfSfV3cFi/r6c6CzE3qnkWesi3Q628Ht7eCOtsg7ksIikC0fIkyn+BLEDkjsUsRxTexUlNLhRjS7mGlue/TQMxeSseMZvxOse+4Hy467QRnTPzJed9PgsjfRVve3zJl+AYgCDYxOYmwk4rU6k7hX0Znoe2L+2kJoDxFbmKEpRGWk09Y62LCKJMK2DIxl4Kd2aAeMcS/JCv+KnCQYMSFcW2vxrf5gLoDTSDxSZ1FRRm6B4tq7oiaz7zkcQQrBt//XdSwIBVF04TVhswnEDYGuGcG3SQsZT8naTz8aux5xBOl1vFJViPzS4uNXy0aCRCYDccSyWgEaGPTB95eifd5tsB4w2fgnbBybMAMz4g3fe2PcQ052A4K4P9GXWVUs6WjXHh1qmQVylmC6F8ryqqri0fbOv5FCZxBT1ljgFp77Z1j32De+9R4luFN8giLX5vY2tNffiuDy9zdXEqlRiv98a+z82MlSwoSczqefQEfjv0zUTH4VkUGACc/k6/hTfn1Dnzikye8vkyXmPMF0g89VVTZ/qTJOQeBGjTCRmLfJ9BcncdTJO74qoz5cgac4eogjSHcR7geGj1OMzJLp+BD0Fj9Cb76EdhHgUFwyp7EQ4NVB8x0B+7U0f74vjV1nbFdDhmB6zgBfcMoWGwOhnTQtsJOqKmNCGsaAmXQFW6tMowj65viODEX4NH3NJDKD0lRKln2ImSVBBMUx3LjMtB58pPF8KyLzD3Zpc9+C4Htv9CIYseNStxgzaKqJJ3FxnAq+9QpETOA0R8rTSv9fwAAAIABJREFUGXjIUVBwGd3x6NpBAyEDOx6SBJPIPLDLVeindWvBhvtA2ot4aVHGbmtka1S33xGKvSxqitiUKcjctYN5/xf/PLGDKb7oWojL6XQWkZkytPLTrovuFR9DXHwPRiHgC7vb0z+L3GAok2F9SoIxOSHe/5u6DbXwSuAX/yWTTZNeTeQ5su1/GCwTD+669IySizrZnYuPuG3uPyC8nzcfkUpHdOWYDpOmNtn9C3nGMeiDtxF840WExIvX4JcvHJJgws6CJJgwsIhk9j3/s4jdIV6lmtd8sJG5d+yZwV7bZC+D7aAjkHf4caDSFL3Kd7RBW7vGsKo1jiJv/Ld3WAUi2CYdAnWn3Y28SyRekkxa/saDn0gO1/H0AoSWvZlRCdp0xmdl9Z7+CafiGVyO1h3SBLNx5rF7hLSCWcw8CWC7QjScCYWGxUKPQoYJKwm3/IxdBsLvyPCWTtIxRV+3FsFP3kXo7VcRWvW1iEnQlV4kWhJ6cT8lDAMVxXgBs+xzIGwTD06OX5OmoflyV3ifqkGeFUkwkSdgSBHM+nMr9reFqEIHTiWdRzKRVXwSHNUGfpBXr8nuhfFZwRnngwqLTLYIX01b/T2CrzyL4AdvQ2/2DihvtTC0U8Zth7yjphjGcWb9mSINoPlPM8DeDQMaXyoaS4IZ4gTTVDPlFBXqLJ2x56YcRjlHrOI5O79iAIHuO9oNQ73O5zxdrzDJLKoKy4RdDevigWQxaLv3RgQ/fDuZmiVFliSYIUowvprKo4n5Bh3YJ9useeNd+QVnXQjb/ofH28yoL+5VOp6Yn3LfHbLlIf/k6bAd/GtAERmb4yudTy9AR+Mj8TVKQ21JMEOQYHyuynowT88Fz2oz30jx5X8zEtXHW0SMljb3renLT0SE/MpTkXdMZdx3M8F3XkPb3L/HO8SU15cEM4QIRrgGjHWEPgPxkAk+RaqKoiv/YcRyiacI/6W2ebfF0yQ5dRUVecdNQ375KXHJEwTT/mgduHVjXO1SXVkSzBAhmLUXnLJFXnu7OKTH96WlegWmWL5h6PZ/10HEkDFbQl98gnb3rYZNyaAU1YKCqjNgO+IE092HvliO9vl3QORSyqjC+MJRLw3tws1Jzlx28uyqsubW4DIGhI/RkCrW3fZBYfXFQH6BqXELj+j2+++E9l3/OCsRBQi3hS3GGrFbehrZifoiPIOIgCdenYStilkzfRF+oUgc7UZHDrvQUx8jf9LNl2VcJkgCrSupa9hSZBkwNQEmKjFDaa6edqzOvDzVSQRNqJNwlZwhGJ/L+Q2AbRNGIkMaiiDcIm4KCooQy+9JhFIQYRPyK0+DdeJBpkYggk21P3Sv4bNjulhtRvArpXSEYWwnYur2LgTrfodCHTOuK0PAa8+bft4WaWyLxO7LJDl2LHwAoU+WxXyOZxGi37sBgpSiRdUzjUHUiszEeKSEtnCR2x05YI7JzkSmjKay4CKFsT3ZtKMddy8RazsrS04QjP9s59Os47jIMyCWG20kcCcDbdBpJam8Xhf5bHTkESm7ieBUBIiwaIrIcTMYRnXWPSYh76QzU+o0GPr4XbTOucm0pzEVFht3JSJQVOvd1wPBQESYlS3HIr/894ahnRHsKZpRXg8pha5LTBNkXF8Zs+H13eF5GPrPa+JqmlhlbobC9fYtm6+k2pc74pUhLMj91RU3gGgWgEKxVkvdnoEZNsWrRJLrZz3BeGsqp5LOT4R5LWoV4QVDrN07vCD0Eu56ZiNqaxWqrQ0ZrgC1wlq3FqitNdJ4drsH/HzBKSMLOjvKdY1PhsITwWT+YmMAkyPi0Radf5XxIaes6Dpa//EXhFYuN91FwannwHbA4dh402XGc3asIo474tgj7Gk6n3rcFMmI41XRuX+O6w4plh49fxfJ3EQA8TSWIDPeslmUmwrnLHomVppY33lTttMDymUK6FQAmwmFgQdK3Z4z0qh30rvKaoLh2sn5vh/tnxLRdgYywiRXIb/O+KcDI68cyHbVIJzZVY7OjaERHeBpAJ0D8NhUPXtbJx2MglNcvWPLJnm6ta8+Q+sd15pOzyqcFwvP+TOUEjuaL+oTa1pRoBQVg9vawCKwd/duRVFRfM2dhi9S6+3XRM9i0HMXM+tKiOyTqSgi4l/LlTNTITq6TLEeCUFmWsukNwGkEeNnVrgFzNsTlCKCEQpTpGzo9S0yod2qqAcUz1mYPakuw6CR1QTTfHZltaaze9MgmIgW6CG6NBWXYuurp+6rQPMoRsbH5Bd13HYoPPsyKCO2SL7wTRLbH74XgVefNy3fOukQiOwEIjdRy8VnGnFpxEuVuBsysp7m5Ru/CQM6BALQfvgG7Pei8Lwrjdg17Y/VI/C//5jqz3rI0Sg87RxTdeOtFHj5GbQ/6o632aDWJ+D2ZOVVH8yBZDXB+GY434CCAwHSWadLS+cuSqkVltflbCDAmaoJy/tNJfJOOLnrg01yYCvhqNhiOAt6Tasv4uzmVZ4GYkZL7SzjnoQ3tkAX/kAi+LdIVaKoUIpLjMDevLEZ3OwzCEb4RHV4/oXOZ54w1Z86equu3VISQz6IC22RpqXtvpvBHe2m9MiESgxe/hV+2G+S+70BXxgP9niylmDaXZWHdEAXQVeHWwj7Datr/DTVYG6sqbhYY+WWVF4Aq9uMNyLmGz47Ii9RNKIRH3ggAMvW46NG2Be4iOfjjbXng9n8S6rtwCNQIHYVqgWdSx5DxwuLjXxH0Ypl5z1RdGGtUaXt7r8i+PG7pqZFHKkKzrwg5mWv/v3XCP30Q8RwEN1ZENi3AaEvVyD44VumL7RNKZriSgR0UkDdq2T+wl8C7qS4z1SKz1qC8bkq/wnwEapqPWPYnAVxvLkmDqf/bOdprOPBxCXE2VKQS9QIEV0/Gvc3IlRDhDxIoo646Gy745q48h6JGLuF5//FyGMkdgOtt9caO4JIpecxTwQH33jtBXHZrOSf+FvkTfldRPniWb7l8mpjlxTdAT5zw2pEXQFGrhf6rcPdsCDOlZKx1bOWYNbPmFJhIctOjvqGm9OFblfg8GBnuvoz24/Y9RTNumpT9sXwrYw8Qe5bYr7qiJi/4rlc3Wo7WA6cDKVPDODAGy8i8Opz0L79arN9iQh0ZTtgsmGVq/SwJhbpX0Xys9DnnyD4/pubiCHyqMTxMJr7AHvXY+PfrzJyN+VaIUJIgTprWN3C+3JpbFlLMKtmV5XNsy9orq1FKJ0T4qt2doKMW/+MKcJWRaQNEfmUwhWRKzrw4pIuT+QotinW/Q5DQcUfuiLjRQrDqWmbM0KK4491171h3euArr7Fka5vEQZvgU5wix/tj/8TIl9RpGI7/FgU/L4m4u+GY+b9d2RkTJgBLoY2QL/G4V6cQZniBjiiTc2zlmCSM/z4pXhdFd8RKON8nYZd+Q8juFOiBGM79GjkC3IpLgG3t4IKiowdR+jblcDGlq6Ur2O2BhUPMy56RewY4SwpMjYW/K66665IZIP0rYf2/TdAYaFxlyQcMYV1r7ACFulpOx6p65VTqae+sQgmsPRltM+/M+YuLP5ZHbwWzPgOFvXC0jkLPYOnRep6lgQTJ7Zel3MxMab0tlqIU0gKqouXG+vuke1Ioh2RhBtA/u+qoRQUIrDsTXS+uAQFzj8AgU60L34U+pofDI2FEaAIaiUIo/PZhV1HHiIUX36LYb0b+O+TRs5ssVsRz+0ilQl3dhikIGxcbEeeCIRCaH98HkIfv9cPhVhHpMALi9G+4P4UoJd+keJ2TQO7O6BfmS1pYBNBSRJMnKj9PKPiTJtKc/vG7Y1TTNKrC3+kvGOnRj5eRLrkFQRx5T+MJ+eOpxYYKUDEMcp26DGw7nsoAi891StFiXhCN3Y5zV4jraxBPCO3hL7h517+R8IxUhCMJry2H55j1BPpVkRaW0FQrX+7HCLtSM8iyEtE5otU2h+8G4HXX0w6dmkVSGgnYGFHfsHFWwyBHEqSYOJcXSK7QMvqD1r1LuvLjCniklU880YqkZ6pRVaCollXIvDmS8YOpPuORjhcFs68HLpvA9rqbgFEwG/xYrXbRFj23Nd4+hUvS8JpMpwLQb7zD7Bs/6su0vr8481qiYtgy857IPi/5xD85JddjHB2LKy5FJZd9oowBEbLpdOhx2HHkwmTQ0Q6s/4Ng16zEP+tuK5xRSzXgUzQO1k6SIJJAMlM9NyORTCRDO3EUUYEf+p6GeodvsF28FGwHfRriEDgwmhOeG4L+5z8384wyEPsQFqEbU3PmDJEBkkImSK9SOfLz/byZhZP3iJLpe5vQuCFJZvRt4zfGYXn/Cmiq4TYIbVceU4aPKPNLwiRcA3g5wF1vaJy17cUAgKk6QpxE7Hlp5BV/779Z9vKcQsWNJmXnDs1JcEkMJf+syvfZJ0PSKBpUpuIC1SxAxFHGUEEwps5Wml/6B4EXnuhVxUaVoK830w1jh76mlW9m4v0I/sdZsjmZj8C7/wPpFqQV/F7wzZG7GL85528+WikDB8Fyx6TYBm/k7Gr6XzlWaC9jzGqLQ+2g4+EeMLuGTLCdnQFCk6K7Ncn7nva6m9F6OsvgFAwqTgmIkw8xmnFoa1G3Pbkj4m0HyptcppgRFwNWrAgqfEVReoTa1B5msHpzZPac0UKR8Mtxnbdk+wxEcrI0abWqwgwJexI0NkzkgAh74QqhJa9AW3TZW5fYda99oftGKcRqkFv9sO6y55dOw1m+C/4vXHfrWwzHqKeeC0Sr0vBD9+JuNsQtjbipQr6L1bFRRdcHeV41KWRcEUQl8MBkavpq8/6jMMUBEmrRIT19jrPyKQJzFFBOU0w3pqK5aQrn7NOs5PhAOk/p/xYDinCuWZQYnSIewrLr3aH7bBjYNl1n4T8lYQ1rjB+61lEiAVx1yKsbyMVslhg2esA5B05xSATsXsSpWPRgwi88V9j9ySM8oIfvRv3MUY8Zxed8ycjyJbZIgJJBd99zcgyKY5wZmPPmJUfsx7Ro466hgHkiYnZQ05UyG2CmVHxCil0qDC3Z+JPVCh/L3E3PBDvzPlcvx3P3PkgEQvHyrRjJo4jtqPLYd190oBjpoQ+ehet9/UOOCVcDISXdKygTOJupXDG/0FE3RPGc+JFyXiGfvAehN5fGtXPSRm91ebn7r74F519GSx7J37iFHqLS2qxc0p6Tqfwi0ULMCaNqvf0De0X79LK+fpp/1jSiWjzedN20gPaMgBGsNpNHiotpOMTTcWLwVDw31vOe+qTcDp5XeVHEOhIguJi8IgYzi8pGZZwHMw7usLI9wzhYZ2kIgJBdSx+tJc0yx77QvgeCWdCcX8iiKO7KFuMMchNXNyKXU7gpacRXPGRYXcjLoJpmN2w0BX2M8JmRrwuGUXE8R09zojQJ7yZ++6cRBUj5W3NpVH9qEwNW1gMt200fKU6nl0ITdzVpKgwc6uD1AnkXpSOMHkpGkV6xOY0wQgIfTOm3gtFDxNtiHQQd4KxEYQOYvqJwcLW3QFGMRQUgTl/MHYsQm/b5OOQd+JvoQyzJ30liLuM1rpbDBuV7iJ2McrYbbriAYvE9eIiVaR+FfFfxD95BUbc3M7/PQvti+VdRxJFgbrVtrAdfpxBEJrICClCNnS2G5fCglSMf1r8YWPjihAPxZfdFD0Gjq4bNjbC1sZsEZkS2u68Dtr3X5ltkkA9+lGDVq+z+ujI+obUsVkCmmVSk5wnGAG2v9r5FhP2yyTgo+lifHhX3ArFMdyUyuK4InYdIhi3eGomRUHhzMtEeL+I7cXH1zrnZnBT7xQg4vijjt8Z6lbbGAQjFoje4kPos4+iHqFEyE9BNjRySyi2PGg/r4H247ddWQbCFCM8w/TZRjDxiEXE1H33NQReeRaW3ScZmSvJ7og6rm5ZwaUvG35LqS5E5Nd13OEI2m+j+fOFm7csPRAYEgRjkIyr8m0G75sNsy+eeQtnXxMx5snmMQSDxtOxuGTVVvYOh1N03hXGRxmtaN9/bYRgEPYtaS2qirxjYydeC339Odruvn5zojWRMsW63+GwHf6bmKlOgh+9g7Z7bkjbsBjcSkx/ddR7bkxbp1nQ0ZAhGDEXXlfl4wSObIueIRMmnoCHXXuPkYOoXwkFEVr+vmEYF1zxccQo/+r4nVB80bXhPZx7CBUvMO2P1PUjqJRBYctD4SkuWA88IkYwLUbrrVcgFC7+DBHU7SYYOxrLpEOhFA/rp+5gpZlViJ8oqWvM+DWWsvntI3hIEcwmkjlfAdcykJZsAYlOpLhAzSv/fVdkO5Gg/ruvup5l330d7G8Ca1pM0XnHnQRhsh+riB1M5+JH0fnyM7GqDuh3cYwqnHWlqRS34lVIGAYKY77IhQCbDdY990XeYcdCnbCzcXwSr0qtt/wZuhGYKv2FGfNK6z0z0t9z5vU45AhGTMGGc343Tgl1XEegaQCH2SZkxkSRo6zrY2TuetnZ2ByXvQflF6Lg9HNjhqHsYjDNcGoUMXS11avitmWJhpiIV2PZbR/kO081XqpiFUEMrTddGl+K2MIiI9C4Omo0gp8siyv2cCx94v1dvFYqpFxlr1t0fbxtc63+kCSY7knsqK7csQOoZugnKQqNZmbbYL0apWphKWPGoXD6RcYFrJlixID56F10vvy0sRPo+Vxtpn3POkZK2Qm7Iu83Tlh22MUUtKI/kcNI+ybbH2bID9gmOtz/TuVTVrxTkvb6Q5pgeqItjOkIwdPA+q918HgQ7AAVCIBEpseeReQJJZ1COuBXCM0gflNn2ouYd8u0ODFCb3HcKph+kWEgZ7qEQgh98QmCH7xteEMbr03Cg3qTV3VYOYoCsuVDcZQZZv/W/Q+Duu0E012KWDFtc//eKzyE+caZV5MIt9vrPLMzT7P0aSQJJgbW3Rkfe/1lRv8k52svOGWL/PaOTwfVRynKWNQddjai/Yvn4USKvrHFiAEjAlcFnvP03tkQGb5KtokHQdlyq4SN5joWPYTO/yxKRL2MbEOAz+72ZPRdX6qBkwSTRISbXZX/1MFnJlFkUkUJy2CRPVJY5iZaRE6k9rl/7/W6o5SNQOHsa437j4QKMzqeehyBp5+IvkNKSPjAGolg3NDUimBeaIOi0wRotIcqXEaYJjGEIWbkQswdKujA4iHsUiAJZmDrb3Nr7/RpTqjaI7TJLSFJYpMuRvgEiRi6lp32SEw2s5HYXlwIdxfh2V00u9bwpI67hIJodd9i3Puk3WEx5u6VRQLze+zuxvN6VhUpizeusW+vsrJrELiRmbcPl1JYRHSwgC4a5m64M25ccqSBJJgkTGTLmVWHa9bg0wDiuORIQscJihCWwvknnGy4IyRSRPqT4Htv9CIYER5T+BzFU8TzuLhzCX3a27s7HhmprEuET+11nl1j9eFzVVwPpnNBcPSvS/c73A1nxZKRq79LghngzIo7Gl915U9EHPv9dYB9Jbu58CEq+O30yClKInSYDIIRl8atd13fFWohAwsD7SE1eOjIOU/1j04eRt/VZ0zZqdCmPgJg714/E9501HkOysAhpkUlSTADgFnE5/WveX8VmMx74g2gv1Q0Fc6N+SdP7/IJMhmJYkAE09mBzucb0fHsoohWyKkYZ1wyWUChXGN3L+rKgRtH8dc4lzNjl+4mDP641N2Y4Hk0jo4ztKokmAFMTHNNxQKd6aQBiMiYpurW4w2rXyPodgyiSYhgmA2fKRGgyjAYzODCxP9zjN77SKqtTSipX5OrYo0C2lIY3JGuP+qYu3jIBqaSBJPgQm+uLj+LFapjJkuCIjKvmcVqGOSJ9K3CQI5s4Z+04yWY0Kfvo/OlZyD+LWxdMr3ooEPL3A2vJapnc03FFGbFw8zERLeXuhsuSlRWtreTBJPADP502jGjCgoK32ZgmwSaZ3wTwwJ3+x1hO+QYWHbaHSKG7uai612vPn1fkS661jCw23w0EPFzv1qB4DuvIiRM96OE48w0QEIdoa1GPDiwYN6+6orPmGgsgy8pczfWZdoY06WPJJgEkG6qcd6gMC5PoGnWNbHssLORtcA68SBAtRixe9sfq4f2+S/BqkTqk6Lz/2LEgkGLv8vb+7XnDYLJxqIS7zqsrrF3/Is4B7JhxoknkaIeFSwovHooJFiLBI8kmDgXjqjuczl/BpB1r0YJDPWXJkSw7rIXaMzWCInYtz0SoIlodiL8gshZLeKwiJSz2VwY+q9L3YtfGugY3nVNLJzkfi9yJPWBdpAF7SXBxDlJ62dMqbCQ2hDOsKqvKGYGEX2lQX8Imv6jRbXcx0BXOH5ZMhYBZrq2tL7h6oxVMIsUkwQT52R5XRUfEij2syNhPan6aSWj9nmh+zVCWPuSqj0u/A/j7FZWTyMCDFpQ6m44OY1d5mxXkmDimNrHq6psR5cG2yj6LiTIxI1au3ZhuItCn6uiBkx3gjIrt3UcMOR8VWb+tJ30w8e4l6zP+cGmeICSYOIA2D9j2vGsaE9FbMLwWS3KqUVzFkWuI0J31kyZRbp6qySZOMBPZ1Xmjnwoe+bLbAEDRl0STBwQeqsrHiCi0yM0WddZULC72RcDb03FmcTkFqmB4lBBVk0TAlZVOTHWH4o0qZLV3UiCMTl9L02enL/PBMcyJuzctwmBVpaM2XOXeC0/m2oqphCThyCcdmXJLAT4MYe78ZTM0in7tJEEY3LO1p9+4lhLgWUluCtL5ObC8NnH7jUyXnLpbt86c+oJoZD2BBNFjS1iUk1ZLQoCIlecSXcrkWv4h+d8lvEnL1iwKU2lhDYRBCTBmERNxO/tJP6Ee7wAiYBCwWJthxG3DdDq01XxGEC/NamKrJYAAjrzCkVR5oP5CgD985z0kUki7LmKP5bN8TycQHeyySYEJMGYXApraip2yWf6qPsFSTiysYYby+Z5/mxSRMRqfpfzKgZfE8ff14F2OaTaE6gDauiIkjlL3m6uqXyUmU09QRPoHbu7IWsygmbipEqCMTkrLTUVu+hMYgdjYMaMtY56zxjxl86kiIjVvK7yhQRl6kDlyPbhESAgGLTyoSPuaXzr5xknHp9HlgY2ZSZAusJadUn94n9KbBNDQBKMSdyaXJWHKOBXRXWxYHXov0mGObmQ56uuXAXirUyqIqslhAB/Za9r3FE0bampbNDB5WbEMPCDY8xe2yV6x2amj1yuIwnG5Oyur566r4X0t43dC+ApdXsqTTaNWc3vcnYwkBezoqwwMASIL3HUNd4qUtQAnR+ZDXFKoKfs7oYTB9b50GwtCcbkvPvOm7IdBdUvWIeuWqzHDJuz4BWTTaNWW39mxf6qlZbKiUgGmjFkEP3QmZ8/SdgqGUclxfKUuEszU0SOo5W86oqh7rxoBquedeS6NonYateUEYVQPgPR+/Ym64mUpOdLf7XzaSYkFn3bpO6y2i8IhEi/akTdYiOlq9flbADgNPsREPCuolovTtYfl6EwL2axHQpYRB2jcL0fj3GvaazUjKhf9E4yABHJ2vLaOsT9SzzOjxqI1ExL8ZEMPOKVYYSkjLORyBRQUufZvfty3lft/A+AY0wLIrSD6bHOgvzLR60OeZP1hybOYWRN9XjnJ2sGlgpFfWdPvddx36JzkiXbN6O8DoriMiuPdf6flodL1QBVg+gsAg/l+ftC15SLFAvvBuabzGII0MagGpjcM1vAJheQ0+LiKwYzkVez6seL1ynz/Q+tmkN5gcY90zy7qoxuW9AUd8MwDXj26WP9rc2fmTH6Es0JaLG7PSXif6+cdVzJiE7bGwSKmbMnGbpmkgzxggcF0+33eR7q1qupeuo5KvFdDDbjcsE64aayut72S/6aaROg6w8yYT/EkEPAeh3kIVvoBsfdS77JJHwyTRdJMIM0I74Zzjeg4ECT3esWqBcXuxfeJuqLj4FZXwrwL0FwTQrK9mrMeKe03tPP+E14qCus3mYqoBfjP456z7F9seBaWFrXTtulLRiamKfysdCV0SzsnBQw6WgDKe+wFni1IxD4eMuHnhNRDWWJgYAkmEFYIv4a5+2s43wzUfHEBOlMDaX1DZsN8bwu54UEGGQz1IoOvFXm9hwQbtwbZpRfrSpKzFxGzPxtaX3jdkMNu8EYrySYNKPuc5VfClZuAJkLncnEn5bWNfY6CvlqnC+BMTnNqmdGd4z1bUHt0DHzl4SNKO51lb9HUPaJoWyLY9NxMzMGlbtaSIJJ49x2xYDBPLM+Rwxe7nA37tHXHcFXU+kDsz2NqmdMV0QIatD+WFa35NFwSomXOVt7++poITBEWtjVXuuoXRcs2JgxA8tRRSTBpGlim2ZUnKsqdFe3L1O0bsW5n5hvcdQ3/qlvvZYzqw7XrKHngbietn8RQ/wToLRBUbaBpg1aAPJNT8zvqyrPK7YEHvJ35v8d4BlmpkPX9TllcxdHfM3zVVfcRESXRTGia/3Ra91SEowZtAdWRxLMwPCL2bqLEIJzibCDiEcSszC+UNhyacncJxrD1fW7Ku5mpnPM3N/0a094Hpw3c11e87qRbBluCagTAuByIuU4Yt4+pm7JrRBUteA+w+Y9ZSRY+uaMyY7hNvsruomA6grxEyV1jVXR1PHVVDSBqTRcHQa3rvbaJMEkdz7DSpMEkyKQDX8XClxHjEoGRw0mRTAsWjaC6KF11vY/TbjrmYjJm/2uyrcZvG8Can9g91r3j2QY5q+p/JKZx5uXSx3M+nqFSBj+hRj8MzGGM2OCGfIjkA41dLB9zpKl3X16p5cfRqoi8hFFfW6O9JLUU3d/dcXDTPQHSTDmZzQVNSXBJBFVrp2c710zrFKFOguM3XRgWGSAhZ0WBRj8jR6iBnIodaV/X/RdLHV8LqeIdD88Vr2evzNzq4O2GEVud8QkYC01lVM1ZpFSJeaxiYBOTef/84f8/9pu/su+Xh+2q/JJBp8QSz+xmVPA99jdjef1bu8UT80XRmvPwJelbs+EaHVaZlYdrmnB54D+2RvkDibW7CTvd0kwycMS3mqnOAr9sWcgbxKhY4xlpZgJAAANhUlEQVQLBwZB6WRwC5g+UQme9QHvg30/0Fjq+GoqgmAyHyicSRimneCoa3g+hmylyVXxqQL6VSwdAKxr2agePO6RhSv71t20CzHlCMrQl5W6F0/sK8PncnYginc5EX1tr2uIudvyVld8TUThnqPlHYyJSU5GFUkwyUCxjwyurbUALxsk8PLLwLqRI/WqBQtC4v8PJEDVhnN+N86idX7LbMpitUsrxp8d9Z4bzQxzU6YDE8GVKMjgS0vdntv7yhW7uObVpd5Yx8JN7XxfYtXYvh7Kza7KJ/XouyBh1eyIhaXXVfkPAs8OM/b2H+UrkpklMeA6kmAGDGH6BBgxaRR9KdhsFgJeH4S6x0j3ojVmtPy52rmXjSBi3sR2voxAXFxVZfOXBpcD2CFWnwxuduQFxlGfOycjNEZA/SrSi5vRbszew2MFgfK5KqsAfqzvnQ4DvlK3J+wFcCyd5e/xISAJJj68BrV2c3X5WTqUuWYuUQ1FNwVYMqs0u6aMaIHlvzp491htGHRbqbvhon47GEDxVTtfIcIhsWQQkb+kybIVhbFH8bkq1gC0ZXgZ5LeP2XNEbIL57XjmzteJsEVPOcS0zl7fMCqWfvL3gSMgCWbgGKZNgvDmhq7PNNmhzx5wbEfz5/e6hI3V1uuqfJzAUZ+Au2TQIoe7YVo4ed5qp0iNOyvW4tJBP5aO2XPbcEThqymvg664wodRMEcwQjd/TeVrzHxwTz3DWUfHwkX+nhgCsdZAYlJlq6QjYNxt/OhYZDY4FTHuttd7ZsWrSLOr8m86+JJY7YjodXtdQ9hdipFil7QnY+60Ijgdir590088EhbLs+D+mS8Z8DvcnrJYdzBCTrOr4j4dVNOLYHQ8UDrXc0asMcrfB46AJJiBY5gWCVxVVdw8PPg46yai3zHY7vZYiOLPeLDhnJMOUkOh12MOinmpo74xrDe4QQ6qRTwRR7ZnMd6p6U+OuoabI/Xld1Vu4HAe4wyfo97cHUpLTfnZGitzevShMeiiUnfDnTHHKCsMGAFJMAOGMD0C4iIY4p8cdY2jE9HMcMaEEvGj75YZLRC2QTCK5floOxgi7igZ7S+l2pfFk3TY4nc5P2fAyATQsxDjO3u9Z1sz4/PWVE4l5oU96vpULXhotwWxGRmyTuIISIJJHLu0toyLYHRljmNuYpH3/C6n8JfqZfwWdqC6/nfH3MUXh/utZUbFuZpCd0cDiJlfKq1v/HW0Or4a53/AOKZfHaJvHXUNpsItiNS8gZD+ZHfKWCL61F7XMOQCdaV1sfboTBLMYCEfZ78vTZ6cv88EE3cwDFYV3m1YXeOncXZhVPdVO58F4TfR21JQZ+38svrF94Wr53U55xFwVkQZzB0arEcOr3/ijWj9eF3O+QTDcLH3Dkahpfb7GkwF62qqqZiisOLpjlLHjLtK6z3nJ4KNbBM/ApJg4sdsUFowoDTXOB9gxqnRFBAhJe1ujy0RJb3Tp24DVX+RgKhWskxo7wBPGh2GxISePpfzXQL2jqgDUYOj7pcAWpHqRTKUI+B2u9sTzoCunyhBMCpoETMsIoVsMKhPHnG/jKGbyPpIpI0kmERQG6Q2G6rLz7KQMjd6yAf+yuFujGnkFm4IwpDPSvpzDDiiDpH4W0dd+IhwYqe1944OEbe4IJwM4RdlUbCfmR1Wi6vyfI35jj5P1QEF5CpxNzxgZhqMHYxODSLAF4M+cXgtE2UmADPIJaeOJJjk4JgWKYYDXyj4UtTL0wFkIVw/Y0qFqige4d0ddZdEuMNe5wnrkCgCoze3BteHI0EhVSGaNqyuYZEZwDbWTDslxNq/ekX7J/ZaFMvk4jkLRWbGmKXriETiktfKwOxw7g0xhcgKCSMgCSZh6NLfcJ1r6mgL9B8iRmsj6KpO1w+rb7g6Ee18Myv+DI3+Gr0td2ps/XWk+5NNT9QvhN+94EuHz7qr2R1Em6uyqpP539SD8UTyM7vbYzpcRdcOBo+DSLcXFGxPdzy6NhFsZJvEEJAEkxhug9bKV+0MRYrnK8IotBHvE+5uxIzCvurKRSCOmnNbYXqwpL6h38Vrt/yW6sprNOK/hOmPQ0E+MJ77D79r6u911v5F3U9AxlZGucbuXhQzsHd3/15X+REKFA8Yr9nrPTHDSJjBSdYxj4AkGPNYZURNb7WzlQiF4ZQxfHvqGkxZuIZr762uWE5Eu0QaqLhADkDZJpLzpLA29q9xLAbj6J4yjA0I4T57XYNZNwej+UaX88IQ47buExuBOxUtNCkeG5bVZ0zZqcCqLgl0dkzb4sFnTR2rMmKic0QJSTBZNpH+audbXcnB+hcGe0vdjQnlSmqdecLEkGZ9hoGRkSGh+x3uhojPzyKZXHNr8zsM9DLyY+bVjrF7bxPLObFvv/6ayjnMfHb3f2fmF0rrG3uRV6zpY5er0Id114dzzIzVVv4+cAQkwQwcw7RK8FVX3sLEF4ebOJF32V7nSciIrLmmYorOJEIbhN0dAYiZ6mNT/GER8rKneqwHtT+U3R8+C0A08ATBgLmm+8K4DdrIMe4lIqJfXKX5vGk7ldy9MGyak7gEycpxIyAJJm7IBreB4Uioao3hnAAJvNzubtwtEQ2bXBU3KqB+WQyELCN+rsJn9EzXGq6PppoppyisPtLrN8KLjjrPUYno5HNVLgTYSDhHTEvt9eaM6xLpS7ZJDQKSYFKDa0ql+lxOEbt3676dDMQMvslV8agC+l04xRm0uNTdUBFrUN4ZzgtJ+SXjJDEFFIvlmGFzFpgKodlXvjDYA2MiFITsnY6R8YaeiKWv/D31CEiCST3GSe/BW13xABGdnkyC8c6oeIUUOqyvTHF/UlrfONbMIPwu51UMXNtdlxmvltZ7+sk0I0vU8VY7vyXC1jpRXVmcF8Rm+5D1UouAJJjU4psS6eIookJ9UJi/9+xgIDsYr8u5kvqEuSRCCJpaYZ+78GkzA/G7ymsZSpcNjvAZULi8pK5xiZm2fevU1sJy4eqKFToQunNM4261tTBiGsuSXQhIgsmu+er6dkVsmLLQB33zGCWdYIB3S9ye/c0EdhJ69SQY8aQdtPKhI+5JzO/HO718b1ZpekdAvztSHuosnLohp7IkmCyd8r73HWIYAyEYX03FGnDvGLg6ab+PlAM6HGxel/NCwuY7mLagGjxs5Jyn3stSiKXaSUBAEkwSQBwMEcJtwAptBUAl3f0PiGCqnV7QL06ORPRTSaFlV7ptgXBcNFWEL5OFVI/xSE3sDVlwXKI7GFMdykoZj4AkmIyfosgKbkr0Nn2gBMO1sPhXV2zoSVY6uK7M3bjZyM0MTCJdLnPHh0RUxIy1OixTY8V8MSNX1sleBCTBZO/coWX6CbtpqvXD7ti3xPjMXu+JaOofaaiCYJpXO9f1DNOggw4tcze8Fi88vhrnS2BMBvgnja3TJMHEi2Bu1ZcEk+Xz6auuuAlEl4lhMNHXpSZSqvYdcl+CEa9HJTzKHi2XdSTYNpxdWa3q7CZgbYjlDibLl9eA1ZcEM2AIB1+Ar6aiCUylIql7qbuxOF6NBMH4VjubCBi2qe0HDrcnckS6KB0YmR0doY0MfaXNYju9aM4Ceckb74TkUH1JMDkwmetryq+0QLmGmNpK3A12s8/KPYfudzlXb3ZSjCOfdTj4DENAhSYUKnkX2eb8e2kOQCyHkCACkmASBC7TmvmrK98E6SNLimz7xfPy0z0On8u5DJvi6CoBdeeS+Yk7B4qwDb7VjnsKmG7Or2/4ItOwkvqkDwFJMOnDOqU9bTjnd+OgdbiCoeC/t5z31CfxduZzlS8EK1OJSC+pa7AmkrStZ58iTEIidzjx6i3rZzYCkmAye37i1k5Y6Cd2RCq/mqFeDPB6h9tjKudQ3MrJBkMOAUkwQ27Kww94/bkV+1uDyl1gaDIsglwUyUJAEkyykMwBOc3V5WfpUHd21DdckgPDkUPIAAQkwWTAJEgVJAK5ioAkmFydWTkuiUAGICAJJgMmQaogEchVBCTB5OrMynFJBDIAAUkwGTAJUgWJQK4iIAkmV2dWjksikAEISILJgEmQKkgEchUBSTC5OrNyXBKBDEBAEkwGTIJUQSKQqwhIgsnVmZXjkghkAAKSYDJgEqQKEoFcRUASTK7OrByXRCADEJAEkwGTIFWQCOQqApJgcnVm5bgkAhmAgCSYDJgEqYJEIFcRkASTqzMrxyURyAAEJMFkwCRIFSQCuYqAJJhcnVk5LolABiAgCSYDJkGqIBHIVQQkweTqzMpxSQQyAAFJMBkwCVIFiUCuIiAJJldnVo5LIpABCEiCyYBJkCpIBHIVAUkwuTqzclwSgQxAQBJMBkyCVEEikKsISILJ1ZmV45IIZAACkmAyYBKkChKBXEVAEkyuzqwcl0QgAxCQBJMBkyBVkAjkKgKSYHJ1ZuW4JAIZgIAkmAyYBKmCRCBXEZAEk6szK8clEcgABCTBZMAkSBUkArmKgCSYXJ1ZOS6JQAYgIAkmAyZBqiARyFUEJMHk6szKcUkEMgABSTAZMAlSBYlAriIgCSZXZ1aOSyKQAQhIgsmASZAqSARyFQFJMLk6s3JcEoEMQEASTAZMglRBIpCrCEiCydWZleOSCGQAApJgMmASpAoSgVxF4P8BJDBLwZvO5hIAAAAASUVORK5CYII="/>
          <p:cNvSpPr>
            <a:spLocks noChangeAspect="1" noChangeArrowheads="1"/>
          </p:cNvSpPr>
          <p:nvPr/>
        </p:nvSpPr>
        <p:spPr bwMode="auto">
          <a:xfrm>
            <a:off x="155575" y="-319088"/>
            <a:ext cx="666750" cy="676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" name="AutoShape 6" descr="data:image/png;base64,iVBORw0KGgoAAAANSUhEUgAAARgAAAEcCAYAAAAcH6uaAAAAAXNSR0IArs4c6QAAAp50RVh0bXhmaWxlACUzQ214R3JhcGhNb2RlbCUzRSUzQ3Jvb3QlM0UlM0NteENlbGwlMjBpZCUzRCUyMjAlMjIlMkYlM0UlM0NteENlbGwlMjBpZCUzRCUyMjElMjIlMjBwYXJlbnQlM0QlMjIwJTIyJTJGJTNFJTNDbXhDZWxsJTIwaWQlM0QlMjIyJTIyJTIwdmFsdWUlM0QlMjIlMjIlMjBzdHlsZSUzRCUyMnZlcnRpY2FsTGFiZWxQb3NpdGlvbiUzRGJvdHRvbSUzQnNrZXRjaCUzRDAlM0JodG1sJTNEMSUzQmZpbGxDb2xvciUzRCUyM0YwNjY1MCUzQnN0cm9rZUNvbG9yJTNEJTIzZmZmZmZmJTNCdmVydGljYWxBbGlnbiUzRHRvcCUzQmFsaWduJTNEY2VudGVyJTNCcG9pbnRzJTNEJTVCJTVEJTNCcG9pbnRlckV2ZW50cyUzRDElM0JzaGFwZSUzRG14Z3JhcGguY2lzY29fc2FmZS5jb21wb3NpdGVJY29uJTNCYmdJY29uJTNEdGhyZWF0MSUzQnJlc0ljb24lM0RteGdyYXBoLmNpc2NvX3NhZmUudGhyZWF0LnRocmVhdF9hNiUzQiUyMiUyMHZlcnRleCUzRCUyMjElMjIlMjBwYXJlbnQlM0QlMjIxJTIyJTNFJTNDbXhHZW9tZXRyeSUyMHglM0QlMjItMjAwMCUyMiUyMHklM0QlMjI5NjAlMjIlMjB3aWR0aCUzRCUyMjQ5JTIyJTIwaGVpZ2h0JTNEJTIyNTAlMjIlMjBhcyUzRCUyMmdlb21ldHJ5JTIyJTJGJTNFJTNDJTJGbXhDZWxsJTNFJTNDJTJGcm9vdCUzRSUzQyUyRm14R3JhcGhNb2RlbCUzRV5Rg9QAACAASURBVHhe7V0HeFvV2X6/eyV5xpKdAUkIK4SyV8JeoYyyYssJpqUFCiSWCRAg/IxSoJhRRqFlEywnJYwCJSSWE1YZBcoKK8xAIOxAQkhiSXa8JN37/c+5joOHxpUsyZJ8zvPw0KJzvvOd95z7+oxvEGSRCEgEJAIpQoBSJFeKlQhIBCQCkAQjF4F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0BWI+CvmTbBXrdwZVYPIoeVlwSTw5M7FIbmrXYucRQWzKA7Hl07FMabbWOUBJNtMyb17YWA1+X8UgW/MMzdeA4BuoQnsxCQBJNZ8yG1iQMBBhS/q/J7AHbW9fNL5zbeH0dzWTUNCEiCSQPIsovUIMC1tRbv6g++V4DRAFY53J6tU9OTlJooApJgEkVOtht0BPoQDBNwtd3tuW7QFZMKbEZAEkwGLwaeXVW2trltTLFitbAeDMFi0UPFamsglNfR5l/TuW3ryDZasCCQwUNIqWp9CAYErLa7PWNT2qkUHhcCkmDigis9ldk1ZYSflcdBdETYHhkaEdoAtDDjEyLlgRL3oscy+ZKzqaZiSlld45JkIhiGYKCDLih1N9yZzH6krMQRkASTOHYpb+mrdl7OoNkgHhltohgQf70Z4BaF8Jwe0u5zzHvyxZQrGKMDrqoqbi4NPaYz78bES8vcjb9Lpk59CaZLNv3ocDdslcx+pKzEEZAEkzh2aWkpjkn+1sBFAF0KwGqmUyKEWMeHrGgPlNYtuctMm2TW4dqq4ubV2sU69IsIGEZApwqUF7s9zyW1H0DxVVesIqIxm+Uy0BbUdh4zf8mKZPYlZSWGgCSYxHBLe6ufZ5x4vFWx1BEQz19ncfG50gblmgL3okfSobR3evneiqo8qQNjeiyu7x1uzzap6N/nqvQBbO8pm5kfLK1v/GMq+pMy40NAEkx8eA1qba6dnO9f43gSjCPjUUTsaHQdzzrcngqi1Bmjbag+6SALaS8yOL+Hfkyk/MVet+j6eHQ2W9frcoYIUHsRDNDiCDi2pvnzfWblyHqpQUASTGpwTalU34zyW6GQODbFNX/ilaXE7RmXistg/4xpx7OiLwFY6Tl4AnW0IjRujHvJ+mSDIi7Dfayu64cCA2TRDrTPWbI02X1KefEhENcCjU+0rJ1KBHznnngkBy3PEdDrg47VJzO3QlFOL61rWBSrrtnffTWVR4PxFMD974gIbzrqPAeZlRVPveYZJ1WwGvKwuOXuW5huddQ3XBKPPFk3+QhIgkk+pmmT6KuuuAlElyXQYTtZ9Kn2exc/m0DbXk2WV1UVj3EE1xKhMKws4kscdY23DrSfcO391c6nmHB8WNnMSx31jQemol8p0zwCkmDMY5VxNZmhNJ9d/ijrysninTqeQqCm5iLLhHG3LWiKp13fur5q5/MgHBVOBgP+IGPyqHrPBwPpI6xsl6vQj59/AjAsPLHRD/k6jsyvb/gi2X1LeeYRiHNZmhcsa6YPAb+rci2DR8Xbo868uqy+MWHLV5+rsopZ/zdR+LsgJvqktK5h93j1MlO/ZfoJu2mq9eModYMBTS8fNW/guzQz+sg64RGQBJMDK8M/c8oBrFle73vBamZoBHrK7m440UzdnnW4qsrmLw2KQE8RHQwZ8JS6PZXxyjZT31ddeQuIL45al/FnR73nRjPyZJ3UICAJJjW4pl2qv6ZyDjOfnUDHDGvoaMc98Vn++qZPnQFVrx+MD3yda+poK+kfgTEiWv8EvdbuXnxNApjIJklCQBJMkoAcbDHrZ5841tpq+ZiB0nh10RmflY717UO1L3eYbet3OZcysH+0+opCrpL7GqKTkNkOe9Tzzaj4MxT6a6ymBNxtd3tmxaonf08dApJgUodtTMnGC0yJNrx03qLvYlY2UcHvct7GwIUmqvarwrpycencRX8307bJVXmISvrzzNTToK5XU7GwdOKzSuuSGwRqVVVVWbEjuIwIMS2DFeInSuoaq8yMSdZJDQKSYFKDa0yprTOrJgb14F0WRm2yfHS806duQ4r+AQiOmAr0qUDM35T4bDuZCf9g5v5D2KZYFJo2LIn2NkJls7sXY3iMFxz1nqPjxSKe+sLYj1JgRBiPDplcVxLMIM2O/2zn06zjaCsrBxXVL3onWWp4q8s9REpFAvJ0C6mnFtctfDRWW2+181UiHBKjXiAU5MNG3N/4Vix5Zn8XrhLe1Y6vN0Wwi92M8Zyj3vOb2BUTr7HR5bywCMq/yb1oTeJScrelJJhBmNuWmVWHa6Gg8Cy2tfisw8ctGJgtSs8h+Fy/HQ90fpnIsBhYUur2lMdq66upWAOmLaPVI6A1xJZjhtc/8UYseWZ/97oq/wHos8mk0Q+DFpS6G042Kz+Rel6Xcz4zWsrq5V1POPwkwSSyqgbYxldT+QqYDwOYHe7GuEz9Y3Vt3FGUBlcRIljWRhVATXZ3g4g9EzE6f+v08r2DqvIqgKKoohiBkI0PG3FPcnYwIv8RWF/BfXydoumggG4pcTeIMBcpKz5XxRqAfmrxWo9M5h+KlCmcZsGSYNIM+PrTTxxrybd8BSBPEIw34C/bbv7LSfP6FUGY/D++/yqIDoh3aATSFMLJ0e5NmlwVNRbQnTpgi7GDYY24IhlR7N51TSwcz1t/S8Qj4xlTiPSrRtQtTokXt9CDzzjD4bf5NwD6RpBykqOu4fl49BsKdSXBpHmW/dUVDzPRH7q6ZdahHFbmbngtmWr4XeVXM5TaRGQy8xOl9ZFfXsy+VCXzFak3ZuZGxWAEdZw1KoWpTLwznPNJwR9BCCGkzHTMWzTXnHZDp5YkmDTPta+moglMhq0KgXRd044onbf4f8lUY/25FftbgpRYqAKmHxz1DeMi6eOd4XyBFHPxaJJhByPcEQB+PG58GOutun5M0bzF78fd1kSD2lpYLlzt9AMoZEBnnc8vm9t4j4mmQ6qKJJg0TjdfcMoWvvb2n34BnZksfHwyvJr7DEPxVTs1k3ehfZqS7nA39Arg1LNCVA/mvpJIuWoggaa6wkDwM+gTUMrMlDHwhQPK5FS97mw4u7Ja1dndrYuu83mSYPrPjCQYM6s1SXXChVdIRXhHkfGw2eXsYJMxfHsNj4GOjrYttnzouZ97/nfxRLzuR8dONsITAMabgYRBi0vdDYk8maPlnKknaSFdPJlbzPTVt44CWlCSohcknjw53z+hdCWIN4cvlQQTfpYkwSSyehNoIy5ffas/+JSACb0+XOAHEa82mVHmNhHMBkb8BneGbsQrSEeeTlDBSgGI88mInsd5RLCGDfAUBhMCAgT6l0b6q2D+ttS9+CUz0HlrKs5UQG7mxMjFGIKC0+33eR4y01+8dXyuiusBuqJnO0kwkmDiXUdJrc+zjivxBfJ+JEZxL8HEIXuTrciMBa1ZhbgWFv+Pzh9A2MJsmxTXCzK4XcSgYcZqRcE7pFleYpU//U+T8t3Jm5LHCYz8nfl/J/B0EfUyUZ3E3RbDtqPD/W/xWpfU0mVn1LEMoBJJMLGhTXgSY4uWNXoi8NNpx4zKLyhcHe4+IZ/pV8kMjGTsYKqdqzlzCCbsYhCEozN/quuhB1TYQKpew8Ckga4cBi//4Av/pCNeNu+8abbPZlfl4zq4n3+T3MHIHYzZNZSSelEDJDFesdd7fp3MY1KTq2KNgujWtikZaEYI1S9zuBf/Ldmq+F2V1+vQr+hrSSxCArO85I3wRyTZsyDlhUVA5AsiVVkW7kdiCpQUB7en2578caDwrZt5wkQbW6/TdT62695kaBVxPPqP11LQfexK1uibayqm6EyNXUk0+5WAxvrM4fWL/5ms/nJFzpBbgIM1ca2zyvcOdoYnGKETMf/LXt94aiL6iSPRxpppLo21Cwk0IR5z+kT6y+Q2RPjUXufZNZk6Gl7qqi7Cc4aN/0vAWgqok0vmL5TZJPsALwkmmSsxiqyWmopddKbl4TJsiGY6c0eezgfFYxgmUrS2rdWPCmnabQzaOpGQmWkafnq6YbDGoZOHz31SPKUnpQgfKIb2IhgRjQ/FnU+pu3G3pHSYY0IkwaRpQjec87txaqhDBJaKjDnjP456z7GxVBJWpBesmnYiVO1vxNhBmATHajM0fuevHO7GHZI11o0zp+0RDIU8RLRdVJkm5y1ZemWTHLkw0zRbXU+weSJmSPj8QZv0iBXmsXX61BMCin47EZL2IaUJgtR2Q9AVXa8uSdI9SJehnzYfoOhe48ZfDOUau3tRQr5fqQVl8KVLgknTHBhezqs/+ATAr6J1KY5QShgjMRE5zc/qo6TgKLOGbmkaWkZ0I+5eVvKqfSe532sbqEIi7gyBZ5uRI17+dFWdVjpnocdM/aFWRxJMGmfcW+18UCGcFukeplsVQSC6Sq7hmwJmN9c4b9AYFyQW4yWNAxzUrigILXiOY96TCXs0r6+euq8K/XYCDjJ76BS5pUpJnZQqn6dBhTQJnUuCSQKIZkV4p5cfpqjKK7EIpkse6QR+h4HRBIwbiGWrWf1yoF6AGC+ErPlnD7/3sVVmx7MpSNctBDotbH7tKIIG8vpnVr9sricJJs2z53M5A0jECTHNemZ1d4T1FsYfYgVT59lVZd7WQJVCyp/AvG1CY9ZCRznmxZdTKqF+srSRJJg0T1yziOEK+qMIiCRLChEQABPPdLgb6/r2sto1ZUQ+lP9TgHP6+hTFo5GRiaG+cYdkWmDH03821JUEk+ZZWnvBKVvktbeL7bs1zV0Pze4Y79lJmQL3orXtrsppnaRfoLByAIMjxrwxC5QCOqPE3fCA2fpDsZ4kmEGYdW91xQNEdPogdD1Uu+w04sowVLOXt7GAEo6adnfD8Fj1hvrvkmAGYQWIXYytrW0ZEY0ZhO5llwNFgKCrujJrWP2iewcqKtfbS4IZpBn2VTsvB9H1Q968f5DwT7Rbw2iasdRe33BgojKGUjtJMIM02yK/M7H+YEwz9EHST3YbHgECvCXQdpTpYs2tEEkwMXASnsq+6VPH2YDdWNWDsZ4+zcAuZPpdlXMB/QwMwZAKZjDKzDoUtKjKpOI5Cz/KTP0yTytJMH3mZNXsqrKi1sAlKmgqE7YnQGFmAndBJf6XSMWoAx0K4xMQnizxWm82G/KyKzbvsncJyp6ZtxykRtEQsFksBxfem7xUuEMBbUkwm2bZP2Pa8aSEbtSJdjFeG8zEhBWmLCQM+ykA0Aqm0LzSuiV3RVs4flfl2wzedygsrlwZo7h10UG3l7obLsqVMaVrHEOeYDaFUbgTjONB0dOhxpwUNvY5K8DqxSXK8JfJ7e7leOevmXolWL9OmtjFRDJjKhBEgkhcWur23J4xSmWRIkOaYIRzm0XRnwZjRFLnTBAN0ZetgVD56PlLvvhy1nHFozvzzgox/pH62C0EKijoOs51dghf36QOLR3CyGIB8gqAYAAcECYsg1MY3GoFTU3GvdvgjGDwex2yBCN2E8z61Ykm9jI1dQxxe3M/KbqXdHV2qkNZqqPHwXrIUbDuPtFQT/vuKwSXvYngJ8uMjzXjCxFsh/0Glp33hLrlWOjNPoRWfIzQsjeg/TTgcMWmh298FAotLdFHHtl3F2paiKxoIDAkCcbrci5WgBM3eyizcXmbGjCMe5rUrjbxFz//5OmwHXQkYO3vgaD7vWi94xroP4qAeplZ1O13RMHva6CO276fghwKob3uZgQ/ejflyuvAGmhKddm8RU+lvLMh0EGKl37mIeitrryGwCdsCuD8jaaHniCydOSx4hU3MAHQ5i9UoWCHppGVmMaD9clEJIyrRmba07LtiBOQf9IfQZbI7k3aF8vReue14AzcydCIUSia8X9Qt9sx8oIJBbHxhkugpZgkdfDnpWP23o1qa0OZt3qzT6MhRzAtM6sOJy2Y12nJ/yyemCFiate5po7Op1CFzspVAMZkymVt8VW3Qd0qRrSBUBCtt9citPLTjFuleUeVI7/qzJh6dT69AB2Nj8SsN7AKzLqmTpE7mIGh2N16yBFMcmAD/DXOh3TGKQTjSXvQChUUYtiN9RD/jlqY0fH4P9H53ycHTddIHRe6LoF14kEx9Qq++zra6m+NWW/AFRjrNWv+PvH+ARpwvzkoQBLMACbVP3PKAawpLwOUNwAxA2pKefko/ut9UIbZY8rpeGI+Op8XucMyqxRddB0sv4qd9SOw9GW0339HWpQnoteDhcHfjuhKhqewy5WPOneHuE+T8V/MT4EkGPNYha25sdq5V5Dw/mACWTT7Wlh22j3mDmZj7fnQfvphgCNOfvO831Qif2rs6BXt/7oPgf/9J/kKhJEojOsY+JpZ/4QUZRR0TADBz4wfFPAPUJQW0SykBV9UlaL3He5/f5UWxbKsk8H8LrIMqsjqeqsrFxFx5WANSFyOFlZfDGX4yKgqhD56B20P3A3e2DxYqvbrV3GUoeiym6GURTdF0r77Eq23XJEhl9TcZVIpCrFIWyLeITUGtxPTh4qiLCiuW3SP3Omk/AE1Y9ZxShURzovNLqeXgZKUdhRFuGWHnWH7zVRYd90bUCNfCwXf+C/an5gPbjX+AA9qEce6oouuhTJm64h6iCd2beWnaH+sHtziH1R9zXQuwjmIpBAAt4LwtqpYrxs2Z8ErZtrmYh25g0nSrHpdlfUEnp56q5fIClN+IdRf7QZ17NbgQAB5hx8LZdTofg0Cr72AjoUPgNs2Jmn08YuhEgeKzr0C6rb988cF3n0dvPZH8MYWaD98i9DK5V0HluwsRqaDYGfINeJB4z5nSBVJMEma7g1nV1arzHeA0WWnnwFFvCwVzboK6vid+pPMW6+g46F7B+XIoZQ4UDjzT1C375+DLiguch+6B8K4LpcKgToooOxdMn/hilwaV6yxSIKJhZDJ3/2uyie5y4AvowrlF6Dw7MsM8/u+JfTh22i97+a0+ispxSUonH1NWLudwGvPo/3hOdm8W4kx96QT8Q32Oo+woxoSJasJRsRu2aq1tGOw/UXWn37iWGuB5VtmWDJx1YijU6HrYljE/UyfEvrsQ+N+Q4/L16fvsjF3fKGiYSi+5K9QRo/rp0fni0vQ2fDwoOyo0jlnRAhpuj6rrH7xfensd7D6ymqC8bkqrmfGuNL6xj8OFoCiX5/L2QCGM9U+RwMaY34Bis67EpYJu/QTI+45xM5B++aL3r+pKtRtJ8Aybjso2+wAKiruMugj6gqD012YobduhP7zGmjffwV93U/QVq8CQsHNVcSFbuHsa437ob4l8MISdCx5FNzRPqAhDn5j6gA4SMAGJu7QdTJAElfuTGwjUop01tZayDJvWN2iqHGDBn8sydEg2wnmUQIdWeL2bDlYT4LfnDHZUWpzrEupV3Zy5hrCKK/wgqthCXMnI0im86nHoX37JWiYHdbd9oa6wy7GC494So6n6OvXIvTlZwh9/B70H78FCopQ8HtXWEfGwMvPoGPRg12hJbKsiNciBfCzjhW6Qq9B549Um77efu/iZ7NsKClTN6sJxu9yLmXG/jrjtLK5nodThlIUwSKhPRFOG4y+E+nTIJnz/wLxrN2viJ2I3xs3oUTVQ+x0dA1Q+58ejSfzh+eAtey60CWQrrP+MCnKw466hucTmYeh0iarCcZX7fwchB0HKwnWylnHlYzozPuJkDkvR6YWbl6+8URsxjzflLwEKgVef9F4Lcq252cGfCEou4x0L1qTwLCHXJOsJhi/y/kOA5PErGmEO4bXeS5M5ww21ThvUBiXp7PPZPVFZSNQePp5YV+XktVHJDniGNZ2383QvetT3VXy5YtLWi10yvC5Tz6RfOG5JzG7Caba+RQTjhfTQoAW0kO/S9fEs2vKCD/U9wBENkPN4PVi2f5XyD/FBXXr/gGeUq62phk+RR1P/juj3BZMj5voUUddw+9N1x/CFbObYFwVdzPo3O75I9DP7VrgyC3nPfVJqufUf075sRxSnkl1P6mQr249HgUnnwU1zItSKvoLK5MZoa9WoH3eP6A3Zd1OZoPD7UluHOe0AZ/ejrKaYDZMP3GGqlrqe0FGWMUh5dDSeYtSGh8yWxPYi8BUBWdeEDtAVZrWob5hHTbeegW4STzEZU1hnZXzymRu6pgTltUE01FduWMHsciy1ysei9jJ/JzXMWHCXc+kxG3Yf7bzNNZx/yYTh5ggZ0oFZeSWKLrgaoh/Z1LRfU1ovfUKw34mWwoBb9ndngP66ltbC8vhL0+2TJ7cfyQLlo/UP911gX51LfTBMqtIN75ZTTAvTZ6cv8+Ojle7L3p7gicsJsG42+72zE4GqN7p5YcpVuVPuo7JJPyNsgw5stpQfNU/oGwxNhlwJF2G9tUKIzB5FtnDaKRqh+iaZT8CHwHmnUDKKDDbjfgNYYybxZIRmUEhwjoQNWma/prFynfa5yxZmnRAM0Rgln0m/VFrqik/W2FlTkQ8GesJeKykuOQmuu1B096s66ord7SSfgQznagQDmSGsDYT3vhZWay7TUThrCszV/f2VrTe9zeEVmRP2mci6MwiIgwL2+b4sTUyTpAu8i8R83KLqj5RVKDeT7ctaIpfWGa2SACVzBoIV1UV+0uDqzdlCQivnJhIBe3EWMXE70PHtyqUzqDCm8PwM+sBYioj0HYKMJ6JxgBcnG3HoEizQ8LJ8PTzQKPHQi0dGTa9yWDMrIjxIi55A2+9gsCrzwGDmGhtMMbfs08RxgqAn4jvCUK9JxdsbbKeYMQEbahxXmdhXGnO5W6wl9Eg9i/+zg4fCeuOu8OyxyQjXILwLRLHJ+FflJYizg6dHdB8G6Ct+BjBd1413Apk6YGAOESB1oH5htK52Z2yNk2rKrXLR1ysXbDa+Q0BW6W2p+ySLrynleGjEPzwHbA/zK5btUDYw1j22g+WX+1uXP4KVwKjJItwui8jxLP05x8j+PF7CH36AXQRGzhCEKl856mGEV7w9RfBPRwmswv95GhLTEtLOoor6KGHfk6OxPRKyQmCEZCtPf3YPfLy85flypFmoMtARIwr/svtXdkGQkGIcAiBN17q+rAjFVseVOHcWDYC6jY7GIGqRJxfQ4bY5Zgo4pJW5JPWPv/YiEbH639G6MfvoK9ZFd0tQLUg79BjYD30aKhjtwG3taL1tquhrfraRK+5XoU26jrPHCx/u4GgmzMEI0DwucovBSs3Ze9V7C9TSfbSrjzN43cCqRaEVn+H4NJX+odUiDD7BafOhO3QY3r9Kj5+7cvPEHjnNYgA4BHj8oqYvuI4JTJFWqwgq9XwsI4awpl1cDDY9Qokdh0d7WBN63J0jFDEbkkc06x77w/LbhOhlPVOminuZdr/eXv09U1kZIS07rW/8W+y2RD471PGnU4uFQJpOvMjpfWe2OkXMmjgOUUwm0kGyl+zIXxC5HVARoAo694HAIqyuZpIBq+vW4PQR+8aRw199fdhdwUibkvJjfVA93GnT0cifSw3rYe2ZhVCy9+Hvna1cSTh9WvBup6y5SnuesQdkLrlVkYsXnWHnaGO2caIMxOu6L4NaJtzkxFCom8RxznhrGnZc39Ytt8R4hJ7c9E0tN51HUQwrWwqPT/GvveJxolVXAIzXrfXew7NlnHlHMEI4IUZP0LKwwwMz5aJ6KknOcow7Np7frkPCTMIvWkdQis+RuiDtxD6egW4RWQJ6FqWecc4kT8tjhhcgU6Evv8a+s+ru4JFff050NkJvdPIM9ZFOp3t4PZ2cEdb5B1JYRHIlg8RplN8CWIHJHYp4rgmdipK6XAjml3MNLc9euiZC8nY8YzfCdY994Nlx92gjOkfGa+7aXDZm2ir+1vmTL8ARIEGRicxNhLxWp1J3KvoTPQ9MX9tIbSHiC3M0BSiMtJpax1sWEUSYVsGxjLwUzu0A8a4l2SFf0VOEoyYEK6ttfhWfzAXwGkkHqmzqCgjt0Bx7V1Rk9n3HI4gheDb/+s6FoSCKLrwmrDZBOKGQNeM4NukhYynZO2nH41djziC9DpeqSpEfmnx8atlI0Eik4E4YlmtAA0M+uD7S9E+7zZYD5hs/BM2jk2YgRnxhu+9Me4hJ7sBQdyf6MusKpZ0tGuPDrXMAjlLMN0LZXlVVfFoe+ffSKEziClrLHALz/0zrHvsG996jxLcKT5BkWtzexva629FcPn7myuJ1CjFf741dn7sZClhQk7n00+go/FfJmomv4rIIMCEZ/J1/Cm/vqFPHNLk95fJEnOeYLrB56oqm79UGacgcKNGmEjM22T6i5M46uQdX5VRH67AUxw9xBGkuwj3A8PHKUZmyXR8CHqLH6E3X0K7CHAoLpnTWAjw6qD5joD9Wpo/35fGrjO2qyFDMD1ngC84ZYuNgdBOmhbYSVWVMSENY8BMuoKtVaZRBH1zfEeGInyavmYSmUFpKiXLPsTMkiCC4hhuXGZaDz7SeL4VkfkHu7S5b0HwvTd6EYzYcalbjBk01cSTuDhOBd96BSImcJoj5ekMnL5NPgAAIABJREFUPOQoKLiM7nh07aCBkIEdD0mCSWQe2OUq9NO6tWDDfSDtRby0KGO3NbI1qtvvCMVeFjVFbMoUZO7awbz/i3+e2MEUX3QtxOV0OovITBla+WnXRfeKjyEuvgejEPCF3e3pn0VuMJTJsD4lwZicEO//Td2GWngl8Iv/ksmmSa8m8hzZ9j8MlokHd116RslFnezOxUfcNvcfEN7Pm49IpSO6ckyHSVOb7P6FPOMY9MHbCL7xIkLixWvwyxcOSTBhZ0ESTBhYRDL7nv9ZxO4Qr1LNaz7YyNw79sxgr22yl8F20BHIO/w4UGmKXuU72qCtXWNY1RpHkTf+2zusAhFskw6ButPuRt4lEi9JJi1/48FPJIfreHoBQsvezKgEbTrjs7J6T/+EU/EMLkfrDmmC2Tjz2D1CWsEsZp4EsF0hGs6EQsNioUchw4SVhFt+xi4D4XdkeEsn6Ziir1uL4CfvIvT2qwit+lrEJOhKLxItCb24nxKGgYpivIBZ9jkQtokHJ8evSdPQfLkrvE/VIM+KJJjIEzCkCGb9uRX720JUoQOnks4jmcgqPgmOagM/yKvXZPfC+KzgjPNBhUUmW4Svpq3+HsFXnkXwg7ehN3sHlLdaGNop47ZD3lFTDOM4s/5MkQbQ/KcZYO+GAY0vFY0lwQxxgmmqmXKKCnWWzthzUw6jnCNW8ZydXzGAQPcd7YahXudznq5XmGQWVYVlwq6GdfFAshi03Xsjgh++nUzNkiJLEswQJRhfTeXRxHyDDuyTbda88a78grMuhG3/w+NtZtQX9yodT8xPue8O2fKQf/J02A7+NaCIjM3xlc6nF6Cj8ZH4GqWhtiSYIUgwPldlPZin54JntZlvpPjyvxmJ6uMtIkZLm/vW9OUnIkJ+5anIO6Yy7ruZ4DuvoW3u3+MdYsrrS4IZQgQjXAPGOkKfgXjIBJ8iVUXRlf8wYrnEU4T/Utu82+Jpkpy6ioq846Yhv/yUuOQJgml/tA7cujGudqmuLAlmiBDM2gtO2SKvvV0c0uP70lK9AlMs3zB0+7/rIGLImC2hLz5Bu/tWw6ZkUIpqQUHVGbAdcYLp7kNfLEf7/DsgcillVGF84aiXhnbh5iRnLjt5dlVZc2twGQPCx2hIFetu+6Cw+mIgv8DUuIVHdPv9d0L7rn+clYgChNvCFmON2C09jexEfRGeQUTAE69OwlbFrJm+CL9QJI52oyOHXeipj5E/6ebLMi4TJIHWldQ1bCmyDJiaABOVmKE0V087VmdenuokgibUSbhKzhCMz+X8BsC2CSORIQ1FEG4RNwUFRYjl9yRCKYiwCfmVp8E68SBTIxDBptofutfw2TFdrDYj+JVSOsIwthMxdXsXgnW/Q6GOGdeVIeC1500/b4s0tkVi92WSHDsWPoDQJ8tiPsezCNHv3QBBStGi6pnGIGpFZmI8UkJbuMjtjhwwx2RnIlNGU1lwkcLYnmza0Y67l4i1nZUlJwjGf7bzadZxXOQZEMuNNhK4k4E26LSSVF6vi3w2OvKIlN1EcCoCRFg0ReS4GQyjOusek5B30pkpdRoMffwuWufcZNrTmAqLjbsSESiq9e7rgWAgIszKlmORX/57w9DOCPYUzSivh5RC1yWmCTKur4zZ8Pru8DwM/ec1cTVNrDI3Q+F6+5bNV1Ltyx3xyhAW5P7qihtANAtAoVirpW7PwAyb4lUiyfWznmC8NZVTSecnwrwWtYrwgiHW7h1eEHoJdz2zEbW1CtXWhgxXgFphrVsL1NYaaTy73QN+vuCUkQWdHeW6xidD4YlgMn+xMYDJEfFoi86/yviQU1Z0Ha3/+AtCK5eb7qLg1HNgO+BwbLzpMuM5O1YRxx1x7BH2NJ1PPW6KZMTxqujcP8d1hxRLj56/i2RuIoB4GkuQGW/ZLMpNhXMWPRMrTazvvCnb6QHlMgV0KoDNhMLAA6Vuzxlp1DvpXWU1wXDt5Hzfj/ZPiWg7AxlhkquQX2f804GRVw5ku2oQzuwqR+fG0IgO8DSAzgF4bKqeva2TDkbBKa7esWWTPN3aV5+h9Y5rTadnFc6Lhef8GUqJHc0X9Yk1rShQiorBbW1gEdi7e7eiqCi+5k7DF6n19muiZzHouYuZdSVE9slUFBHxr+XKmakQHV2mWI+EIDOtZdKbANKI8TMr3ALm7QlKEcEIhSlSNvT6FpnQblXUA4rnLMyeVJdh0Mhqgmk+u7Ja09m9aRBMRAv0EF2aikux9dVT91WgeRQj42PyizpuOxSefRmUEVskX/gmie0P34vAq8+blm+ddAhEdgKRm6jl4jONuDTipUrcDRlZT/Pyjd+EAR0CAWg/fAP2e1F43pVG7Jr2x+oR+N9/TPVnPeRoFJ52jqm68VYKvPwM2h91x9tsUOsTcHuy8qoP5kCymmB8M5xvQMGBAOms06Wlcxel1ArL63I2EOBM1YTl/aYSeSec3PXBJjmwlXBUbDGcBb2m1RdxdvMqTwMxo6V2lnFPwhtboAt/IBH8W6QqUVQoxSVGYG/e2Axu9hkEI3yiOjz/QuczT5jqTx29VdduKYkhH8SFtkjT0nbfzeCOdlN6ZEIlBi//Cj/sN8n93oAvjAd7PFlLMO2uykM6oIugq8MthP2G1TV+mmowN9ZUXKyxcksqL4DVbcYbEfMNnx2Rlyga0YgPPBCAZevxUSPsC1zE8/HG2vPBbP4l1XbgESgQuwrVgs4lj6HjhcVGvqNoxbLznii6sNao0nb3XxH8+F1T0yKOVAVnXhDzslf//muEfvohYjiI7iwI7NuA0JcrEPzwLdMX2qYUTXElAjopoO5VMn/hLwF3UtxnKsVnLcH4XJX/BPgIVbWeMWzOgjjeXBOH03+28zTW8WDiEuJsKcglaoSIrh+N+xsRqiFCHiRRR1x0tt1xTVx5j0SM3cLz/2LkMRK7gdbba40dQaTS85gngoNvvPaCuGxW8k/8LfKm/C6ifPEs33J5tbFLiu4An7lhNaKuACPXC/3W4W5YEOdKydjqWUsw62dMqbCQZSdHfcPN6UK3K3B4sDNd/ZntR+x6imZdtSn7YvhWRp4g9y0xX3VEzF/xXK5utR0sB06G0icGcOCNFxF49Tlo33612b5EBLqyHTDZsMpVelgTi/SvIvlZ6PNPEHz/zU3EEHlU4ngYzX2Aveux8e9XGbmbcq0QIaRAnTWsbuF9uTS2rCWYVbOryubZFzTX1iKUzgnxVTs7Qcatf8YUYasi0oaIfErhisgVHXhxSZcnchTbFOt+h6Gg4g9dkfEiheHUtM0ZIcXxx7rr3rDudUBX3+JI17cIg7dAJ7jFj/bH/wmRryhSsR1+LAp+XxPxd8Mx8/47MjImzAAXQxugX+NwL86gTHEDHNGm5llLMMkZfvxSvK6K7wiUcb5Ow678hxHcKVGCsR16NPIFuRSXgNtbQQVFxo4j9O1KYGNLV8rXMVuDiocZF70idoxwlhQZGwt+V911VySyQfrWQ/v+G6Cw0LhLEo6YwrpXWAGL9LQdj9T1yqnUU99YBBNY+jLa598ZcxcW/6wOXgtmfAeLemHpnIWewdMidT1LgokTW6/LuZgYU3pbLcQpJAXVxcuNdffIdiTRjkjCDSD/d9VQCgoRWPYmOl9cggLnH4BAJ9oXPwp9zQ+GxsIIUAS1EoTR+ezCriMPEYovv8Ww3g3890kjZ7bYrYjndpHKhDs7DFIQNi62I08EQiG0Pz4PoY/f64dCrCNS4IXFaF9wfwrQS79Icbumgd0d0K/MljSwiaAkCSZO1H6eUXGmTaW5feP2xikm6dWFP1LesVMjHy8iXfIKgrjyH8aTc8dTC4wUIOIYZTv0GFj3PRSBl57qlaJEPKEbu5xmr5FW1iCekVtC3/BzL/8j4RgpCEYTXtsPzzHqiXQrIq2tIKjWv10OkXakZxHkJSLzRSrtD96NwOsvJh27tAoktBOwsCO/4OIthkAOJUkwca4ukV2gZfUHrXqX9WXGFHHJKp55I5VIz9QiK0HRrCsRePMlYwfSfUcjHC4LZ14O3bcBbXW3ACLgt3ix2m0iLHvuazz9ipcl4TQZzoUg3/kHWLb/VRdpff7xZrXERbBl5z0Q/N9zCH7yyy5GODsW1lwKyy57RRgCo+XS6dDjsOPJhMkhIp1Z/4ZBr1mI/1Zc17gilutAJuidLB0kwSSAZCZ6bscimEiGduIoI4I/db0M9Q7fYDv4KNgO+jVEIHBhNCc8t4V9Tv5vZxjkIXYgLcK2pmdMGSKDJIRMkV6k8+Vne3kziydvkaVS9zch8MKSzehbxu+MwnP+FNFVQuyQWq48Jw2e0eYXhEi4BvDzgLpeUbnrWwoBAdJ0hbiJ2PJTyKp/3/6zbeW4BQuazEvOnZqSYBKYS//ZlW+yzgck0DSpTcQFqtiBiKOMIALhzRyttD90DwKvvdCrCg0rQd5vphpHD33Nqt7NRfqR/Q4zZHOzH4F3/gdSLcir+L1hGyN2Mf7zTt58NFKGj4Jlj0mwjN/J2NV0vvIs0N7HGNWWB9vBR0I8YfcMGWE7ugIFJ0X26xP3PW31tyL09RdAKJhUHBMRJh7jtOLQViNue/LHRNoPlTY5TTAirgYtWJDU+Ioi9Yk1qDzN4PTmSe25IoWj4RZju+5J9pgIZeRoU+tVBJgSdiTo7BlJgJB3QhVCy96Atukyt68w6177w3aM0wjVoDf7Yd1lz66dBjP8F/zeuO9WthkPUU+8FonXpeCH70TcbQhbG/FSBf0Xq+KiC66Ocjzq0ki4IojL4YDI1fTVZ33GYQqCpFUiwnp7nWdk0gTmqKCcJhhvTcVy0pXPWafZyXCA9J9TfiyHFOFcMygxOsQ9heVXu8N22DGw7LpPQv5KwhpXGL/1LCLEgrhrEda3kQpZLLDsdQDyjpxikInYPYnSsehBBN74r7F7EkZ5wY/ejfsYI56zi875kxFky2wRgaSC775mZJkURzizsWfMyo9Zj+hRR13DAPLExOwhJyrkNsHMqHiFFDpUmNsz8ScqlL+XuBseiHfmfK7fjmfufJCIhWNl2jETxxHb0eWw7j5pwDFTQh+9i9b7egecEi4Gwks6VlAmcbdSOOP/IKLuCeM58aJkPEM/eA9C7y+N6uekjN5q83N3X/yLzr4Mlr0TP3EKvcUltdg5JT2nU/jFogUYk0bVe/qG9ot3aeV8/bR/LOlEtPm8aTvpAW0ZACNY7SYPlRbS8Ymm4sVgKPjvLec99Uk4nbyu8iMIdCRBcTF4RAznl5QMSzgO5h1dYeR7hvCwTlIRgaA6Fj/aS5plj30hfI+EM6G4PxHE0V2ULcYY5CYubsUuJ/DS0wiu+MiwuxEXwTTMbljoCvsZYTMjXpeMIuL4jh5nROgT3sx9d06iipHytubSqH5UpoYtLIbbNhq+Uh3PLoQm7mpSVJi51UHqBHIvSkeYvBSNIj1ic5pgBIS+GVPvhaKHiTZEOog7wdgIQgcx/cRgYevuAKMYCorAnD8YOxaht23yccg78bdQhtmTvhLEXUZr3S2GjUp3EbsYZew2XfGAReJ6cZEqUr+K+C/in7wCI25u5/+ehfbF8q4jiaJA3Wpb2A4/ziAITWSEFCEbOtuNS2FBKsY/Lf6wsXFFiIfiy26KHgNH1w0bG2FrY7aITAltd14H7fuvzDZJoB79qEGr11l9dGR9Q+rYLAHNMqlJzhOMANtf7XyLCftlEvDRdDE+vCtuheIYbkplcVwRuw4RjFs8NZOioHDmZSK8X8T24uNrnXMzuKl3ChBx/FHH7wx1q20MghELRG/xIfTZR1GPUCLkpyAbGrklFFsetJ/XQPvx264sA2GKEZ5h+mwjmHjEImLqvvsaAq88C8vuk4zMlWR3RB1Xt6zg0pcNv6VUFyLy6zrucATtt9H8+cLNW5YeCAwJgjFIxlX5NoP3zYbZF8+8hbOviRjzZPMYgkHj6Vhcsmore4fDKTrvCuOjjFa07782QjAI+5a0FlVF3rGxE6+Fvv4cbXdfvznRmkiZYt3vcNgO/03MVCfBj95B2z03pG1YDG4lpr866j03pq3TLOhoyBCMmAuvq/JxAke2Rc+QCRNPwMOuvcfIQdSvhIIILX/fMIwLrvg4YpR/dfxOKL7o2vAezj2EiheY9kfq+hFUyqCw5aHwFBesBx4RI5gWo/XWKxAKF3+GCOp2E4wdjWXSoVCKh/VTd7DSzCrET5TUNWb8GkvZ/PYRPKQIZhPJnK+AaxlIS7aARCdSXKDmlf++K7KdSFD/3Vddz7Lvvg72N4E1LabovONOgjDZj1XEDqZz8aPofPmZWFUH9Ls4RhXOutJUilvxKiQMA4UxX+RCgM0G6577Iu+wY6FO2Nk4PolXpdZb/gzdCEyV/sKMeaX1nhnp7znzehxyBCOmYMM5vxunhDquI9A0gMNsEzJjoshR1vUxMne97Gxsjsveg/ILUXD6uTHDUHYxmGY4NYoYutrqVXHbskRDTMSrsey2D/KdpxovVbGKIIbWmy6NL0VsYZERaFwdNRrBT5bFFXs4lj7x/i5eKxVSrrLXLbo+3ra5Vn9IEkz3JHZUV+7YAVQz9JMUhUYzs22wXo1StbCUMeNQOP0i4wLWTDFiwHz0LjpfftrYCfR8rjbTvmcdI6XshF2R9xsnLDvsYgpa0Z/IYaR9k+0PM+QHbBMd7n+n8ikr3ilJe/0hTTA90RbGdITgaWD91zp4PAh2gAoEQCLTY88i8oSSTiEd8CuEZhC/qTPtRcy7ZVqcGKG3OG4VTL/IMJAzXUIhhL74BMEP3ja8oY3XJuFBvcmrOqwcRQHZ8qE4ygyzf+v+h0HddoLpLkWsmLa5f+8VHsJ848yrSYTb7XWe2ZmnWfo0kgQTA+vujI+9/jKjf5LztRecskV+e8eng+qjFGUs6g47G9H+xfNwIkXf2GLEgBGBqwLPeXrvbIgMXyXbxIOgbLlVwkZzHYseQud/FiWiXka2IcBnd3sy+q4v1cBJgkkiws2uyn/q4DOTKDKpooRlsMgeKSxzEy0iJ1L73L/3et1RykagcPa1xv1HQoUZHU89jsDTT0TfISUkfGCNRDBuaGpFMC+0QdFpAjTaQxUuI0yTGMIQM3Ih5g4VdGDxEHYpkAQzsPW3ubV3+jQnVO0R2uSWkCSxSRcjfIJEDF3LTnskJpvZSGwvLoS7i/DsLppda3hSx11CQbS6bzHufdLusBhz98oigfk9dnfjeT2ripTFG9fYt1dZ2TUI3MjM24dLKSwiOlhAFw1zN9wZNy450kASTBImsuXMqsM1a/BpAHFcciSh4wRFCEvh/BNONtwREiki/UnwvTd6EYwIjyl8juIp4nlc3LmEPu3t3R2PjFTWJcKn9jrPrrH68LkqrgfTuSA4+tel+x3uhrNiycjV3yXBDHBmxR2Nr7ryJyKO/f46wL6S3Vz4EBX8dnrkFCUROkwGwYhL49a7ru8KtZCBhYH2kBo8dOScp/pHJw+j7+ozpuxUaFMfAbB3r58JbzrqPAdl4BDTopIkmAHALOLz+te8vwpM5j3xBtBfKpoK58b8k6d3+QSZjEQxIILp7EDn843oeHZRRCvkVIwzLpksoFCusbsXdeXAjaP4a5zLmbFLdxMGf1zqbkzwPBpHxxlaVRLMACamuaZigc500gBEZExTdevxhtWvEXQ7BtEkRDDMhs+UCFBlGAxmcGHi/zlG730k1dYmlNSvyVWxRgFtKQzuSNcfdcxdPGQDU0mCSXChN1eXn8UK1TGTJUERmdfMYjUM8kT6VmEgR7bwT9rxEkzo0/fR+dIzEP8Wti6ZXnTQoWXuhtcS1bO5pmIKs+JhZmKi20vdDRclKivb20mCSWAGfzrtmFEFBYVvM7BNAs0zvolhgbv9jrAdcgwsO+0OEUN3c9H1rlefvq9IF11rGNhtPhqI+LlfrUDwnVcREqb7UcJxZhogoY7QViMeHFgwb191xWdMNJbBl5S5G+sybYzp0kcSTAJIN9U4b1AYlyfQNOuaWHbY2chaYJ14EKBajNi97Y/VQ/v8l2BVIvVJ0fl/MWLBoMXf5e392vMGwWRjUYl3HVbX2Dv+RZwD2TDjxJNIUY8KFhRePRQSrEWCRxJMnAtHVPe5nD8DyLpXowSG+ksTIlh32Qs0ZmuEROzbHgnQRDQ7EX5B5KwWcVhEytlsLgz916XuxS8NdAzvuiYWTnK/FzmS+kA7yIL2kmDinKT1M6ZUWEhtCGdY1VcUM4OIvtKgPwRN/9GiWu5joCscvywZiwAzXVta33B1xiqYRYpJgolzsryuig8JFPvZkbCeVP20klH7vND9GiGsfUnVHhf+h3F2K6unEQEGLSh1N5ycxi5ztitJMHFM7eNVVbajS4NtFH0XEmTiRq1duzDcRaHPVVEDpjtBmZXbOg4Ycr4qM3/aTvrhY9xL1uf8YFM8QEkwcQDsnzHteFa0pyI2YfisFuXUojmLItcRoTtrpswiXb1Vkkwc4KezKnNHPpQ982W2gAGjLgkmDgi91RUPENHpEZqs6ywo2N3si4G3puJMYnKL1EBxqCCrpgkBq6qcGOsPRZpUyepuJMGYnL6XJk/O32eCYxkTdu7bhEArS8bsuUu8lp9NNRVTiMlDEE67smQWAvyYw914SmbplH3aSIIxOWfrTz9xrKXAshLclSVyc2H47GP3GhkvuXS3b5059YRQSHuCiaLGFjGppqwWBQGRK86ku5XINfzDcz7L+JMXLNiUplJCmwgCkmBMoibi93YSf8I9XoBEQKFgsbbDiNsGaPXpqngMoN+aVEVWSwABnXmFoijzwXwFgP55TvrIJBH2XMUfy+Z4Hk6gO9lkEwKSYEwuhTU1FbvkM33U/YIkHNlYw41l8zx/NikiYjW/y3kVg6+J4+/rQLscUu0J1AE1dETJnCVvN9dUPsrMpp6gCfSO3d2QNRlBM3FSJcGYnJWWmopddCaxgzEwY8ZaR71njPhLZ1JExGpeV/lCgjJ1oHJk+/AIEBAMWvnQEfc0vvXzjBOPzyNLA5syEyBdYa26pH7xPyW2iSEgCcYkbk2uykMU8KuiuliwOvTfJMOcXMjzVVeuAvFWJlWR1RJCgL+y1zXuKJq21FQ26OByM2IY+MExZq/tEr1jM9NHLteRBGNydtdXT93XQvrbxu4F8JS6PZUmm8as5nc5OxjIi1lRVhgYAsSXOOoabxUpaoDOj8yGOCXQU3Z3w4kD63xotpYEY3LefedN2Y6C6hesQ1ct1mOGzVnwismmUautP7Nif9VKS+VEJAPNGDKIfujMz58kbJWMo5JieUrcpZkpIsfRSl51xVB3XjSDVc86cl2bRGy1a8qIQiifgeh9e5P1RErS86W/2vk0ExKLvm1Sd1ntFwRCpF81om6xkdLV63I2AHCa/QgIeFdRrRcn64/LUJgXs9gOBSyijlG43o/HuNc0VmpG1C96JxmAiGRteW0d4v4lHudHDURqpqX4SAYe8cowQlLG2UhkCiip8+zefTnvq3b+B8AxpgUR2sH0WGdB/uWjVoe8yfpDE+cwsqZ6vPOTNQNLhaK+s6fe67hv0TnJku2bUV4HRXGZlcc6/0/Lw6VqgKpBdBaBh/L8faFrykWKhXcD801mMQRoY1ANTO6ZLWCTC8hpcfEVg5nIq1n148XrlPn+h1bNobxA455pnl1VRrctaIq7YZgGPPv0sf7W5s/MGH2J5gS02N2eEvG/V846rmREp+0NAsXM2ZMMXTNJhnjBg4Lp9vs8D3Xr1VQ99RyV+C4Gm3G5YJ1wU1ldb/slf820CdD1B5mwH2LIIWC9DvKQLXSD4+4l32QSPpmmiySYQZoR3wznG1BwoMnudQvUi4vdC28T9cXHwKwvBfiXILgmBWV7NWa8U1rv6Wf8JjzUFVZvMxXQi/EfR73n2L5YcC0srWun7dIWDE3MU/lY6MpoFnZOCph0tIGUd1gLvNoRCHy85UPPiaiGssRAQBLMICwRf43zdtZxvpmoeGKCdKaG0vqGzYZ4XpfzQgIMshlqRQfeKnN7Dgg37g0zyq9WFSVmLiNm/ra0vnG7oYbdYIxXEkyaUfe5yi8FKzeAzIXOZOJPS+saex2FfDXOl8CYnGbVM6M7xvq2oHbomPlLwkYU97rK3yMo+8RQtsWx6biZGYPKXS0kwaRxbrtiwGCeWZ8jBi93uBv36OuO4Kup9IHZnkbVM6YrIgQ1aH8sq1vyaDilxMucrb19dbQQGCIt7GqvddSuCxZszJiB5agikmDSNLFNMyrOVRW6q9uXKVq34txPzLc46hv/1Ldey5lVh2vW0PNAXE/bv4gh/glQ2qAo20DTBi0A+aYn5vdVlecVWwIP+Tvz/w7wDDPToev6nLK5iyO+5vmqK24iosuiGNG1/ui1bikJxgzaA6sjCWZg+MVs3UUIwblE2EHEI4lZGF8obLm0ZO4TjeHq+l0VdzPTOWbub/q1JzwPzpu5Lq953Ui2DLcE1AkBcDmRchwxbx9Tt+RWCKpacJ9h854yEix9c8Zkx3Cb/RXdREB1hfiJkrrGqmjq+GoqmsBUGq4Og1tXe22SYJI7n2GlSYJJEciGvwsFriNGJYOjBpMiGBYtG0H00Dpr+58m3PVMxOTNflfl2wzeNwG1P7B7rftHMgzz11R+yczjzculDmZ9vUIkDP9CDP6ZGMOZMcEM+RFIhxo62D5nydLuPr3Tyw8jVRH5iKI+N0d6Seqpu7+64mEm+oMkGPMzmoqakmCSiCrXTs73rhlWqUKdBcZuOjAsMsDCTosCDP5GD1EDOZS60r8v+i6WOj6XU0S6Hx6rXs/fmbnVQVuMIrc7YhKwlprKqRqzSKkS89hEQKem8//5Q/5/bTf/ZV+vD9tV+SSDT4iln9jMKeB77O7G83q3d4qn5gujtWfgy1K3Z0K0Oi0zqw7XtOBzQP/sDXIHE2t2kve7JJjkYQlvtVMchf7YM5A3idAxxoUKX7olAAANg0lEQVQDg6B0MrgFTJ+oBM/6gPfBvh9oLHV8NRVBMJkPFM4kDNNOcNQ1PB9DttLkqvhUAf0qlg4A1rVsVA8e98jClX3rbtqFmHIEZejLSt2LJ/aV4XM5OxDFu5yIvrbXNcTcbXmrK74monDP0fIOxsQkJ6OKJJhkoNhHBtfWWoCXDRJ4+WVg3ciRetWCBSHx/wcSoGrDOb8bZ9E6v2U2ZbHapRXjz456z41mhrkp04GJ4EoUZPClpW7P7X3lil1c8+pSb6xj4aZ2vi+xamxfD+VmV+WTevRdkLBqdsTC0uuq/AeBZ4cZe/uP8hXJzJIYcB1JMAOGMH0CjJg0ir4UbDYLAa8PQt1jpHvRGjNa/lzt3MtGEDFvYjtfRiAurqqy+UuDywHsEKtPBjc78gLjqM+dkxEaI6B+FenFzWg3Zu/hsYJA+VyVVQA/1vdOhwFfqdsT9gI4ls7y9/gQkAQTH16DWru5uvwsHcpcM5eohqKbAiyZVZpdU0a0wPJfHbx7rDYMuq3U3XBRvx0MoPiqna8Q4ZBYMojIX9Jk2YrC2KP4XBVrANoyvAzy28fsOSI2wfx2PHPn60TYoqccYlpnr28YFUs/+fvAEZAEM3AM0yZBeHND12ea7NBnDzi2o/nze13CxmrrdVU+TuCoT8BdMmiRw90wLZw8b7VTpMadFWtx6aAfS8fsuW04ovDVlNdBV1zhwyiYIxihm7+m8jVmPrinnuGso2PhIn9PDIFYayAxqbJV0hEw7jZ+dCwyG5yKGHfb6z2z4lWk2VX5Nx18Sax2RPS6va4h7C7FSLFL2pMxd1oRnA5F377pJx4Ji+VZcP/Mlwz4HW5PWaw7GCGn2VVxnw6q6UUwOh4ones5I9YY5e8DR0ASzMAxTIsErqoqbh4efJx1E9HvGGx3eyxE8Wc82HDOSQepodDrMQfFvNRR3xjWG9wgB9Uinogj27MY79T0J0ddw82R+vK7KjdwOI9xhs9Rb+4OpaWm/GyNlTk9+tAYdFGpu+HOmGOUFQaMgCSYAUOYHgFxEQzxT466xtGJaGY4Y0KJ+NF3y4wWCNsgGMXyfLQdDBF3lIz2l1Lty+JJOmzxu5yfM2BkAuhZiPGdvd6zrZnxeWsqpxLzwh51faoWPLTbgtiMDFkncQQkwSSOXVpbxkUwujLHMTexyHt+l1P4S/Uyfgs7UF3/u2Pu4ovD/dYyo+JcTaG7owHEzC+V1jf+OlodX43zP2Ac068O0beOugZT4RZEat5ASH+yO2UsEX1qr2sYcoG60rpYe3QmCWawkI+z35cmT87fZ4KJOxgGqwrvNqyu8dM4uzCq+6qdz4Lwm+htKaizdn5Z/eL7wtXzupzzCDgrogzmDg3WI4fXP/FGtH68Lud8gmG42HsHo9BS+30NpoJ1NdVUTFFY8XRHqWPGXaX1nvMTwUa2iR8BSTDxYzYoLRhQmmucDzDj1GgKiJCSdrfHloiS3ulTt4Gqv0hAVCtZJrR3gCeNDkNiQk+fy/kuAXtH1IGowVH3SwCtSPUiGcoRcLvd7QlnQNdPlCAYFbSIGRaRQjYY1CePuF/G0E1kfSTSRhJMIqgNUpsN1eVnWUiZGz3kA3/lcDfGNHILNwRhyGcl/TkGHFGHSPytoy58RDix09p7R4eIW1wQTobwi7Io2M/MDqvFVXm+xnxHn6fqgAJylbgbHjAzDcYORqcGEeCLQZ84vJaJMhOAGeSSU0cSTHJwTIsUw4EvFHwp6uXpALIQrp8xpUJVFI/w7o66SyLcYa/zhHVIFIHRm1uD68ORoJCqEE0bVtewyAxgG2umnRJi7V+9ov0Tey2KZXLxnIUiM2PM0nVEInHJa2Vgdjj3hphCZIWEEZAEkzB06W+4zjV1tAX6DxGjtRF0Vafrh9U3XJ2Idr6ZFX+GRn+N3pY7Nbb+OtL9yaYn6hfC717wpcNn3dXsDqLNVVnVyfxv6sF4IvmZ3e0xHa6iaweDx0Gk2wsKtqc7Hl2bCDayTWIISIJJDLdBa+WrdoYixfMVYRTaiPcJdzdiRmFfdeUiEEfNua0wPVhS39Dv4rVbfkt15TUa8V/C9MehIB8Yz/2H3zX19zpr/6LuJyBjK6NcY3cvihnYu7t/r6v8CAWKB4zX7PWemGEkzOAk65hHQBKMeawyoqa32tlKhMJwyhi+PXUNpixcw7X3VlcsJ6JdIg1UXCAHoGwTyXlSWBv71zgWg3F0TxnGBoRwn72uwaybg9F8o8t5YYhxW/eJjcCdihaaFI8Ny+ozpuxUYFWXBDo7pm3x4LOmjlUZMdE5ooQkmCybSH+1862u5GD9C4O9pe7GhHIltc48YWJIsz7DwMjIkND9DndDxOdnkUyuubX5HQZ6Gfkx82rH2L23ieWc2Ldff03lHGY+u/u/M/MLpfWNvcgr1vSxy1Xow7rrwzlmxmorfx84ApJgBo5hWiX4qitvYeKLw02cyLtsr/MkZETWXFMxRWcSoQ3C7o4AxEz1sSn+sAh52VM91oPaH8ruD58FIBp4gmDAXNN9YdwGbeQY9xIR0S+u0nzetJ1K7l4YNs1JXIJk5bgRkAQTN2SD28BwJFS1xnBOgARebnc37paIhk2uihsVUL8sBkKWET9X4TN6pmsN10dTzZRTFFYf6fUb4UVHneeoRHTyuSoXAmwknCOmpfZ6c8Z1ifQl26QGAUkwqcE1pVJ9LqeI3bt1304GYgbf5Kp4VAH9LpziDFpc6m6oiDUo7wznhaT8knGSmAKKxXLMsDkLTIXQ7CtfGOyBMREKQvZOx8h4Q0/E0lf+nnoEJMGkHuOk9+CtrniAiE5PJsF4Z1S8Qgod1lemuD8prW8ca2YQfpfzKgau7a7LjFdL6z39ZJqRJep4q53fEmFrnaiuLM4LYrN9yHqpRUASTGrxTYl0cRRRoT4ozN97djCQHYzX5VxJfcJcEiEETa2wz134tJmB+F3ltQylywZH+AwoXF5S17jETNu+dWprYblwdcUKHQjdOaZxt9paGDGNZckuBCTBZNd8dX27IjZMWeiDvnmMkk4wwLslbs/+ZgI7Cb16Eox40g5a+dAR9yTm9+OdXr43qzS9I6DfHSkPdRZO3ZBTWRJMlk553/sOMYyBEIyvpmINuHcMXJ2030fKAR0ONq/LeSFh8x1MW1ANHjZyzlPvZSnEUu0kICAJJgkgDoYI4TZghbYCoJLu/gdEMNVOL+gXJ0ci+qmk0LIr3bZAOC6aKsKXyUKqx3ikJvaGLDgu0R2MqQ5lpYxHQBJMxk9RZAU3JXqbPlCC4VpY/KsrNvQkKx1cV+Zu3GzkZgYmkS6XueNDIipixlodlqmxYr6YkSvrZC8CkmCyd+7QMv2E3TTV+mF37FtifGav90Q09Y80VEEwzaud63qGadBBh5a5G16LFx5fjfMlMCYD/JPG1mmSYOJFMLfqS4LJ8vn0VVfcBKLLxDCY6OtSEylV+w65L8GI16MSHmWPlss6Emwbzq6sVnV2E7A2xHIHk+XLa8DqS4IZMISDL8BXU9EEplKR1L3U3Vgcr0aCYHyrnU0EDNvU9gOH2xM5Il2UDozMjo7QRoa+0maxnV40Z4G85I13QnKoviSYHJjM9TXlV1qgXENMbSXuBrvZZ+WeQ/e7nKs3OynGkc86HHyGIaBCEwqVvItsc/69NAcglkNIEAFJMAkCl2nN/NWVb4L0kSVFtv3iefnpHofP5VyGTXF0lYC6c8n8xJ0DRdgG32rHPQVMN+fXN3yRaVhJfdKHgCSY9GGd0p42nPO7cdA6XMFQ8N9bznvqk3g787nKF4KVqUSkl9Q1WBNJ2tazTxEmIZE7nHj1lvUzGwFJMJk9P3FrJyz0EzsilV/NUC8GeL3D7TGVcyhu5WSDIYeAJJghN+XhB7z+3Ir9rUHlLjA0GRZBLopkISAJJllI5oCc5urys3SoOzvqGy7JgeHIIWQAApJgMmASpAoSgVxFQBJMrs6sHJdEIAMQkASTAZMgVZAI5CoCkmBydWbluCQCGYCAJJgMmASpgkQgVxGQBJOrMyvHJRHIAAQkwWTAJEgVJAK5ioAkmFydWTkuiUAGICAJJgMmQaogEchVBCTB5OrMynFJBDIAAUkwGTAJUgWJQK4iIAkmV2dWjksikAEISILJgEmQKkgEchUBSTC5OrNyXBKBDEBAEkwGTIJUQSKQqwhIgsnVmZXjkghkAAKSYDJgEqQKEoFcRUASTK7OrByXRCADEJAEkwGTIFWQCOQqApJgcnVm5bgkAhmAgCSYDJgEqYJEIFcRkASTqzMrxyURyAAEJMFkwCRIFSQCuYqAJJhcnVk5LolABiAgCSYDJkGqIBHIVQQkweTqzMpxSQQyAAFJMBkwCVIFiUCuIiAJJldnVo5LIpABCEiCyYBJkCpIBHIVAUkwuTqzclwSgQxAQBJMBkyCVEEikKsISILJ1ZmV45IIZAACkmAyYBKkChKBXEVAEkyuzqwcl0QgAxCQBJMBkyBVkAjkKgKSYHJ1ZuW4JAIZgIAkmAyYBKmCRCBXEZAEk6szK8clEcgABCTBZMAkSBUkArmKgCSYXJ1ZOS6JQAYgIAkmAyZBqiARyFUEJMHk6szKcUkEMgABSTAZMAlSBYlAriLw/yQkS8FADfW/AAAAAElFTkSuQmCC"/>
          <p:cNvSpPr>
            <a:spLocks noChangeAspect="1" noChangeArrowheads="1"/>
          </p:cNvSpPr>
          <p:nvPr/>
        </p:nvSpPr>
        <p:spPr bwMode="auto">
          <a:xfrm>
            <a:off x="307975" y="-166688"/>
            <a:ext cx="666750" cy="676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822325" y="1275852"/>
            <a:ext cx="8187278" cy="31854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err="1">
                <a:latin typeface="+mj-ea"/>
                <a:ea typeface="+mj-ea"/>
              </a:rPr>
              <a:t>모놀로식</a:t>
            </a:r>
            <a:r>
              <a:rPr lang="en-US" altLang="ko-KR" dirty="0">
                <a:latin typeface="+mj-ea"/>
                <a:ea typeface="+mj-ea"/>
              </a:rPr>
              <a:t>(Monolithic) </a:t>
            </a:r>
            <a:r>
              <a:rPr lang="ko-KR" altLang="en-US" dirty="0">
                <a:latin typeface="+mj-ea"/>
                <a:ea typeface="+mj-ea"/>
              </a:rPr>
              <a:t>아키텍처의 한계점</a:t>
            </a:r>
            <a:endParaRPr lang="en-US" altLang="ko-KR" dirty="0">
              <a:latin typeface="+mj-ea"/>
              <a:ea typeface="+mj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>
              <a:latin typeface="+mj-ea"/>
              <a:ea typeface="+mj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500" dirty="0">
                <a:latin typeface="+mj-ea"/>
                <a:ea typeface="+mj-ea"/>
              </a:rPr>
              <a:t>부분 장애의 확산</a:t>
            </a:r>
            <a:endParaRPr lang="en-US" altLang="ko-KR" sz="1500" dirty="0">
              <a:latin typeface="+mj-ea"/>
              <a:ea typeface="+mj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500" dirty="0">
              <a:latin typeface="+mj-ea"/>
              <a:ea typeface="+mj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500" dirty="0">
                <a:latin typeface="+mj-ea"/>
                <a:ea typeface="+mj-ea"/>
              </a:rPr>
              <a:t>구조 파악의 어려움</a:t>
            </a:r>
            <a:endParaRPr lang="en-US" altLang="ko-KR" sz="1500" dirty="0">
              <a:latin typeface="+mj-ea"/>
              <a:ea typeface="+mj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500" dirty="0">
              <a:latin typeface="+mj-ea"/>
              <a:ea typeface="+mj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500" dirty="0">
                <a:latin typeface="+mj-ea"/>
                <a:ea typeface="+mj-ea"/>
              </a:rPr>
              <a:t>Side effect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500" dirty="0">
              <a:latin typeface="+mj-ea"/>
              <a:ea typeface="+mj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500" dirty="0">
                <a:latin typeface="+mj-ea"/>
                <a:ea typeface="+mj-ea"/>
              </a:rPr>
              <a:t>빌드 시간 및 테스트</a:t>
            </a:r>
            <a:r>
              <a:rPr lang="en-US" altLang="ko-KR" sz="1500" dirty="0">
                <a:latin typeface="+mj-ea"/>
                <a:ea typeface="+mj-ea"/>
              </a:rPr>
              <a:t>, </a:t>
            </a:r>
            <a:r>
              <a:rPr lang="ko-KR" altLang="en-US" sz="1500" dirty="0">
                <a:latin typeface="+mj-ea"/>
                <a:ea typeface="+mj-ea"/>
              </a:rPr>
              <a:t>배포 시간의 급증</a:t>
            </a:r>
            <a:endParaRPr lang="en-US" altLang="ko-KR" sz="1500" dirty="0">
              <a:latin typeface="+mj-ea"/>
              <a:ea typeface="+mj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500" dirty="0">
              <a:latin typeface="+mj-ea"/>
              <a:ea typeface="+mj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500" dirty="0">
                <a:latin typeface="+mj-ea"/>
                <a:ea typeface="+mj-ea"/>
              </a:rPr>
              <a:t>스케일 아웃의 어려움</a:t>
            </a:r>
            <a:endParaRPr lang="en-US" altLang="ko-KR" sz="1500" dirty="0">
              <a:latin typeface="+mj-ea"/>
              <a:ea typeface="+mj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500" dirty="0">
              <a:latin typeface="+mj-ea"/>
              <a:ea typeface="+mj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500" dirty="0">
                <a:latin typeface="+mj-ea"/>
                <a:ea typeface="+mj-ea"/>
              </a:rPr>
              <a:t>특정 </a:t>
            </a:r>
            <a:r>
              <a:rPr lang="ko-KR" altLang="en-US" sz="1500" dirty="0" err="1">
                <a:latin typeface="+mj-ea"/>
                <a:ea typeface="+mj-ea"/>
              </a:rPr>
              <a:t>개발언어에</a:t>
            </a:r>
            <a:r>
              <a:rPr lang="ko-KR" altLang="en-US" sz="1500" dirty="0">
                <a:latin typeface="+mj-ea"/>
                <a:ea typeface="+mj-ea"/>
              </a:rPr>
              <a:t> 종속적</a:t>
            </a:r>
            <a:endParaRPr lang="en-US" altLang="ko-KR" sz="15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0596662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1BEF1B6D-EDD0-46B0-8C4B-4503BA8E5168}"/>
              </a:ext>
            </a:extLst>
          </p:cNvPr>
          <p:cNvSpPr txBox="1">
            <a:spLocks/>
          </p:cNvSpPr>
          <p:nvPr/>
        </p:nvSpPr>
        <p:spPr>
          <a:xfrm>
            <a:off x="294114" y="264068"/>
            <a:ext cx="7444968" cy="42862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400" b="1" kern="1200" baseline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</a:lstStyle>
          <a:p>
            <a:r>
              <a:rPr lang="en-US" altLang="ko-KR" sz="2000" dirty="0">
                <a:solidFill>
                  <a:prstClr val="black"/>
                </a:solidFill>
                <a:latin typeface="+mj-lt"/>
                <a:ea typeface="+mn-ea"/>
                <a:cs typeface="Arial" charset="0"/>
              </a:rPr>
              <a:t>3. MSA</a:t>
            </a:r>
            <a:r>
              <a:rPr lang="ko-KR" altLang="en-US" sz="2000" dirty="0">
                <a:solidFill>
                  <a:prstClr val="black"/>
                </a:solidFill>
                <a:latin typeface="+mj-lt"/>
                <a:ea typeface="+mn-ea"/>
                <a:cs typeface="Arial" charset="0"/>
              </a:rPr>
              <a:t> 특징</a:t>
            </a:r>
            <a:endParaRPr lang="ko-KR" altLang="en-US" sz="2200" dirty="0">
              <a:latin typeface="+mj-lt"/>
              <a:ea typeface="+mn-ea"/>
            </a:endParaRPr>
          </a:p>
        </p:txBody>
      </p:sp>
      <p:sp>
        <p:nvSpPr>
          <p:cNvPr id="9" name="AutoShape 2" descr="data:image/png;base64,iVBORw0KGgoAAAANSUhEUgAAARgAAAEcCAYAAAAcH6uaAAAAAXNSR0IArs4c6QAAAp50RVh0bXhmaWxlACUzQ214R3JhcGhNb2RlbCUzRSUzQ3Jvb3QlM0UlM0NteENlbGwlMjBpZCUzRCUyMjAlMjIlMkYlM0UlM0NteENlbGwlMjBpZCUzRCUyMjElMjIlMjBwYXJlbnQlM0QlMjIwJTIyJTJGJTNFJTNDbXhDZWxsJTIwaWQlM0QlMjIyJTIyJTIwdmFsdWUlM0QlMjIlMjIlMjBzdHlsZSUzRCUyMnZlcnRpY2FsTGFiZWxQb3NpdGlvbiUzRGJvdHRvbSUzQnNrZXRjaCUzRDAlM0JodG1sJTNEMSUzQmZpbGxDb2xvciUzRCUyM0YwNjY1MCUzQnN0cm9rZUNvbG9yJTNEJTIzZmZmZmZmJTNCdmVydGljYWxBbGlnbiUzRHRvcCUzQmFsaWduJTNEY2VudGVyJTNCcG9pbnRzJTNEJTVCJTVEJTNCcG9pbnRlckV2ZW50cyUzRDElM0JzaGFwZSUzRG14Z3JhcGguY2lzY29fc2FmZS5jb21wb3NpdGVJY29uJTNCYmdJY29uJTNEdGhyZWF0MSUzQnJlc0ljb24lM0RteGdyYXBoLmNpc2NvX3NhZmUudGhyZWF0LnRocmVhdF9hNiUzQiUyMiUyMHZlcnRleCUzRCUyMjElMjIlMjBwYXJlbnQlM0QlMjIxJTIyJTNFJTNDbXhHZW9tZXRyeSUyMHglM0QlMjItMjAwMCUyMiUyMHklM0QlMjI5NjAlMjIlMjB3aWR0aCUzRCUyMjQ5JTIyJTIwaGVpZ2h0JTNEJTIyNTAlMjIlMjBhcyUzRCUyMmdlb21ldHJ5JTIyJTJGJTNFJTNDJTJGbXhDZWxsJTNFJTNDJTJGcm9vdCUzRSUzQyUyRm14R3JhcGhNb2RlbCUzRV5Rg9QAACAASURBVHhe7V0HeFvV2X6/eyV5xpKdAUkIK4SyV8JeoYyyYssJpqUFCiSWCRAg/IxSoJhRRqFlEywnJYwCJSSWE1YZBcoKK8xAIOxAQkhiSXa8JN37/c+5joOHxpUsyZJ8zvPw0KJzvvOd95z7+oxvEGSRCEgEJAIpQoBSJFeKlQhIBCQCkAQjF4F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0BWI+CvmTbBXrdwZVYPIoeVlwSTw5M7FIbmrXYucRQWzKA7Hl07FMabbWOUBJNtMyb17YWA1+X8UgW/MMzdeA4BuoQnsxCQBJNZ8yG1iQMBBhS/q/J7AHbW9fNL5zbeH0dzWTUNCEiCSQPIsovUIMC1tRbv6g++V4DRAFY53J6tU9OTlJooApJgEkVOtht0BPoQDBNwtd3tuW7QFZMKbEZAEkwGLwaeXVW2trltTLFitbAeDMFi0UPFamsglNfR5l/TuW3ryDZasCCQwUNIqWp9CAYErLa7PWNT2qkUHhcCkmDigis9ldk1ZYSflcdBdETYHhkaEdoAtDDjEyLlgRL3oscy+ZKzqaZiSlld45JkIhiGYKCDLih1N9yZzH6krMQRkASTOHYpb+mrdl7OoNkgHhltohgQf70Z4BaF8Jwe0u5zzHvyxZQrGKMDrqoqbi4NPaYz78bES8vcjb9Lpk59CaZLNv3ocDdslcx+pKzEEZAEkzh2aWkpjkn+1sBFAF0KwGqmUyKEWMeHrGgPlNYtuctMm2TW4dqq4ubV2sU69IsIGEZApwqUF7s9zyW1H0DxVVesIqIxm+Uy0BbUdh4zf8mKZPYlZSWGgCSYxHBLe6ufZ5x4vFWx1BEQz19ncfG50gblmgL3okfSobR3evneiqo8qQNjeiyu7x1uzzap6N/nqvQBbO8pm5kfLK1v/GMq+pMy40NAEkx8eA1qba6dnO9f43gSjCPjUUTsaHQdzzrcngqi1Bmjbag+6SALaS8yOL+Hfkyk/MVet+j6eHQ2W9frcoYIUHsRDNDiCDi2pvnzfWblyHqpQUASTGpwTalU34zyW6GQODbFNX/ilaXE7RmXistg/4xpx7OiLwFY6Tl4AnW0IjRujHvJ+mSDIi7Dfayu64cCA2TRDrTPWbI02X1KefEhENcCjU+0rJ1KBHznnngkBy3PEdDrg47VJzO3QlFOL61rWBSrrtnffTWVR4PxFMD974gIbzrqPAeZlRVPveYZJ1WwGvKwuOXuW5huddQ3XBKPPFk3+QhIgkk+pmmT6KuuuAlElyXQYTtZ9Kn2exc/m0DbXk2WV1UVj3EE1xKhMKws4kscdY23DrSfcO391c6nmHB8WNnMSx31jQemol8p0zwCkmDMY5VxNZmhNJ9d/ijrysninTqeQqCm5iLLhHG3LWiKp13fur5q5/MgHBVOBgP+IGPyqHrPBwPpI6xsl6vQj59/AjAsPLHRD/k6jsyvb/gi2X1LeeYRiHNZmhcsa6YPAb+rci2DR8Xbo868uqy+MWHLV5+rsopZ/zdR+LsgJvqktK5h93j1MlO/ZfoJu2mq9eModYMBTS8fNW/guzQz+sg64RGQBJMDK8M/c8oBrFle73vBamZoBHrK7m440UzdnnW4qsrmLw2KQE8RHQwZ8JS6PZXxyjZT31ddeQuIL45al/FnR73nRjPyZJ3UICAJJjW4pl2qv6ZyDjOfnUDHDGvoaMc98Vn++qZPnQFVrx+MD3yda+poK+kfgTEiWv8EvdbuXnxNApjIJklCQBJMkoAcbDHrZ5841tpq+ZiB0nh10RmflY717UO1L3eYbet3OZcysH+0+opCrpL7GqKTkNkOe9Tzzaj4MxT6a6ymBNxtd3tmxaonf08dApJgUodtTMnGC0yJNrx03qLvYlY2UcHvct7GwIUmqvarwrpycencRX8307bJVXmISvrzzNTToK5XU7GwdOKzSuuSGwRqVVVVWbEjuIwIMS2DFeInSuoaq8yMSdZJDQKSYFKDa0yprTOrJgb14F0WRm2yfHS806duQ4r+AQiOmAr0qUDM35T4bDuZCf9g5v5D2KZYFJo2LIn2NkJls7sXY3iMFxz1nqPjxSKe+sLYj1JgRBiPDplcVxLMIM2O/2zn06zjaCsrBxXVL3onWWp4q8s9REpFAvJ0C6mnFtctfDRWW2+181UiHBKjXiAU5MNG3N/4Vix5Zn8XrhLe1Y6vN0Wwi92M8Zyj3vOb2BUTr7HR5bywCMq/yb1oTeJScrelJJhBmNuWmVWHa6Gg8Cy2tfisw8ctGJgtSs8h+Fy/HQ90fpnIsBhYUur2lMdq66upWAOmLaPVI6A1xJZjhtc/8UYseWZ/97oq/wHos8mk0Q+DFpS6G042Kz+Rel6Xcz4zWsrq5V1POPwkwSSyqgbYxldT+QqYDwOYHe7GuEz9Y3Vt3FGUBlcRIljWRhVATXZ3g4g9EzE6f+v08r2DqvIqgKKoohiBkI0PG3FPcnYwIv8RWF/BfXydoumggG4pcTeIMBcpKz5XxRqAfmrxWo9M5h+KlCmcZsGSYNIM+PrTTxxrybd8BSBPEIw34C/bbv7LSfP6FUGY/D++/yqIDoh3aATSFMLJ0e5NmlwVNRbQnTpgi7GDYY24IhlR7N51TSwcz1t/S8Qj4xlTiPSrRtQtTokXt9CDzzjD4bf5NwD6RpBykqOu4fl49BsKdSXBpHmW/dUVDzPRH7q6ZdahHFbmbngtmWr4XeVXM5TaRGQy8xOl9ZFfXsy+VCXzFak3ZuZGxWAEdZw1KoWpTLwznPNJwR9BCCGkzHTMWzTXnHZDp5YkmDTPta+moglMhq0KgXRd044onbf4f8lUY/25FftbgpRYqAKmHxz1DeMi6eOd4XyBFHPxaJJhByPcEQB+PG58GOutun5M0bzF78fd1kSD2lpYLlzt9AMoZEBnnc8vm9t4j4mmQ6qKJJg0TjdfcMoWvvb2n34BnZksfHwyvJr7DEPxVTs1k3ehfZqS7nA39Arg1LNCVA/mvpJIuWoggaa6wkDwM+gTUMrMlDHwhQPK5FS97mw4u7Ja1dndrYuu83mSYPrPjCQYM6s1SXXChVdIRXhHkfGw2eXsYJMxfHsNj4GOjrYttnzouZ97/nfxRLzuR8dONsITAMabgYRBi0vdDYk8maPlnKknaSFdPJlbzPTVt44CWlCSohcknjw53z+hdCWIN4cvlQQTfpYkwSSyehNoIy5ffas/+JSACb0+XOAHEa82mVHmNhHMBkb8BneGbsQrSEeeTlDBSgGI88mInsd5RLCGDfAUBhMCAgT6l0b6q2D+ttS9+CUz0HlrKs5UQG7mxMjFGIKC0+33eR4y01+8dXyuiusBuqJnO0kwkmDiXUdJrc+zjivxBfJ+JEZxL8HEIXuTrciMBa1ZhbgWFv+Pzh9A2MJsmxTXCzK4XcSgYcZqRcE7pFleYpU//U+T8t3Jm5LHCYz8nfl/J/B0EfUyUZ3E3RbDtqPD/W/xWpfU0mVn1LEMoBJJMLGhTXgSY4uWNXoi8NNpx4zKLyhcHe4+IZ/pV8kMjGTsYKqdqzlzCCbsYhCEozN/quuhB1TYQKpew8Ckga4cBi//4Av/pCNeNu+8abbPZlfl4zq4n3+T3MHIHYzZNZSSelEDJDFesdd7fp3MY1KTq2KNgujWtikZaEYI1S9zuBf/Ldmq+F2V1+vQr+hrSSxCArO85I3wRyTZsyDlhUVA5AsiVVkW7kdiCpQUB7en2578caDwrZt5wkQbW6/TdT62695kaBVxPPqP11LQfexK1uibayqm6EyNXUk0+5WAxvrM4fWL/5ms/nJFzpBbgIM1ca2zyvcOdoYnGKETMf/LXt94aiL6iSPRxpppLo21Cwk0IR5z+kT6y+Q2RPjUXufZNZk6Gl7qqi7Cc4aN/0vAWgqok0vmL5TZJPsALwkmmSsxiqyWmopddKbl4TJsiGY6c0eezgfFYxgmUrS2rdWPCmnabQzaOpGQmWkafnq6YbDGoZOHz31SPKUnpQgfKIb2IhgRjQ/FnU+pu3G3pHSYY0IkwaRpQjec87txaqhDBJaKjDnjP456z7GxVBJWpBesmnYiVO1vxNhBmATHajM0fuevHO7GHZI11o0zp+0RDIU8RLRdVJkm5y1ZemWTHLkw0zRbXU+weSJmSPj8QZv0iBXmsXX61BMCin47EZL2IaUJgtR2Q9AVXa8uSdI9SJehnzYfoOhe48ZfDOUau3tRQr5fqQVl8KVLgknTHBhezqs/+ATAr6J1KY5QShgjMRE5zc/qo6TgKLOGbmkaWkZ0I+5eVvKqfSe532sbqEIi7gyBZ5uRI17+dFWdVjpnocdM/aFWRxJMGmfcW+18UCGcFukeplsVQSC6Sq7hmwJmN9c4b9AYFyQW4yWNAxzUrigILXiOY96TCXs0r6+euq8K/XYCDjJ76BS5pUpJnZQqn6dBhTQJnUuCSQKIZkV4p5cfpqjKK7EIpkse6QR+h4HRBIwbiGWrWf1yoF6AGC+ErPlnD7/3sVVmx7MpSNctBDotbH7tKIIG8vpnVr9sricJJs2z53M5A0jECTHNemZ1d4T1FsYfYgVT59lVZd7WQJVCyp/AvG1CY9ZCRznmxZdTKqF+srSRJJg0T1yziOEK+qMIiCRLChEQABPPdLgb6/r2sto1ZUQ+lP9TgHP6+hTFo5GRiaG+cYdkWmDH03821JUEk+ZZWnvBKVvktbeL7bs1zV0Pze4Y79lJmQL3orXtrsppnaRfoLByAIMjxrwxC5QCOqPE3fCA2fpDsZ4kmEGYdW91xQNEdPogdD1Uu+w04sowVLOXt7GAEo6adnfD8Fj1hvrvkmAGYQWIXYytrW0ZEY0ZhO5llwNFgKCrujJrWP2iewcqKtfbS4IZpBn2VTsvB9H1Q968f5DwT7Rbw2iasdRe33BgojKGUjtJMIM02yK/M7H+YEwz9EHST3YbHgECvCXQdpTpYs2tEEkwMXASnsq+6VPH2YDdWNWDsZ4+zcAuZPpdlXMB/QwMwZAKZjDKzDoUtKjKpOI5Cz/KTP0yTytJMH3mZNXsqrKi1sAlKmgqE7YnQGFmAndBJf6XSMWoAx0K4xMQnizxWm82G/KyKzbvsncJyp6ZtxykRtEQsFksBxfem7xUuEMBbUkwm2bZP2Pa8aSEbtSJdjFeG8zEhBWmLCQM+ykA0Aqm0LzSuiV3RVs4flfl2wzedygsrlwZo7h10UG3l7obLsqVMaVrHEOeYDaFUbgTjONB0dOhxpwUNvY5K8DqxSXK8JfJ7e7leOevmXolWL9OmtjFRDJjKhBEgkhcWur23J4xSmWRIkOaYIRzm0XRnwZjRFLnTBAN0ZetgVD56PlLvvhy1nHFozvzzgox/pH62C0EKijoOs51dghf36QOLR3CyGIB8gqAYAAcECYsg1MY3GoFTU3GvdvgjGDwex2yBCN2E8z61Ykm9jI1dQxxe3M/KbqXdHV2qkNZqqPHwXrIUbDuPtFQT/vuKwSXvYngJ8uMjzXjCxFsh/0Glp33hLrlWOjNPoRWfIzQsjeg/TTgcMWmh298FAotLdFHHtl3F2paiKxoIDAkCcbrci5WgBM3eyizcXmbGjCMe5rUrjbxFz//5OmwHXQkYO3vgaD7vWi94xroP4qAeplZ1O13RMHva6CO276fghwKob3uZgQ/ejflyuvAGmhKddm8RU+lvLMh0EGKl37mIeitrryGwCdsCuD8jaaHniCydOSx4hU3MAHQ5i9UoWCHppGVmMaD9clEJIyrRmba07LtiBOQf9IfQZbI7k3aF8vReue14AzcydCIUSia8X9Qt9sx8oIJBbHxhkugpZgkdfDnpWP23o1qa0OZt3qzT6MhRzAtM6sOJy2Y12nJ/yyemCFiate5po7Op1CFzspVAMZkymVt8VW3Qd0qRrSBUBCtt9citPLTjFuleUeVI7/qzJh6dT69AB2Nj8SsN7AKzLqmTpE7mIGh2N16yBFMcmAD/DXOh3TGKQTjSXvQChUUYtiN9RD/jlqY0fH4P9H53ycHTddIHRe6LoF14kEx9Qq++zra6m+NWW/AFRjrNWv+PvH+ARpwvzkoQBLMACbVP3PKAawpLwOUNwAxA2pKefko/ut9UIbZY8rpeGI+Op8XucMyqxRddB0sv4qd9SOw9GW0339HWpQnoteDhcHfjuhKhqewy5WPOneHuE+T8V/MT4EkGPNYha25sdq5V5Dw/mACWTT7Wlh22j3mDmZj7fnQfvphgCNOfvO831Qif2rs6BXt/7oPgf/9J/kKhJEojOsY+JpZ/4QUZRR0TADBz4wfFPAPUJQW0SykBV9UlaL3He5/f5UWxbKsk8H8LrIMqsjqeqsrFxFx5WANSFyOFlZfDGX4yKgqhD56B20P3A3e2DxYqvbrV3GUoeiym6GURTdF0r77Eq23XJEhl9TcZVIpCrFIWyLeITUGtxPTh4qiLCiuW3SP3Omk/AE1Y9ZxShURzovNLqeXgZKUdhRFuGWHnWH7zVRYd90bUCNfCwXf+C/an5gPbjX+AA9qEce6oouuhTJm64h6iCd2beWnaH+sHtziH1R9zXQuwjmIpBAAt4LwtqpYrxs2Z8ErZtrmYh25g0nSrHpdlfUEnp56q5fIClN+IdRf7QZ17NbgQAB5hx8LZdTofg0Cr72AjoUPgNs2Jmn08YuhEgeKzr0C6rb988cF3n0dvPZH8MYWaD98i9DK5V0HluwsRqaDYGfINeJB4z5nSBVJMEma7g1nV1arzHeA0WWnnwFFvCwVzboK6vid+pPMW6+g46F7B+XIoZQ4UDjzT1C375+DLiguch+6B8K4LpcKgToooOxdMn/hilwaV6yxSIKJhZDJ3/2uyie5y4AvowrlF6Dw7MsM8/u+JfTh22i97+a0+ispxSUonH1NWLudwGvPo/3hOdm8W4kx96QT8Q32Oo+woxoSJasJRsRu2aq1tGOw/UXWn37iWGuB5VtmWDJx1YijU6HrYljE/UyfEvrsQ+N+Q4/L16fvsjF3fKGiYSi+5K9QRo/rp0fni0vQ2fDwoOyo0jlnRAhpuj6rrH7xfensd7D6ymqC8bkqrmfGuNL6xj8OFoCiX5/L2QCGM9U+RwMaY34Bis67EpYJu/QTI+45xM5B++aL3r+pKtRtJ8Aybjso2+wAKiruMugj6gqD012YobduhP7zGmjffwV93U/QVq8CQsHNVcSFbuHsa437ob4l8MISdCx5FNzRPqAhDn5j6gA4SMAGJu7QdTJAElfuTGwjUop01tZayDJvWN2iqHGDBn8sydEg2wnmUQIdWeL2bDlYT4LfnDHZUWpzrEupV3Zy5hrCKK/wgqthCXMnI0im86nHoX37JWiYHdbd9oa6wy7GC494So6n6OvXIvTlZwh9/B70H78FCopQ8HtXWEfGwMvPoGPRg12hJbKsiNciBfCzjhW6Qq9B549Um77efu/iZ7NsKClTN6sJxu9yLmXG/jrjtLK5nodThlIUwSKhPRFOG4y+E+nTIJnz/wLxrN2viJ2I3xs3oUTVQ+x0dA1Q+58ejSfzh+eAtey60CWQrrP+MCnKw466hucTmYeh0iarCcZX7fwchB0HKwnWylnHlYzozPuJkDkvR6YWbl6+8URsxjzflLwEKgVef9F4Lcq252cGfCEou4x0L1qTwLCHXJOsJhi/y/kOA5PErGmEO4bXeS5M5ww21ThvUBiXp7PPZPVFZSNQePp5YV+XktVHJDniGNZ2383QvetT3VXy5YtLWi10yvC5Tz6RfOG5JzG7Caba+RQTjhfTQoAW0kO/S9fEs2vKCD/U9wBENkPN4PVi2f5XyD/FBXXr/gGeUq62phk+RR1P/juj3BZMj5voUUddw+9N1x/CFbObYFwVdzPo3O75I9DP7VrgyC3nPfVJqufUf075sRxSnkl1P6mQr249HgUnnwU1zItSKvoLK5MZoa9WoH3eP6A3Zd1OZoPD7UluHOe0AZ/ejrKaYDZMP3GGqlrqe0FGWMUh5dDSeYtSGh8yWxPYi8BUBWdeEDtAVZrWob5hHTbeegW4STzEZU1hnZXzymRu6pgTltUE01FduWMHsciy1ysei9jJ/JzXMWHCXc+kxG3Yf7bzNNZx/yYTh5ggZ0oFZeSWKLrgaoh/Z1LRfU1ovfUKw34mWwoBb9ndngP66ltbC8vhL0+2TJ7cfyQLlo/UP911gX51LfTBMqtIN75ZTTAvTZ6cv8+Ojle7L3p7gicsJsG42+72zE4GqN7p5YcpVuVPuo7JJPyNsgw5stpQfNU/oGwxNhlwJF2G9tUKIzB5FtnDaKRqh+iaZT8CHwHmnUDKKDDbjfgNYYybxZIRmUEhwjoQNWma/prFynfa5yxZmnRAM0Rgln0m/VFrqik/W2FlTkQ8GesJeKykuOQmuu1B096s66ord7SSfgQznagQDmSGsDYT3vhZWay7TUThrCszV/f2VrTe9zeEVmRP2mci6MwiIgwL2+b4sTUyTpAu8i8R83KLqj5RVKDeT7ctaIpfWGa2SACVzBoIV1UV+0uDqzdlCQivnJhIBe3EWMXE70PHtyqUzqDCm8PwM+sBYioj0HYKMJ6JxgBcnG3HoEizQ8LJ8PTzQKPHQi0dGTa9yWDMrIjxIi55A2+9gsCrzwGDmGhtMMbfs08RxgqAn4jvCUK9JxdsbbKeYMQEbahxXmdhXGnO5W6wl9Hg9U+KApSNgHXH3WHZY5IRLkH4Fonjk/AvSksRZ4fODmi+DdBWfIzgO68abgWy9EBAHKJA68B8Q+nc7E5Zm6ZVldrlIy7WLljt/IaArVLbU3ZJF97TyvBRCH74DtgfZtetWiDsYSx77QfLr3Y3Ln+FK4FRkkU43ZcR4ln6848R/Pg9hD79ALqIDRwhiFS+81TDCC/4+ovgHg6T2YV+crQlpqUlHcUV9NBDPydHYnql5ATBCMjWnn7sHnn5+cty5Ugz0GUgIsYV/+X2rmwDoSBEOITAGy91fdiRii0PqnBuLBsBdZsdjEBVIs6vIUPsckwUcUkr8klrn39sRKPj9T8j9ON30Nesiu4WoFqQd+gxsB56NNSx24DbWtF629XQVn1totdcr0IbdZ1nDpa/3UDQzRmCESD4XOWXgpWbsvcq9pepJHtpV57m8TuBVAtCq79DcOkr/UMqRJj9glNnwnboMb1+FR+/9uVnCLzzGkQA8IhxeUVMX3FtKTJFWqwgq9XwsI4awpl1cDDY9Qokdh0d7WBN63J0jFDEbkkc06x77w/LbhOhlPVOminuZdr/eXv09U1kZIS07rW/8W+y2RD471PGnU4uFQJpOvMjpfWe2OkXMmjgOUUwm0kGyl+zIXxC5HVARoAo694HAOLeZFMRyeD1dWsQ+uhd46ihr/4+7K5AxG0pubEe6D7u9OlIpI/lpvXQ1qxCaPn70NeuNo4kvH4tWNdTtjzFXQ8NHwl1y62MWLzqDjtDHbONEWcmXNF9G9A25yYjhETfIo5zwlnTsuf+sGy/I8Ql9uaiaWi96zqIYFrZVHp+jH3vE40Tq7gEZrxur/ccmi3jyjmCEcALM36ElIcZGJ4tE9FTT3KUYdi19/xyHxJmEHrTOoRWfIzQB28h9PUKcIvIEtC1LPOOcSJ/WhwxuAKdCH3/NfSfV3cFi/r6c6CzE3qnkWesi3Q628Ht7eCOtsg7ksIikC0fIkyn+BLEDkjsUsRxTexUlNLhRjS7mGlue/TQMxeSseMZvxOse+4Hy467QRnTPzJed9PgsjfRVve3zJl+AYgCDYxOYmwk4rU6k7hX0Znoe2L+2kJoDxFbmKEpRGWk09Y62LCKJMK2DIxl4Kd2aAeMcS/JCv+KnCQYMSFcW2vxrf5gLoDTSDxSZ1FRRm6B4tq7oiaz7zkcQQrBt//XdSwIBVF04TVhswnEDYGuGcG3SQsZT8naTz8aux5xBOl1vFJViPzS4uNXy0aCRCYDccSyWgEaGPTB95eifd5tsB4w2fgnbBybMAMz4g3fe2PcQ052A4K4P9GXWVUs6WjXHh1qmQVylmC6F8ryqqri0fbOv5FCZxBT1ljgFp77Z1j32De+9R4luFN8giLX5vY2tNffiuDy9zdXEqlRiv98a+z82MlSwoSczqefQEfjv0zUTH4VkUGACc/k6/hTfn1Dnzikye8vkyXmPMF0g89VVTZ/qTJOQeBGjTCRmLfJ9BcncdTJO74qoz5cgac4eogjSHcR7geGj1OMzJLp+BD0Fj9Cb76EdhHgUFwyp7EQ4NVB8x0B+7U0f74vjV1nbFdDhmB6zgBfcMoWGwOhnTQtsJOqKmNCGsaAmXQFW6tMowj65viODEX4NH3NJDKD0lRKln2ImSVBBMUx3LjMtB58pPF8KyLzD3Zpc9+C4Htv9CIYseNStxgzaKqJJ3FxnAq+9QpETOA0R8rTSv9fwAAAIABJREFUGXjIUVBwGd3x6NpBAyEDOx6SBJPIPLDLVeindWvBhvtA2ot4aVHGbmtka1S33xGKvSxqitiUKcjctYN5/xf/PLGDKb7oWojL6XQWkZkytPLTrovuFR9DXHwPRiHgC7vb0z+L3GAok2F9SoIxOSHe/5u6DbXwSuAX/yWTTZNeTeQ5su1/GCwTD+669IySizrZnYuPuG3uPyC8nzcfkUpHdOWYDpOmNtn9C3nGMeiDtxF840WExIvX4JcvHJJgws6CJJgwsIhk9j3/s4jdIV6lmtd8sJG5d+yZwV7bZC+D7aAjkHf4caDSFL3Kd7RBW7vGsKo1jiJv/Ld3WAUi2CYdAnWn3Y28SyRekkxa/saDn0gO1/H0AoSWvZlRCdp0xmdl9Z7+CafiGVyO1h3SBLNx5rF7hLSCWcw8CWC7QjScCYWGxUKPQoYJKwm3/IxdBsLvyPCWTtIxRV+3FsFP3kXo7VcRWvW1iEnQlV4kWhJ6cT8lDAMVxXgBs+xzIGwTD06OX5OmoflyV3ifqkGeFUkwkSdgSBHM+nMr9reFqEIHTiWdRzKRVXwSHNUGfpBXr8nuhfFZwRnngwqLTLYIX01b/T2CrzyL4AdvQ2/2DihvtTC0U8Zth7yjphjGcWb9mSINoPlPM8DeDQMaXyoaS4IZ4gTTVDPlFBXqLJ2x56YcRjlHrOI5O79iAIHuO9oNQ73O5zxdrzDJLKoKy4RdDevigWQxaLv3RgQ/fDuZmiVFliSYIUowvprKo4n5Bh3YJ9useeNd+QVnXQjb/ofH28yoL+5VOp6Yn3LfHbLlIf/k6bAd/GtAERmb4yudTy9AR+Mj8TVKQ21JMEOQYHyuynowT88Fz2oz30jx5X8zEtXHW0SMljb3renLT0SE/MpTkXdMZdx3M8F3XkPb3L/HO8SU15cEM4QIRrgGjHWEPgPxkAk+RaqKoiv/YcRyiacI/6W2ebfF0yQ5dRUVecdNQ375KXHJEwTT/mgduHVjXO1SXVkSzBAhmLUXnLJFXnu7OKTH96WlegWmWL5h6PZ/10HEkDFbQl98gnb3rYZNyaAU1YKCqjNgO+IE092HvliO9vl3QORSyqjC+MJRLw3tws1Jzlx28uyqsubW4DIGhI/RkCrW3fZBYfXFQH6BqXELj+j2+++E9l3/OCsRBQi3hS3GGrFbehrZifoiPIOIgCdenYStilkzfRF+oUgc7UZHDrvQUx8jf9LNl2VcJkgCrSupa9hSZBkwNQEmKjFDaa6edqzOvDzVSQRNqJNwlZwhGJ/L+Q2AbRNGIkMaiiDcIm4KCooQy+9JhFIQYRPyK0+DdeJBpkYggk21P3Sv4bNjulhtRvArpXSEYWwnYur2LgTrfodCHTOuK0PAa8+bft4WaWyLxO7LJDl2LHwAoU+WxXyOZxGi37sBgpSiRdUzjUHUiszEeKSEtnCR2x05YI7JzkSmjKay4CKFsT3ZtKMddy8RazsrS04QjP9s59Os47jIMyCWG20kcCcDbdBpJam8Xhf5bHTkESm7ieBUBIiwaIrIcTMYRnXWPSYh76QzU+o0GPr4XbTOucm0pzEVFht3JSJQVOvd1wPBQESYlS3HIr/894ahnRHsKZpRXg8pha5LTBNkXF8Zs+H13eF5GPrPa+JqmlhlbobC9fYtm6+k2pc74pUhLMj91RU3gGgWgEKxVkvdnoEZNsWrRJLrZz3BeGsqp5LOT4R5LWoV4QVDrN07vCD0Eu56ZiNqaxWqrQ0ZrgC1wlq3FqitNdJ4drsH/HzBKSMLOjvKdY1PhsITwWT+YmMAkyPi0Radf5XxIaes6Dpa//EXhFYuN91FwannwHbA4dh402XGc3asIo474tgj7Gk6n3rcFMmI41XRuX+O6w4plh49fxfJ3EQA8TSWIDPeslmUmwrnLHomVppY33lTttMDymUK6FQAmwmFgQdK3Z4z0qh30rvKaoLh2sn5vh/tnxLRdgYywiRXIb/O+KcDI68cyHbVIJzZVY7OjaERHeBpAJ0D8NhUPXtbJx2MglNcvWPLJnm6ta8+Q+sd15pOzyqcFwvP+TOUEjuaL+oTa1pRoBQVg9vawCKwd/duRVFRfM2dhi9S6+3XRM9i0HMXM+tKiOyTqSgi4l/LlTNTITq6TLEeCUFmWsukNwGkEeNnVrgFzNsTlCKCEQpTpGzo9S0yod2qqAcUz1mYPakuw6CR1QTTfHZltaaze9MgmIgW6CG6NBWXYuurp+6rQPMoRsbH5Bd13HYoPPsyKCO2SL7wTRLbH74XgVefNy3fOukQiOwEIjdRy8VnGnFpxEuVuBsysp7m5Ru/CQM6BALQfvgG7Pei8Lwrjdg17Y/VI/C//5jqz3rI0Sg87RxTdeOtFHj5GbQ/6o632aDWJ+D2ZOVVH8yBZDXB+GY434CCAwHSWadLS+cuSqkVltflbCDAmaoJy/tNJfJOOLnrg01yYCvhqNhiOAt6Tasv4uzmVZ4GYkZL7SzjnoQ3tkAX/kAi+LdIVaKoUIpLjMDevLEZ3OwzCEb4RHV4/oXOZ54w1Z86equu3VISQz6IC22RpqXtvpvBHe2m9MiESgxe/hV+2G+S+70BXxgP9niylmDaXZWHdEAXQVeHWwj7Datr/DTVYG6sqbhYY+WWVF4Aq9uMNyLmGz47Ii9RNKIRH3ggAMvW46NG2Be4iOfjjbXng9n8S6rtwCNQIHYVqgWdSx5DxwuLjXxH0Ypl5z1RdGGtUaXt7r8i+PG7pqZFHKkKzrwg5mWv/v3XCP30Q8RwEN1ZENi3AaEvVyD44VumL7RNKZriSgR0UkDdq2T+wl8C7qS4z1SKz1qC8bkq/wnwEapqPWPYnAVxvLkmDqf/bOdprOPBxCXE2VKQS9QIEV0/Gvc3IlRDhDxIoo646Gy745q48h6JGLuF5//FyGMkdgOtt9caO4JIpecxTwQH33jtBXHZrOSf+FvkTfldRPniWb7l8mpjlxTdAT5zw2pEXQFGrhf6rcPdsCDOlZKx1bOWYNbPmFJhIctOjvqGm9OFblfg8GBnuvoz24/Y9RTNumpT9sXwrYw8Qe5bYr7qiJi/4rlc3Wo7WA6cDKVPDODAGy8i8Opz0L79arN9iQh0ZTtgsmGVq/SwJhbpX0Xys9DnnyD4/pubiCHyqMTxMJr7AHvXY+PfrzJyN+VaIUJIgTprWN3C+3JpbFlLMKtmV5XNsy9orq1FKJ0T4qt2doKMW/+MKcJWRaQNEfmUwhWRKzrw4pIuT+QotinW/Q5DQcUfuiLjRQrDqWmbM0KK4491171h3euArr7Fka5vEQZvgU5wix/tj/8TIl9RpGI7/FgU/L4m4u+GY+b9d2RkTJgBLoY2QL/G4V6cQZniBjiiTc2zlmCSM/z4pXhdFd8RKON8nYZd+Q8juFOiBGM79GjkC3IpLgG3t4IKiowdR+jblcDGlq6Ur2O2BhUPMy56RewY4SwpMjYW/K66665IZIP0rYf2/TdAYaFxlyQcMYV1r7ACFulpOx6p65VTqae+sQgmsPRltM+/M+YuLP5ZHbwWzPgOFvXC0jkLPYOnRep6lgQTJ7Zel3MxMab0tlqIU0gKqouXG+vuke1Ioh2RhBtA/u+qoRQUIrDsTXS+uAQFzj8AgU60L34U+pofDI2FEaAIaiUIo/PZhV1HHiIUX36LYb0b+O+TRs5ssVsRz+0ilQl3dhikIGxcbEeeCIRCaH98HkIfv9cPhVhHpMALi9G+4P4UoJd+keJ2TQO7O6BfmS1pYBNBSRJMnKj9PKPiTJtKc/vG7Y1TTNKrC3+kvGOnRj5eRLrkFQRx5T+MJ+eOpxYYKUDEMcp26DGw7nsoAi891StFiXhCN3Y5zV4jraxBPCO3hL7h517+R8IxUhCMJry2H55j1BPpVkRaW0FQrX+7HCLtSM8iyEtE5otU2h+8G4HXX0w6dmkVSGgnYGFHfsHFWwyBHEqSYOJcXSK7QMvqD1r1LuvLjCniklU880YqkZ6pRVaCollXIvDmS8YOpPuORjhcFs68HLpvA9rqbgFEwG/xYrXbRFj23Nd4+hUvS8JpMpwLQb7zD7Bs/6su0vr8481qiYtgy857IPi/5xD85JddjHB2LKy5FJZd9oowBEbLpdOhx2HHkwmTQ0Q6s/4Ng16zEP+tuK5xRSzXgUzQO1k6SIJJAMlM9NyORTCRDO3EUUYEf+p6GeodvsF28FGwHfRriEDgwmhOeG4L+5z8384wyEPsQFqEbU3PmDJEBkkImSK9SOfLz/byZhZP3iJLpe5vQuCFJZvRt4zfGYXn/Cmiq4TYIbVceU4aPKPNLwiRcA3g5wF1vaJy17cUAgKk6QpxE7Hlp5BV/779Z9vKcQsWNJmXnDs1JcEkMJf+syvfZJ0PSKBpUpuIC1SxAxFHGUEEwps5Wml/6B4EXnuhVxUaVoK830w1jh76mlW9m4v0I/sdZsjmZj8C7/wPpFqQV/F7wzZG7GL85528+WikDB8Fyx6TYBm/k7Gr6XzlWaC9jzGqLQ+2g4+EeMLuGTLCdnQFCk6K7Ncn7nva6m9F6OsvgFAwqTgmIkw8xmnFoa1G3Pbkj4m0HyptcppgRFwNWrAgqfEVReoTa1B5msHpzZPac0UKR8Mtxnbdk+wxEcrI0abWqwgwJexI0NkzkgAh74QqhJa9AW3TZW5fYda99oftGKcRqkFv9sO6y55dOw1m+C/4vXHfrWwzHqKeeC0Sr0vBD9+JuNsQtjbipQr6L1bFRRdcHeV41KWRcEUQl8MBkavpq8/6jMMUBEmrRIT19jrPyKQJzFFBOU0w3pqK5aQrn7NOs5PhAOk/p/xYDinCuWZQYnSIewrLr3aH7bBjYNl1n4T8lYQ1rjB+61lEiAVx1yKsbyMVslhg2esA5B05xSATsXsSpWPRgwi88V9j9ySM8oIfvRv3MUY8Zxed8ycjyJbZIgJJBd99zcgyKY5wZmPPmJUfsx7Ro466hgHkiYnZQ05UyG2CmVHxCil0qDC3Z+JPVCh/L3E3PBDvzPlcvx3P3PkgEQvHyrRjJo4jtqPLYd190oBjpoQ+ehet9/UOOCVcDISXdKygTOJupXDG/0FE3RPGc+JFyXiGfvAehN5fGtXPSRm91ebn7r74F519GSx7J37iFHqLS2qxc0p6Tqfwi0ULMCaNqvf0De0X79LK+fpp/1jSiWjzedN20gPaMgBGsNpNHiotpOMTTcWLwVDw31vOe+qTcDp5XeVHEOhIguJi8IgYzi8pGZZwHMw7usLI9wzhYZ2kIgJBdSx+tJc0yx77QvgeCWdCcX8iiKO7KFuMMchNXNyKXU7gpacRXPGRYXcjLoJpmN2w0BX2M8JmRrwuGUXE8R09zojQJ7yZ++6cRBUj5W3NpVH9qEwNW1gMt200fKU6nl0ITdzVpKgwc6uD1AnkXpSOMHkpGkV6xOY0wQgIfTOm3gtFDxNtiHQQd4KxEYQOYvqJwcLW3QFGMRQUgTl/MHYsQm/b5OOQd+JvoQyzJ30liLuM1rpbDBuV7iJ2McrYbbriAYvE9eIiVaR+FfFfxD95BUbc3M7/PQvti+VdRxJFgbrVtrAdfpxBEJrICClCNnS2G5fCglSMf1r8YWPjihAPxZfdFD0Gjq4bNjbC1sZsEZkS2u68Dtr3X5ltkkA9+lGDVq+z+ujI+obUsVkCmmVSk5wnGAG2v9r5FhP2yyTgo+lifHhX3ArFMdyUyuK4InYdIhi3eGomRUHhzMtEeL+I7cXH1zrnZnBT7xQg4vijjt8Z6lbbGAQjFoje4kPos4+iHqFEyE9BNjRySyi2PGg/r4H247ddWQbCFCM8w/TZRjDxiEXE1H33NQReeRaW3ScZmSvJ7og6rm5ZwaUvG35LqS5E5Nd13OEI2m+j+fOFm7csPRAYEgRjkIyr8m0G75sNsy+eeQtnXxMx5snmMQSDxtOxuGTVVvYOh1N03hXGRxmtaN9/bYRgEPYtaS2qirxjYydeC339Odruvn5zojWRMsW63+GwHf6bmKlOgh+9g7Z7bkjbsBjcSkx/ddR7bkxbp1nQ0ZAhGDEXXlfl4wSObIueIRMmnoCHXXuPkYOoXwkFEVr+vmEYF1zxccQo/+r4nVB80bXhPZx7CBUvMO2P1PUjqJRBYctD4SkuWA88IkYwLUbrrVcgFC7+DBHU7SYYOxrLpEOhFA/rp+5gpZlViJ8oqWvM+DWWsvntI3hIEcwmkjlfAdcykJZsAYlOpLhAzSv/fVdkO5Gg/ruvup5l330d7G8Ca1pM0XnHnQRhsh+riB1M5+JH0fnyM7GqDuh3cYwqnHWlqRS34lVIGAYKY77IhQCbDdY990XeYcdCnbCzcXwSr0qtt/wZuhGYKv2FGfNK6z0z0t9z5vU45AhGTMGGc343Tgl1XEegaQCH2SZkxkSRo6zrY2TuetnZ2ByXvQflF6Lg9HNjhqHsYjDNcGoUMXS11avitmWJhpiIV2PZbR/kO081XqpiFUEMrTddGl+K2MIiI9C4Omo0gp8siyv2cCx94v1dvFYqpFxlr1t0fbxtc63+kCSY7knsqK7csQOoZugnKQqNZmbbYL0apWphKWPGoXD6RcYFrJlixID56F10vvy0sRPo+Vxtpn3POkZK2Qm7Iu83Tlh22MUUtKI/kcNI+ybbH2bID9gmOtz/TuVTVrxTkvb6Q5pgeqItjOkIwdPA+q918HgQ7AAVCIBEpseeReQJJZ1COuBXCM0gflNn2ouYd8u0ODFCb3HcKph+kWEgZ7qEQgh98QmCH7xteEMbr03Cg3qTV3VYOYoCsuVDcZQZZv/W/Q+Duu0E012KWDFtc//eKzyE+caZV5MIt9vrPLMzT7P0aSQJJgbW3Rkfe/1lRv8k52svOGWL/PaOTwfVRynKWNQddjai/Yvn4USKvrHFiAEjAlcFnvP03tkQGb5KtokHQdlyq4SN5joWPYTO/yxKRL2MbEOAz+72ZPRdX6qBkwSTRISbXZX/1MFnJlFkUkUJy2CRPVJY5iZaRE6k9rl/7/W6o5SNQOHsa437j4QKMzqeehyBp5+IvkNKSPjAGolg3NDUimBeaIOi0wRotIcqXEaYJjGEIWbkQswdKujA4iHsUiAJZmDrb3Nr7/RpTqjaI7TJLSFJYpMuRvgEiRi6lp32SEw2s5HYXlwIdxfh2V00u9bwpI67hIJodd9i3Puk3WEx5u6VRQLze+zuxvN6VhUpizeusW+vsrJrELiRmbcPl1JYRHSwgC4a5m64M25ccqSBJJgkTGTLmVWHa9bg0wDiuORIQscJihCWwvknnGy4IyRSRPqT4Htv9CIYER5T+BzFU8TzuLhzCX3a27s7HhmprEuET+11nl1j9eFzVVwPpnNBcPSvS/c73A1nxZKRq79LghngzIo7Gl915U9EHPv9dYB9Jbu58CEq+O30yClKInSYDIIRl8atd13fFWohAwsD7SE1eOjIOU/1j04eRt/VZ0zZqdCmPgJg714/E9501HkOysAhpkUlSTADgFnE5/WveX8VmMx74g2gv1Q0Fc6N+SdP7/IJMhmJYkAE09mBzucb0fHsoohWyKkYZ1wyWUChXGN3L+rKgRtH8dc4lzNjl+4mDP641N2Y4Hk0jo4ztKokmAFMTHNNxQKd6aQBiMiYpurW4w2rXyPodgyiSYhgmA2fKRGgyjAYzODCxP9zjN77SKqtTSipX5OrYo0C2lIY3JGuP+qYu3jIBqaSBJPgQm+uLj+LFapjJkuCIjKvmcVqGOSJ9K3CQI5s4Z+04yWY0Kfvo/OlZyD+LWxdMr3ooEPL3A2vJapnc03FFGbFw8zERLeXuhsuSlRWtreTBJPADP502jGjCgoK32ZgmwSaZ3wTwwJ3+x1hO+QYWHbaHSKG7uai612vPn1fkS661jCw23w0EPFzv1qB4DuvIiRM96OE48w0QEIdoa1GPDiwYN6+6orPmGgsgy8pczfWZdoY06WPJJgEkG6qcd6gMC5PoGnWNbHssLORtcA68SBAtRixe9sfq4f2+S/BqkTqk6Lz/2LEgkGLv8vb+7XnDYLJxqIS7zqsrrF3/Is4B7JhxoknkaIeFSwovHooJFiLBI8kmDgXjqjuczl/BpB1r0YJDPWXJkSw7rIXaMzWCInYtz0SoIlodiL8gshZLeKwiJSz2VwY+q9L3YtfGugY3nVNLJzkfi9yJPWBdpAF7SXBxDlJ62dMqbCQ2hDOsKqvKGYGEX2lQX8Imv6jRbXcx0BXOH5ZMhYBZrq2tL7h6oxVMIsUkwQT52R5XRUfEij2syNhPan6aSWj9nmh+zVCWPuSqj0u/A/j7FZWTyMCDFpQ6m44OY1d5mxXkmDimNrHq6psR5cG2yj6LiTIxI1au3ZhuItCn6uiBkx3gjIrt3UcMOR8VWb+tJ30w8e4l6zP+cGmeICSYOIA2D9j2vGsaE9FbMLwWS3KqUVzFkWuI0J31kyZRbp6qySZOMBPZ1Xmjnwoe+bLbAEDRl0STBwQeqsrHiCi0yM0WddZULC72RcDb03FmcTkFqmB4lBBVk0TAlZVOTHWH4o0qZLV3UiCMTl9L02enL/PBMcyJuzctwmBVpaM2XOXeC0/m2oqphCThyCcdmXJLAT4MYe78ZTM0in7tJEEY3LO1p9+4lhLgWUluCtL5ObC8NnH7jUyXnLpbt86c+oJoZD2BBNFjS1iUk1ZLQoCIlecSXcrkWv4h+d8lvEnL1iwKU2lhDYRBCTBmERNxO/tJP6Ee7wAiYBCwWJthxG3DdDq01XxGEC/NamKrJYAAjrzCkVR5oP5CgD985z0kUki7LmKP5bN8TycQHeyySYEJMGYXApraip2yWf6qPsFSTiysYYby+Z5/mxSRMRqfpfzKgZfE8ff14F2OaTaE6gDauiIkjlL3m6uqXyUmU09QRPoHbu7IWsygmbipEqCMTkrLTUVu+hMYgdjYMaMtY56zxjxl86kiIjVvK7yhQRl6kDlyPbhESAgGLTyoSPuaXzr5xknHp9HlgY2ZSZAusJadUn94n9KbBNDQBKMSdyaXJWHKOBXRXWxYHXov0mGObmQ56uuXAXirUyqIqslhAB/Za9r3FE0bampbNDB5WbEMPCDY8xe2yV6x2amj1yuIwnG5Oyur566r4X0t43dC+ApdXsqTTaNWc3vcnYwkBezoqwwMASIL3HUNd4qUtQAnR+ZDXFKoKfs7oYTB9b50GwtCcbkvPvOm7IdBdUvWIeuWqzHDJuz4BWTTaNWW39mxf6qlZbKiUgGmjFkEP3QmZ8/SdgqGUclxfKUuEszU0SOo5W86oqh7rxoBquedeS6NonYateUEYVQPgPR+/Ym64mUpOdLf7XzaSYkFn3bpO6y2i8IhEi/akTdYiOlq9flbADgNPsREPCuolovTtYfl6EwL2axHQpYRB2jcL0fj3GvaazUjKhf9E4yABHJ2vLaOsT9SzzOjxqI1ExL8ZEMPOKVYYSkjLORyBRQUufZvfty3lft/A+AY0wLIrSD6bHOgvzLR60OeZP1hybOYWRN9XjnJ2sGlgpFfWdPvddx36JzkiXbN6O8DoriMiuPdf6flodL1QBVg+gsAg/l+ftC15SLFAvvBuabzGII0MagGpjcM1vAJheQ0+LiKwYzkVez6seL1ynz/Q+tmkN5gcY90zy7qoxuW9AUd8MwDXj26WP9rc2fmTH6Es0JaLG7PSXif6+cdVzJiE7bGwSKmbMnGbpmkgzxggcF0+33eR7q1qupeuo5KvFdDDbjcsE64aayut72S/6aaROg6w8yYT/EkEPAeh3kIVvoBsfdS77JJHwyTRdJMIM0I74Zzjeg4ECT3esWqBcXuxfeJuqLj4FZXwrwL0FwTQrK9mrMeKe03tPP+E14qCus3mYqoBfjP456z7F9seBaWFrXTtulLRiamKfysdCV0SzsnBQw6WgDKe+wFni1IxD4eMuHnhNRDWWJgYAkmEFYIv4a5+2s43wzUfHEBOlMDaX1DZsN8bwu54UEGGQz1IoOvFXm9hwQbtwbZpRfrSpKzFxGzPxtaX3jdkMNu8EYrySYNKPuc5VfClZuAJkLncnEn5bWNfY6CvlqnC+BMTnNqmdGd4z1bUHt0DHzl4SNKO51lb9HUPaJoWyLY9NxMzMGlbtaSIJJ49x2xYDBPLM+Rwxe7nA37tHXHcFXU+kDsz2NqmdMV0QIatD+WFa35NFwSomXOVt7++poITBEWtjVXuuoXRcs2JgxA8tRRSTBpGlim2ZUnKsqdFe3L1O0bsW5n5hvcdQ3/qlvvZYzqw7XrKHngbietn8RQ/wToLRBUbaBpg1aAPJNT8zvqyrPK7YEHvJ35v8d4BlmpkPX9TllcxdHfM3zVVfcRESXRTGia/3Ra91SEowZtAdWRxLMwPCL2bqLEIJzibCDiEcSszC+UNhyacncJxrD1fW7Ku5mpnPM3N/0a094Hpw3c11e87qRbBluCagTAuByIuU4Yt4+pm7JrRBUteA+w+Y9ZSRY+uaMyY7hNvsruomA6grxEyV1jVXR1PHVVDSBqTRcHQa3rvbaJMEkdz7DSpMEkyKQDX8XClxHjEoGRw0mRTAsWjaC6KF11vY/TbjrmYjJm/2uyrcZvG8Can9g91r3j2QY5q+p/JKZx5uXSx3M+nqFSBj+hRj8MzGGM2OCGfIjkA41dLB9zpKl3X16p5cfRqoi8hFFfW6O9JLUU3d/dcXDTPQHSTDmZzQVNSXBJBFVrp2c710zrFKFOguM3XRgWGSAhZ0WBRj8jR6iBnIodaV/X/RdLHV8LqeIdD88Vr2evzNzq4O2GEVud8QkYC01lVM1ZpFSJeaxiYBOTef/84f8/9pu/su+Xh+2q/JJBp8QSz+xmVPA99jdjef1bu8UT80XRmvPwJelbs+EaHVaZlYdrmnB54D+2RvkDibW7CTvd0kwycMS3mqnOAr9sWcgbxKhY4xlpZgJAAANhUlEQVQLBwZB6WRwC5g+UQme9QHvg30/0Fjq+GoqgmAyHyicSRimneCoa3g+hmylyVXxqQL6VSwdAKxr2agePO6RhSv71t20CzHlCMrQl5W6F0/sK8PncnYginc5EX1tr2uIudvyVld8TUThnqPlHYyJSU5GFUkwyUCxjwyurbUALxsk8PLLwLqRI/WqBQtC4v8PJEDVhnN+N86idX7LbMpitUsrxp8d9Z4bzQxzU6YDE8GVKMjgS0vdntv7yhW7uObVpd5Yx8JN7XxfYtXYvh7Kza7KJ/XouyBh1eyIhaXXVfkPAs8OM/b2H+UrkpklMeA6kmAGDGH6BBgxaRR9KdhsFgJeH4S6x0j3ojVmtPy52rmXjSBi3sR2voxAXFxVZfOXBpcD2CFWnwxuduQFxlGfOycjNEZA/SrSi5vRbszew2MFgfK5KqsAfqzvnQ4DvlK3J+wFcCyd5e/xISAJJj68BrV2c3X5WTqUuWYuUQ1FNwVYMqs0u6aMaIHlvzp491htGHRbqbvhon47GEDxVTtfIcIhsWQQkb+kybIVhbFH8bkq1gC0ZXgZ5LeP2XNEbIL57XjmzteJsEVPOcS0zl7fMCqWfvL3gSMgCWbgGKZNgvDmhq7PNNmhzx5wbEfz5/e6hI3V1uuqfJzAUZ+Au2TQIoe7YVo4ed5qp0iNOyvW4tJBP5aO2XPbcEThqymvg664wodRMEcwQjd/TeVrzHxwTz3DWUfHwkX+nhgCsdZAYlJlq6QjYNxt/OhYZDY4FTHuttd7ZsWrSLOr8m86+JJY7YjodXtdQ9hdipFil7QnY+60Ijgdir590088EhbLs+D+mS8Z8DvcnrJYdzBCTrOr4j4dVNOLYHQ8UDrXc0asMcrfB46AJJiBY5gWCVxVVdw8PPg46yai3zHY7vZYiOLPeLDhnJMOUkOh12MOinmpo74xrDe4QQ6qRTwRR7ZnMd6p6U+OuoabI/Xld1Vu4HAe4wyfo97cHUpLTfnZGitzevShMeiiUnfDnTHHKCsMGAFJMAOGMD0C4iIY4p8cdY2jE9HMcMaEEvGj75YZLRC2QTCK5floOxgi7igZ7S+l2pfFk3TY4nc5P2fAyATQsxDjO3u9Z1sz4/PWVE4l5oU96vpULXhotwWxGRmyTuIISIJJHLu0toyLYHRljmNuYpH3/C6n8JfqZfwWdqC6/nfH3MUXh/utZUbFuZpCd0cDiJlfKq1v/HW0Or4a53/AOKZfHaJvHXUNpsItiNS8gZD+ZHfKWCL61F7XMOQCdaV1sfboTBLMYCEfZ78vTZ6cv88EE3cwDFYV3m1YXeOncXZhVPdVO58F4TfR21JQZ+38svrF94Wr53U55xFwVkQZzB0arEcOr3/ijWj9eF3O+QTDcLH3Dkahpfb7GkwF62qqqZiisOLpjlLHjLtK6z3nJ4KNbBM/ApJg4sdsUFowoDTXOB9gxqnRFBAhJe1ujy0RJb3Tp24DVX+RgKhWskxo7wBPGh2GxISePpfzXQL2jqgDUYOj7pcAWpHqRTKUI+B2u9sTzoCunyhBMCpoETMsIoVsMKhPHnG/jKGbyPpIpI0kmERQG6Q2G6rLz7KQMjd6yAf+yuFujGnkFm4IwpDPSvpzDDiiDpH4W0dd+IhwYqe1944OEbe4IJwM4RdlUbCfmR1Wi6vyfI35jj5P1QEF5CpxNzxgZhqMHYxODSLAF4M+cXgtE2UmADPIJaeOJJjk4JgWKYYDXyj4UtTL0wFkIVw/Y0qFqige4d0ddZdEuMNe5wnrkCgCoze3BteHI0EhVSGaNqyuYZEZwDbWTDslxNq/ekX7J/ZaFMvk4jkLRWbGmKXriETiktfKwOxw7g0xhcgKCSMgCSZh6NLfcJ1r6mgL9B8iRmsj6KpO1w+rb7g6Ee18Myv+DI3+Gr0td2ps/XWk+5NNT9QvhN+94EuHz7qr2R1Em6uyqpP539SD8UTyM7vbYzpcRdcOBo+DSLcXFGxPdzy6NhFsZJvEEJAEkxhug9bKV+0MRYrnK8IotBHvE+5uxIzCvurKRSCOmnNbYXqwpL6h38Vrt/yW6sprNOK/hOmPQ0E+MJ77D79r6u911v5F3U9AxlZGucbuXhQzsHd3/15X+REKFA8Yr9nrPTHDSJjBSdYxj4AkGPNYZURNb7WzlQiF4ZQxfHvqGkxZuIZr762uWE5Eu0QaqLhADkDZJpLzpLA29q9xLAbj6J4yjA0I4T57XYNZNwej+UaX88IQ47buExuBOxUtNCkeG5bVZ0zZqcCqLgl0dkzb4sFnTR2rMmKic0QJSTBZNpH+audbXcnB+hcGe0vdjQnlSmqdecLEkGZ9hoGRkSGh+x3uhojPzyKZXHNr8zsM9DLyY+bVjrF7bxPLObFvv/6ayjnMfHb3f2fmF0rrG3uRV6zpY5er0Id114dzzIzVVv4+cAQkwQwcw7RK8FVX3sLEF4ebOJF32V7nSciIrLmmYorOJEIbhN0dAYiZ6mNT/GER8rKneqwHtT+U3R8+C0A08ATBgLmm+8K4DdrIMe4lIqJfXKX5vGk7ldy9MGyak7gEycpxIyAJJm7IBreB4Uioao3hnAAJvNzubtwtEQ2bXBU3KqB+WQyELCN+rsJn9EzXGq6PppoppyisPtLrN8KLjjrPUYno5HNVLgTYSDhHTEvt9eaM6xLpS7ZJDQKSYFKDa0ql+lxOEbt3676dDMQMvslV8agC+l04xRm0uNTdUBFrUN4ZzgtJ+SXjJDEFFIvlmGFzFpgKodlXvjDYA2MiFITsnY6R8YaeiKWv/D31CEiCST3GSe/BW13xABGdnkyC8c6oeIUUOqyvTHF/UlrfONbMIPwu51UMXNtdlxmvltZ7+sk0I0vU8VY7vyXC1jpRXVmcF8Rm+5D1UouAJJjU4psS6eIookJ9UJi/9+xgIDsYr8u5kvqEuSRCCJpaYZ+78GkzA/G7ymsZSpcNjvAZULi8pK5xiZm2fevU1sJy4eqKFToQunNM4261tTBiGsuSXQhIgsmu+er6dkVsmLLQB33zGCWdYIB3S9ye/c0EdhJ69SQY8aQdtPKhI+5JzO/HO718b1ZpekdAvztSHuosnLohp7IkmCyd8r73HWIYAyEYX03FGnDvGLg6ab+PlAM6HGxel/NCwuY7mLagGjxs5Jyn3stSiKXaSUBAEkwSQBwMEcJtwAptBUAl3f0PiGCqnV7QL06ORPRTSaFlV7ptgXBcNFWEL5OFVI/xSE3sDVlwXKI7GFMdykoZj4AkmIyfosgKbkr0Nn2gBMO1sPhXV2zoSVY6uK7M3bjZyM0MTCJdLnPHh0RUxIy1OixTY8V8MSNX1sleBCTBZO/coWX6CbtpqvXD7ti3xPjMXu+JaOofaaiCYJpXO9f1DNOggw4tcze8Fi88vhrnS2BMBvgnja3TJMHEi2Bu1ZcEk+Xz6auuuAlEl4lhMNHXpSZSqvYdcl+CEa9HJTzKHi2XdSTYNpxdWa3q7CZgbYjlDibLl9eA1ZcEM2AIB1+Ar6aiCUylIql7qbuxOF6NBMH4VjubCBi2qe0HDrcnckS6KB0YmR0doY0MfaXNYju9aM4Ceckb74TkUH1JMDkwmetryq+0QLmGmNpK3A12s8/KPYfudzlXb3ZSjCOfdTj4DENAhSYUKnkX2eb8e2kOQCyHkCACkmASBC7TmvmrK98E6SNLimz7xfPy0z0On8u5DJvi6CoBdeeS+Yk7B4qwDb7VjnsKmG7Or2/4ItOwkvqkDwFJMOnDOqU9bTjnd+OgdbiCoeC/t5z31CfxduZzlS8EK1OJSC+pa7AmkrStZ58iTEIidzjx6i3rZzYCkmAye37i1k5Y6Cd2RCq/mqFeDPB6h9tjKudQ3MrJBkMOAUkwQ27Kww94/bkV+1uDyl1gaDIsglwUyUJAEkyykMwBOc3V5WfpUHd21DdckgPDkUPIAAQkwWTAJEgVJAK5ioAkmFydWTkuiUAGICAJJgMmQaogEchVBCTB5OrMynFJBDIAAUkwGTAJUgWJQK4iIAkmV2dWjksikAEISILJgEmQKkgEchUBSTC5OrNyXBKBDEBAEkwGTIJUQSKQqwhIgsnVmZXjkghkAAKSYDJgEqQKEoFcRUASTK7OrByXRCADEJAEkwGTIFWQCOQqApJgcnVm5bgkAhmAgCSYDJgEqYJEIFcRkASTqzMrxyURyAAEJMFkwCRIFSQCuYqAJJhcnVk5LolABiAgCSYDJkGqIBHIVQQkweTqzMpxSQQyAAFJMBkwCVIFiUCuIiAJJldnVo5LIpABCEiCyYBJkCpIBHIVAUkwuTqzclwSgQxAQBJMBkyCVEEikKsISILJ1ZmV45IIZAACkmAyYBKkChKBXEVAEkyuzqwcl0QgAxCQBJMBkyBVkAjkKgKSYHJ1ZuW4JAIZgIAkmAyYBKmCRCBXEZAEk6szK8clEcgABCTBZMAkSBUkArmKgCSYXJ1ZOS6JQAYgIAkmAyZBqiARyFUEJMHk6szKcUkEMgABSTAZMAlSBYlAriIgCSZXZ1aOSyKQAQhIgsmASZAqSARyFQFJMLk6s3JcEoEMQEASTAZMglRBIpCrCEiCydWZleOSCGQAApJgMmASpAoSgVxF4P8BJDBLwZvO5hIAAAAASUVORK5CYII="/>
          <p:cNvSpPr>
            <a:spLocks noChangeAspect="1" noChangeArrowheads="1"/>
          </p:cNvSpPr>
          <p:nvPr/>
        </p:nvSpPr>
        <p:spPr bwMode="auto">
          <a:xfrm>
            <a:off x="155575" y="-319088"/>
            <a:ext cx="666750" cy="676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" name="AutoShape 6" descr="data:image/png;base64,iVBORw0KGgoAAAANSUhEUgAAARgAAAEcCAYAAAAcH6uaAAAAAXNSR0IArs4c6QAAAp50RVh0bXhmaWxlACUzQ214R3JhcGhNb2RlbCUzRSUzQ3Jvb3QlM0UlM0NteENlbGwlMjBpZCUzRCUyMjAlMjIlMkYlM0UlM0NteENlbGwlMjBpZCUzRCUyMjElMjIlMjBwYXJlbnQlM0QlMjIwJTIyJTJGJTNFJTNDbXhDZWxsJTIwaWQlM0QlMjIyJTIyJTIwdmFsdWUlM0QlMjIlMjIlMjBzdHlsZSUzRCUyMnZlcnRpY2FsTGFiZWxQb3NpdGlvbiUzRGJvdHRvbSUzQnNrZXRjaCUzRDAlM0JodG1sJTNEMSUzQmZpbGxDb2xvciUzRCUyM0YwNjY1MCUzQnN0cm9rZUNvbG9yJTNEJTIzZmZmZmZmJTNCdmVydGljYWxBbGlnbiUzRHRvcCUzQmFsaWduJTNEY2VudGVyJTNCcG9pbnRzJTNEJTVCJTVEJTNCcG9pbnRlckV2ZW50cyUzRDElM0JzaGFwZSUzRG14Z3JhcGguY2lzY29fc2FmZS5jb21wb3NpdGVJY29uJTNCYmdJY29uJTNEdGhyZWF0MSUzQnJlc0ljb24lM0RteGdyYXBoLmNpc2NvX3NhZmUudGhyZWF0LnRocmVhdF9hNiUzQiUyMiUyMHZlcnRleCUzRCUyMjElMjIlMjBwYXJlbnQlM0QlMjIxJTIyJTNFJTNDbXhHZW9tZXRyeSUyMHglM0QlMjItMjAwMCUyMiUyMHklM0QlMjI5NjAlMjIlMjB3aWR0aCUzRCUyMjQ5JTIyJTIwaGVpZ2h0JTNEJTIyNTAlMjIlMjBhcyUzRCUyMmdlb21ldHJ5JTIyJTJGJTNFJTNDJTJGbXhDZWxsJTNFJTNDJTJGcm9vdCUzRSUzQyUyRm14R3JhcGhNb2RlbCUzRV5Rg9QAACAASURBVHhe7V0HeFvV2X6/eyV5xpKdAUkIK4SyV8JeoYyyYssJpqUFCiSWCRAg/IxSoJhRRqFlEywnJYwCJSSWE1YZBcoKK8xAIOxAQkhiSXa8JN37/c+5joOHxpUsyZJ8zvPw0KJzvvOd95z7+oxvEGSRCEgEJAIpQoBSJFeKlQhIBCQCkAQjF4F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0BWI+CvmTbBXrdwZVYPIoeVlwSTw5M7FIbmrXYucRQWzKA7Hl07FMabbWOUBJNtMyb17YWA1+X8UgW/MMzdeA4BuoQnsxCQBJNZ8yG1iQMBBhS/q/J7AHbW9fNL5zbeH0dzWTUNCEiCSQPIsovUIMC1tRbv6g++V4DRAFY53J6tU9OTlJooApJgEkVOtht0BPoQDBNwtd3tuW7QFZMKbEZAEkwGLwaeXVW2trltTLFitbAeDMFi0UPFamsglNfR5l/TuW3ryDZasCCQwUNIqWp9CAYErLa7PWNT2qkUHhcCkmDigis9ldk1ZYSflcdBdETYHhkaEdoAtDDjEyLlgRL3oscy+ZKzqaZiSlld45JkIhiGYKCDLih1N9yZzH6krMQRkASTOHYpb+mrdl7OoNkgHhltohgQf70Z4BaF8Jwe0u5zzHvyxZQrGKMDrqoqbi4NPaYz78bES8vcjb9Lpk59CaZLNv3ocDdslcx+pKzEEZAEkzh2aWkpjkn+1sBFAF0KwGqmUyKEWMeHrGgPlNYtuctMm2TW4dqq4ubV2sU69IsIGEZApwqUF7s9zyW1H0DxVVesIqIxm+Uy0BbUdh4zf8mKZPYlZSWGgCSYxHBLe6ufZ5x4vFWx1BEQz19ncfG50gblmgL3okfSobR3evneiqo8qQNjeiyu7x1uzzap6N/nqvQBbO8pm5kfLK1v/GMq+pMy40NAEkx8eA1qba6dnO9f43gSjCPjUUTsaHQdzzrcngqi1Bmjbag+6SALaS8yOL+Hfkyk/MVet+j6eHQ2W9frcoYIUHsRDNDiCDi2pvnzfWblyHqpQUASTGpwTalU34zyW6GQODbFNX/ilaXE7RmXistg/4xpx7OiLwFY6Tl4AnW0IjRujHvJ+mSDIi7Dfayu64cCA2TRDrTPWbI02X1KefEhENcCjU+0rJ1KBHznnngkBy3PEdDrg47VJzO3QlFOL61rWBSrrtnffTWVR4PxFMD974gIbzrqPAeZlRVPveYZJ1WwGvKwuOXuW5huddQ3XBKPPFk3+QhIgkk+pmmT6KuuuAlElyXQYTtZ9Kn2exc/m0DbXk2WV1UVj3EE1xKhMKws4kscdY23DrSfcO391c6nmHB8WNnMSx31jQemol8p0zwCkmDMY5VxNZmhNJ9d/ijrysninTqeQqCm5iLLhHG3LWiKp13fur5q5/MgHBVOBgP+IGPyqHrPBwPpI6xsl6vQj59/AjAsPLHRD/k6jsyvb/gi2X1LeeYRiHNZmhcsa6YPAb+rci2DR8Xbo868uqy+MWHLV5+rsopZ/zdR+LsgJvqktK5h93j1MlO/ZfoJu2mq9eModYMBTS8fNW/guzQz+sg64RGQBJMDK8M/c8oBrFle73vBamZoBHrK7m440UzdnnW4qsrmLw2KQE8RHQwZ8JS6PZXxyjZT31ddeQuIL45al/FnR73nRjPyZJ3UICAJJjW4pl2qv6ZyDjOfnUDHDGvoaMc98Vn++qZPnQFVrx+MD3yda+poK+kfgTEiWv8EvdbuXnxNApjIJklCQBJMkoAcbDHrZ5841tpq+ZiB0nh10RmflY717UO1L3eYbet3OZcysH+0+opCrpL7GqKTkNkOe9Tzzaj4MxT6a6ymBNxtd3tmxaonf08dApJgUodtTMnGC0yJNrx03qLvYlY2UcHvct7GwIUmqvarwrpycencRX8307bJVXmISvrzzNTToK5XU7GwdOKzSuuSGwRqVVVVWbEjuIwIMS2DFeInSuoaq8yMSdZJDQKSYFKDa0yprTOrJgb14F0WRm2yfHS806duQ4r+AQiOmAr0qUDM35T4bDuZCf9g5v5D2KZYFJo2LIn2NkJls7sXY3iMFxz1nqPjxSKe+sLYj1JgRBiPDplcVxLMIM2O/2zn06zjaCsrBxXVL3onWWp4q8s9REpFAvJ0C6mnFtctfDRWW2+181UiHBKjXiAU5MNG3N/4Vix5Zn8XrhLe1Y6vN0Wwi92M8Zyj3vOb2BUTr7HR5bywCMq/yb1oTeJScrelJJhBmNuWmVWHa6Gg8Cy2tfisw8ctGJgtSs8h+Fy/HQ90fpnIsBhYUur2lMdq66upWAOmLaPVI6A1xJZjhtc/8UYseWZ/97oq/wHos8mk0Q+DFpS6G042Kz+Rel6Xcz4zWsrq5V1POPwkwSSyqgbYxldT+QqYDwOYHe7GuEz9Y3Vt3FGUBlcRIljWRhVATXZ3g4g9EzE6f+v08r2DqvIqgKKoohiBkI0PG3FPcnYwIv8RWF/BfXydoumggG4pcTeIMBcpKz5XxRqAfmrxWo9M5h+KlCmcZsGSYNIM+PrTTxxrybd8BSBPEIw34C/bbv7LSfP6FUGY/D++/yqIDoh3aATSFMLJ0e5NmlwVNRbQnTpgi7GDYY24IhlR7N51TSwcz1t/S8Qj4xlTiPSrRtQtTokXt9CDzzjD4bf5NwD6RpBykqOu4fl49BsKdSXBpHmW/dUVDzPRH7q6ZdahHFbmbngtmWr4XeVXM5TaRGQy8xOl9ZFfXsy+VCXzFak3ZuZGxWAEdZw1KoWpTLwznPNJwR9BCCGkzHTMWzTXnHZDp5YkmDTPta+moglMhq0KgXRd044onbf4f8lUY/25FftbgpRYqAKmHxz1DeMi6eOd4XyBFHPxaJJhByPcEQB+PG58GOutun5M0bzF78fd1kSD2lpYLlzt9AMoZEBnnc8vm9t4j4mmQ6qKJJg0TjdfcMoWvvb2n34BnZksfHwyvJr7DEPxVTs1k3ehfZqS7nA39Arg1LNCVA/mvpJIuWoggaa6wkDwM+gTUMrMlDHwhQPK5FS97mw4u7Ja1dndrYuu83mSYPrPjCQYM6s1SXXChVdIRXhHkfGw2eXsYJMxfHsNj4GOjrYttnzouZ97/nfxRLzuR8dONsITAMabgYRBi0vdDYk8maPlnKknaSFdPJlbzPTVt44CWlCSohcknjw53z+hdCWIN4cvlQQTfpYkwSSyehNoIy5ffas/+JSACb0+XOAHEa82mVHmNhHMBkb8BneGbsQrSEeeTlDBSgGI88mInsd5RLCGDfAUBhMCAgT6l0b6q2D+ttS9+CUz0HlrKs5UQG7mxMjFGIKC0+33eR4y01+8dXyuiusBuqJnO0kwkmDiXUdJrc+zjivxBfJ+JEZxL8HEIXuTrciMBa1ZhbgWFv+Pzh9A2MJsmxTXCzK4XcSgYcZqRcE7pFleYpU//U+T8t3Jm5LHCYz8nfl/J/B0EfUyUZ3E3RbDtqPD/W/xWpfU0mVn1LEMoBJJMLGhTXgSY4uWNXoi8NNpx4zKLyhcHe4+IZ/pV8kMjGTsYKqdqzlzCCbsYhCEozN/quuhB1TYQKpew8Ckga4cBi//4Av/pCNeNu+8abbPZlfl4zq4n3+T3MHIHYzZNZSSelEDJDFesdd7fp3MY1KTq2KNgujWtikZaEYI1S9zuBf/Ldmq+F2V1+vQr+hrSSxCArO85I3wRyTZsyDlhUVA5AsiVVkW7kdiCpQUB7en2578caDwrZt5wkQbW6/TdT62695kaBVxPPqP11LQfexK1uibayqm6EyNXUk0+5WAxvrM4fWL/5ms/nJFzpBbgIM1ca2zyvcOdoYnGKETMf/LXt94aiL6iSPRxpppLo21Cwk0IR5z+kT6y+Q2RPjUXufZNZk6Gl7qqi7Cc4aN/0vAWgqok0vmL5TZJPsALwkmmSsxiqyWmopddKbl4TJsiGY6c0eezgfFYxgmUrS2rdWPCmnabQzaOpGQmWkafnq6YbDGoZOHz31SPKUnpQgfKIb2IhgRjQ/FnU+pu3G3pHSYY0IkwaRpQjec87txaqhDBJaKjDnjP456z7GxVBJWpBesmnYiVO1vxNhBmATHajM0fuevHO7GHZI11o0zp+0RDIU8RLRdVJkm5y1ZemWTHLkw0zRbXU+weSJmSPj8QZv0iBXmsXX61BMCin47EZL2IaUJgtR2Q9AVXa8uSdI9SJehnzYfoOhe48ZfDOUau3tRQr5fqQVl8KVLgknTHBhezqs/+ATAr6J1KY5QShgjMRE5zc/qo6TgKLOGbmkaWkZ0I+5eVvKqfSe532sbqEIi7gyBZ5uRI17+dFWdVjpnocdM/aFWRxJMGmfcW+18UCGcFukeplsVQSC6Sq7hmwJmN9c4b9AYFyQW4yWNAxzUrigILXiOY96TCXs0r6+euq8K/XYCDjJ76BS5pUpJnZQqn6dBhTQJnUuCSQKIZkV4p5cfpqjKK7EIpkse6QR+h4HRBIwbiGWrWf1yoF6AGC+ErPlnD7/3sVVmx7MpSNctBDotbH7tKIIG8vpnVr9sricJJs2z53M5A0jECTHNemZ1d4T1FsYfYgVT59lVZd7WQJVCyp/AvG1CY9ZCRznmxZdTKqF+srSRJJg0T1yziOEK+qMIiCRLChEQABPPdLgb6/r2sto1ZUQ+lP9TgHP6+hTFo5GRiaG+cYdkWmDH03821JUEk+ZZWnvBKVvktbeL7bs1zV0Pze4Y79lJmQL3orXtrsppnaRfoLByAIMjxrwxC5QCOqPE3fCA2fpDsZ4kmEGYdW91xQNEdPogdD1Uu+w04sowVLOXt7GAEo6adnfD8Fj1hvrvkmAGYQWIXYytrW0ZEY0ZhO5llwNFgKCrujJrWP2iewcqKtfbS4IZpBn2VTsvB9H1Q968f5DwT7Rbw2iasdRe33BgojKGUjtJMIM02yK/M7H+YEwz9EHST3YbHgECvCXQdpTpYs2tEEkwMXASnsq+6VPH2YDdWNWDsZ4+zcAuZPpdlXMB/QwMwZAKZjDKzDoUtKjKpOI5Cz/KTP0yTytJMH3mZNXsqrKi1sAlKmgqE7YnQGFmAndBJf6XSMWoAx0K4xMQnizxWm82G/KyKzbvsncJyp6ZtxykRtEQsFksBxfem7xUuEMBbUkwm2bZP2Pa8aSEbtSJdjFeG8zEhBWmLCQM+ykA0Aqm0LzSuiV3RVs4flfl2wzedygsrlwZo7h10UG3l7obLsqVMaVrHEOeYDaFUbgTjONB0dOhxpwUNvY5K8DqxSXK8JfJ7e7leOevmXolWL9OmtjFRDJjKhBEgkhcWur23J4xSmWRIkOaYIRzm0XRnwZjRFLnTBAN0ZetgVD56PlLvvhy1nHFozvzzgox/pH62C0EKijoOs51dghf36QOLR3CyGIB8gqAYAAcECYsg1MY3GoFTU3GvdvgjGDwex2yBCN2E8z61Ykm9jI1dQxxe3M/KbqXdHV2qkNZqqPHwXrIUbDuPtFQT/vuKwSXvYngJ8uMjzXjCxFsh/0Glp33hLrlWOjNPoRWfIzQsjeg/TTgcMWmh298FAotLdFHHtl3F2paiKxoIDAkCcbrci5WgBM3eyizcXmbGjCMe5rUrjbxFz//5OmwHXQkYO3vgaD7vWi94xroP4qAeplZ1O13RMHva6CO276fghwKob3uZgQ/ejflyuvAGmhKddm8RU+lvLMh0EGKl37mIeitrryGwCdsCuD8jaaHniCydOSx4hU3MAHQ5i9UoWCHppGVmMaD9clEJIyrRmba07LtiBOQf9IfQZbI7k3aF8vReue14AzcydCIUSia8X9Qt9sx8oIJBbHxhkugpZgkdfDnpWP23o1qa0OZt3qzT6MhRzAtM6sOJy2Y12nJ/yyemCFiate5po7Op1CFzspVAMZkymVt8VW3Qd0qRrSBUBCtt9citPLTjFuleUeVI7/qzJh6dT69AB2Nj8SsN7AKzLqmTpE7mIGh2N16yBFMcmAD/DXOh3TGKQTjSXvQChUUYtiN9RD/jlqY0fH4P9H53ycHTddIHRe6LoF14kEx9Qq++zra6m+NWW/AFRjrNWv+PvH+ARpwvzkoQBLMACbVP3PKAawpLwOUNwAxA2pKefko/ut9UIbZY8rpeGI+Op8XucMyqxRddB0sv4qd9SOw9GW0339HWpQnoteDhcHfjuhKhqewy5WPOneHuE+T8V/MT4EkGPNYha25sdq5V5Dw/mACWTT7Wlh22j3mDmZj7fnQfvphgCNOfvO831Qif2rs6BXt/7oPgf/9J/kKhJEojOsY+JpZ/4QUZRR0TADBz4wfFPAPUJQW0SykBV9UlaL3He5/f5UWxbKsk8H8LrIMqsjqeqsrFxFx5WANSFyOFlZfDGX4yKgqhD56B20P3A3e2DxYqvbrV3GUoeiym6GURTdF0r77Eq23XJEhl9TcZVIpCrFIWyLeITUGtxPTh4qiLCiuW3SP3Omk/AE1Y9ZxShURzovNLqeXgZKUdhRFuGWHnWH7zVRYd90bUCNfCwXf+C/an5gPbjX+AA9qEce6oouuhTJm64h6iCd2beWnaH+sHtziH1R9zXQuwjmIpBAAt4LwtqpYrxs2Z8ErZtrmYh25g0nSrHpdlfUEnp56q5fIClN+IdRf7QZ17NbgQAB5hx8LZdTofg0Cr72AjoUPgNs2Jmn08YuhEgeKzr0C6rb988cF3n0dvPZH8MYWaD98i9DK5V0HluwsRqaDYGfINeJB4z5nSBVJMEma7g1nV1arzHeA0WWnnwFFvCwVzboK6vid+pPMW6+g46F7B+XIoZQ4UDjzT1C375+DLiguch+6B8K4LpcKgToooOxdMn/hilwaV6yxSIKJhZDJ3/2uyie5y4AvowrlF6Dw7MsM8/u+JfTh22i97+a0+ispxSUonH1NWLudwGvPo/3hOdm8W4kx96QT8Q32Oo+woxoSJasJRsRu2aq1tGOw/UXWn37iWGuB5VtmWDJx1YijU6HrYljE/UyfEvrsQ+N+Q4/L16fvsjF3fKGiYSi+5K9QRo/rp0fni0vQ2fDwoOyo0jlnRAhpuj6rrH7xfensd7D6ymqC8bkqrmfGuNL6xj8OFoCiX5/L2QCGM9U+RwMaY34Bis67EpYJu/QTI+45xM5B++aL3r+pKtRtJ8Aybjso2+wAKiruMugj6gqD012YobduhP7zGmjffwV93U/QVq8CQsHNVcSFbuHsa437ob4l8MISdCx5FNzRPqAhDn5j6gA4SMAGJu7QdTJAElfuTGwjUop01tZayDJvWN2iqHGDBn8sydEg2wnmUQIdWeL2bDlYT4LfnDHZUWpzrEupV3Zy5hrCKK/wgqthCXMnI0im86nHoX37JWiYHdbd9oa6wy7GC494So6n6OvXIvTlZwh9/B70H78FCopQ8HtXWEfGwMvPoGPRg12hJbKsiNciBfCzjhW6Qq9B549Um77efu/iZ7NsKClTN6sJxu9yLmXG/jrjtLK5nodThlIUwSKhPRFOG4y+E+nTIJnz/wLxrN2viJ2I3xs3oUTVQ+x0dA1Q+58ejSfzh+eAtey60CWQrrP+MCnKw466hucTmYeh0iarCcZX7fwchB0HKwnWylnHlYzozPuJkDkvR6YWbl6+8URsxjzflLwEKgVef9F4Lcq252cGfCEou4x0L1qTwLCHXJOsJhi/y/kOA5PErGmEO4bXeS5M5ww21ThvUBiXp7PPZPVFZSNQePp5YV+XktVHJDniGNZ2383QvetT3VXy5YtLWi10yvC5Tz6RfOG5JzG7Caba+RQTjhfTQoAW0kO/S9fEs2vKCD/U9wBENkPN4PVi2f5XyD/FBXXr/gGeUq62phk+RR1P/juj3BZMj5voUUddw+9N1x/CFbObYFwVdzPo3O75I9DP7VrgyC3nPfVJqufUf075sRxSnkl1P6mQr249HgUnnwU1zItSKvoLK5MZoa9WoH3eP6A3Zd1OZoPD7UluHOe0AZ/ejrKaYDZMP3GGqlrqe0FGWMUh5dDSeYtSGh8yWxPYi8BUBWdeEDtAVZrWob5hHTbeegW4STzEZU1hnZXzymRu6pgTltUE01FduWMHsciy1ysei9jJ/JzXMWHCXc+kxG3Yf7bzNNZx/yYTh5ggZ0oFZeSWKLrgaoh/Z1LRfU1ovfUKw34mWwoBb9ndngP66ltbC8vhL0+2TJ7cfyQLlo/UP911gX51LfTBMqtIN75ZTTAvTZ6cv8+Ojle7L3p7gicsJsG42+72zE4GqN7p5YcpVuVPuo7JJPyNsgw5stpQfNU/oGwxNhlwJF2G9tUKIzB5FtnDaKRqh+iaZT8CHwHmnUDKKDDbjfgNYYybxZIRmUEhwjoQNWma/prFynfa5yxZmnRAM0Rgln0m/VFrqik/W2FlTkQ8GesJeKykuOQmuu1B096s66ord7SSfgQznagQDmSGsDYT3vhZWay7TUThrCszV/f2VrTe9zeEVmRP2mci6MwiIgwL2+b4sTUyTpAu8i8R83KLqj5RVKDeT7ctaIpfWGa2SACVzBoIV1UV+0uDqzdlCQivnJhIBe3EWMXE70PHtyqUzqDCm8PwM+sBYioj0HYKMJ6JxgBcnG3HoEizQ8LJ8PTzQKPHQi0dGTa9yWDMrIjxIi55A2+9gsCrzwGDmGhtMMbfs08RxgqAn4jvCUK9JxdsbbKeYMQEbahxXmdhXGnO5W6wl9Eg9i/+zg4fCeuOu8OyxyQjXILwLRLHJ+FflJYizg6dHdB8G6Ct+BjBd1413Apk6YGAOESB1oH5htK52Z2yNk2rKrXLR1ysXbDa+Q0BW6W2p+ySLrynleGjEPzwHbA/zK5btUDYw1j22g+WX+1uXP4KVwKjJItwui8jxLP05x8j+PF7CH36AXQRGzhCEKl856mGEV7w9RfBPRwmswv95GhLTEtLOoor6KGHfk6OxPRKyQmCEZCtPf3YPfLy85flypFmoMtARIwr/svtXdkGQkGIcAiBN17q+rAjFVseVOHcWDYC6jY7GIGqRJxfQ4bY5Zgo4pJW5JPWPv/YiEbH639G6MfvoK9ZFd0tQLUg79BjYD30aKhjtwG3taL1tquhrfraRK+5XoU26jrPHCx/u4GgmzMEI0DwucovBSs3Ze9V7C9TSfbSrjzN43cCqRaEVn+H4NJX+odUiDD7BafOhO3QY3r9Kj5+7cvPEHjnNYgA4BHj8oqYvuI4JTJFWqwgq9XwsI4awpl1cDDY9Qokdh0d7WBN63J0jFDEbkkc06x77w/LbhOhlPVOminuZdr/eXv09U1kZIS07rW/8W+y2RD471PGnU4uFQJpOvMjpfWe2OkXMmjgOUUwm0kGyl+zIXxC5HVARoAo694HAIqyuZpIBq+vW4PQR+8aRw199fdhdwUibkvJjfVA93GnT0cifSw3rYe2ZhVCy9+Hvna1cSTh9WvBup6y5SnuesQdkLrlVkYsXnWHnaGO2caIMxOu6L4NaJtzkxFCom8RxznhrGnZc39Ytt8R4hJ7c9E0tN51HUQwrWwqPT/GvveJxolVXAIzXrfXew7NlnHlHMEI4IUZP0LKwwwMz5aJ6KknOcow7Np7frkPCTMIvWkdQis+RuiDtxD6egW4RWQJ6FqWecc4kT8tjhhcgU6Evv8a+s+ru4JFff050NkJvdPIM9ZFOp3t4PZ2cEdb5B1JYRHIlg8RplN8CWIHJHYp4rgmdipK6XAjml3MNLc9euiZC8nY8YzfCdY994Nlx92gjOkfGa+7aXDZm2ir+1vmTL8ARIEGRicxNhLxWp1J3KvoTPQ9MX9tIbSHiC3M0BSiMtJpax1sWEUSYVsGxjLwUzu0A8a4l2SFf0VOEoyYEK6ttfhWfzAXwGkkHqmzqCgjt0Bx7V1Rk9n3HI4gheDb/+s6FoSCKLrwmrDZBOKGQNeM4NukhYynZO2nH41djziC9DpeqSpEfmnx8atlI0Eik4E4YlmtAA0M+uD7S9E+7zZYD5hs/BM2jk2YgRnxhu+9Me4hJ7sBQdyf6MusKpZ0tGuPDrXMAjlLMN0LZXlVVfFoe+ffSKEziClrLHALz/0zrHvsG996jxLcKT5BkWtzexva629FcPn7myuJ1CjFf741dn7sZClhQk7n00+go/FfJmomv4rIIMCEZ/J1/Cm/vqFPHNLk95fJEnOeYLrB56oqm79UGacgcKNGmEjM22T6i5M46uQdX5VRH67AUxw9xBGkuwj3A8PHKUZmyXR8CHqLH6E3X0K7CHAoLpnTWAjw6qD5joD9Wpo/35fGrjO2qyFDMD1ngC84ZYuNgdBOmhbYSVWVMSENY8BMuoKtVaZRBH1zfEeGInyavmYSmUFpKiXLPsTMkiCC4hhuXGZaDz7SeL4VkfkHu7S5b0HwvTd6EYzYcalbjBk01cSTuDhOBd96BSImcJoj5ekMnL5NPgAAIABJREFUPOQoKLiM7nh07aCBkIEdD0mCSWQe2OUq9NO6tWDDfSDtRby0KGO3NbI1qtvvCMVeFjVFbMoUZO7awbz/i3+e2MEUX3QtxOV0OovITBla+WnXRfeKjyEuvgejEPCF3e3pn0VuMJTJsD4lwZicEO//Td2GWngl8Iv/ksmmSa8m8hzZ9j8MlokHd116RslFnezOxUfcNvcfEN7Pm49IpSO6ckyHSVOb7P6FPOMY9MHbCL7xIkLixWvwyxcOSTBhZ0ESTBhYRDL7nv9ZxO4Qr1LNaz7YyNw79sxgr22yl8F20BHIO/w4UGmKXuU72qCtXWNY1RpHkTf+2zusAhFskw6ButPuRt4lEi9JJi1/48FPJIfreHoBQsvezKgEbTrjs7J6T/+EU/EMLkfrDmmC2Tjz2D1CWsEsZp4EsF0hGs6EQsNioUchw4SVhFt+xi4D4XdkeEsn6Ziir1uL4CfvIvT2qwit+lrEJOhKLxItCb24nxKGgYpivIBZ9jkQtokHJ8evSdPQfLkrvE/VIM+KJJjIEzCkCGb9uRX720JUoQOnks4jmcgqPgmOagM/yKvXZPfC+KzgjPNBhUUmW4Svpq3+HsFXnkXwg7ehN3sHlLdaGNop47ZD3lFTDOM4s/5MkQbQ/KcZYO+GAY0vFY0lwQxxgmmqmXKKCnWWzthzUw6jnCNW8ZydXzGAQPcd7YahXudznq5XmGQWVYVlwq6GdfFAshi03Xsjgh++nUzNkiJLEswQJRhfTeXRxHyDDuyTbda88a78grMuhG3/w+NtZtQX9yodT8xPue8O2fKQf/J02A7+NaCIjM3xlc6nF6Cj8ZH4GqWhtiSYIUgwPldlPZin54JntZlvpPjyvxmJ6uMtIkZLm/vW9OUnIkJ+5anIO6Yy7ruZ4DuvoW3u3+MdYsrrS4IZQgQjXAPGOkKfgXjIBJ8iVUXRlf8wYrnEU4T/Utu82+Jpkpy6ioq846Yhv/yUuOQJgml/tA7cujGudqmuLAlmiBDM2gtO2SKvvV0c0uP70lK9AlMs3zB0+7/rIGLImC2hLz5Bu/tWw6ZkUIpqQUHVGbAdcYLp7kNfLEf7/DsgcillVGF84aiXhnbh5iRnLjt5dlVZc2twGQPCx2hIFetu+6Cw+mIgv8DUuIVHdPv9d0L7rn+clYgChNvCFmON2C09jexEfRGeQUTAE69OwlbFrJm+CL9QJI52oyOHXeipj5E/6ebLMi4TJIHWldQ1bCmyDJiaABOVmKE0V087VmdenuokgibUSbhKzhCMz+X8BsC2CSORIQ1FEG4RNwUFRYjl9yRCKYiwCfmVp8E68SBTIxDBptofutfw2TFdrDYj+JVSOsIwthMxdXsXgnW/Q6GOGdeVIeC1500/b4s0tkVi92WSHDsWPoDQJ8tiPsezCNHv3QBBStGi6pnGIGpFZmI8UkJbuMjtjhwwx2RnIlNGU1lwkcLYnmza0Y67l4i1nZUlJwjGf7bzadZxXOQZEMuNNhK4k4E26LSSVF6vi3w2OvKIlN1EcCoCRFg0ReS4GQyjOusek5B30pkpdRoMffwuWufcZNrTmAqLjbsSESiq9e7rgWAgIszKlmORX/57w9DOCPYUzSivh5RC1yWmCTKur4zZ8Pru8DwM/ec1cTVNrDI3Q+F6+5bNV1Ltyx3xyhAW5P7qihtANAtAoVirpW7PwAyb4lUiyfWznmC8NZVTSecnwrwWtYrwgiHW7h1eEHoJdz2zEbW1CtXWhgxXgFphrVsL1NYaaTy73QN+vuCUkQWdHeW6xidD4YlgMn+xMYDJEfFoi86/yviQU1Z0Ha3/+AtCK5eb7qLg1HNgO+BwbLzpMuM5O1YRxx1x7BH2NJ1PPW6KZMTxqujcP8d1hxRLj56/i2RuIoB4GkuQGW/ZLMpNhXMWPRMrTazvvCnb6QHlMgV0KoDNhMLAA6Vuzxlp1DvpXWU1wXDt5Hzfj/ZPiWg7AxlhkquQX2f804GRVw5ku2oQzuwqR+fG0IgO8DSAzgF4bKqeva2TDkbBKa7esWWTPN3aV5+h9Y5rTadnFc6Lhef8GUqJHc0X9Yk1rShQiorBbW1gEdi7e7eiqCi+5k7DF6n19muiZzHouYuZdSVE9slUFBHxr+XKmakQHV2mWI+EIDOtZdKbANKI8TMr3ALm7QlKEcEIhSlSNvT6FpnQblXUA4rnLMyeVJdh0Mhqgmk+u7Ja09m9aRBMRAv0EF2aikux9dVT91WgeRQj42PyizpuOxSefRmUEVskX/gmie0P34vAq8+blm+ddAhEdgKRm6jl4jONuDTipUrcDRlZT/Pyjd+EAR0CAWg/fAP2e1F43pVG7Jr2x+oR+N9/TPVnPeRoFJ52jqm68VYKvPwM2h91x9tsUOsTcHuy8qoP5kCymmB8M5xvQMGBAOms06Wlcxel1ArL63I2EOBM1YTl/aYSeSec3PXBJjmwlXBUbDGcBb2m1RdxdvMqTwMxo6V2lnFPwhtboAt/IBH8W6QqUVQoxSVGYG/e2Axu9hkEI3yiOjz/QuczT5jqTx29VdduKYkhH8SFtkjT0nbfzeCOdlN6ZEIlBi//Cj/sN8n93oAvjAd7PFlLMO2uykM6oIugq8MthP2G1TV+mmowN9ZUXKyxcksqL4DVbcYbEfMNnx2Rlyga0YgPPBCAZevxUSPsC1zE8/HG2vPBbP4l1XbgESgQuwrVgs4lj6HjhcVGvqNoxbLznii6sNao0nb3XxH8+F1T0yKOVAVnXhDzslf//muEfvohYjiI7iwI7NuA0JcrEPzwLdMX2qYUTXElAjopoO5VMn/hLwF3UtxnKsVnLcH4XJX/BPgIVbWeMWzOgjjeXBOH03+28zTW8WDiEuJsKcglaoSIrh+N+xsRqiFCHiRRR1x0tt1xTVx5j0SM3cLz/2LkMRK7gdbba40dQaTS85gngoNvvPaCuGxW8k/8LfKm/C6ifPEs33J5tbFLiu4An7lhNaKuACPXC/3W4W5YEOdKydjqWUsw62dMqbCQZSdHfcPN6UK3K3B4sDNd/ZntR+x6imZdtSn7YvhWRp4g9y0xX3VEzF/xXK5utR0sB06G0icGcOCNFxF49Tlo33612b5EBLqyHTDZsMpVelgTi/SvIvlZ6PNPEHz/zU3EEHlU4ngYzX2Aveux8e9XGbmbcq0QIaRAnTWsbuF9uTS2rCWYVbOryubZFzTX1iKUzgnxVTs7Qcatf8YUYasi0oaIfErhisgVHXhxSZcnchTbFOt+h6Gg4g9dkfEiheHUtM0ZIcXxx7rr3rDudUBX3+JI17cIg7dAJ7jFj/bH/wmRryhSsR1+LAp+XxPxd8Mx8/47MjImzAAXQxugX+NwL86gTHEDHNGm5llLMMkZfvxSvK6K7wiUcb5Ow678hxHcKVGCsR16NPIFuRSXgNtbQQVFxo4j9O1KYGNLV8rXMVuDiocZF70idoxwlhQZGwt+V911VySyQfrWQ/v+G6Cw0LhLEo6YwrpXWAGL9LQdj9T1yqnUU99YBBNY+jLa598ZcxcW/6wOXgtmfAeLemHpnIWewdMidT1LgokTW6/LuZgYU3pbLcQpJAXVxcuNdffIdiTRjkjCDSD/d9VQCgoRWPYmOl9cggLnH4BAJ9oXPwp9zQ+GxsIIUAS1EoTR+ezCriMPEYovv8Ww3g3890kjZ7bYrYjndpHKhDs7DFIQNi62I08EQiG0Pz4PoY/f64dCrCNS4IXFaF9wfwrQS79Icbumgd0d0K/MljSwiaAkCSZO1H6eUXGmTaW5feP2xikm6dWFP1LesVMjHy8iXfIKgrjyH8aTc8dTC4wUIOIYZTv0GFj3PRSBl57qlaJEPKEbu5xmr5FW1iCekVtC3/BzL/8j4RgpCEYTXtsPzzHqiXQrIq2tIKjWv10OkXakZxHkJSLzRSrtD96NwOsvJh27tAoktBOwsCO/4OIthkAOJUkwca4ukV2gZfUHrXqX9WXGFHHJKp55I5VIz9QiK0HRrCsRePMlYwfSfUcjHC4LZ14O3bcBbXW3ACLgt3ix2m0iLHvuazz9ipcl4TQZzoUg3/kHWLb/VRdpff7xZrXERbBl5z0Q/N9zCH7yyy5GODsW1lwKyy57RRgCo+XS6dDjsOPJhMkhIp1Z/4ZBr1mI/1Zc17gilutAJuidLB0kwSSAZCZ6bscimEiGduIoI4I/db0M9Q7fYDv4KNgO+jVEIHBhNCc8t4V9Tv5vZxjkIXYgLcK2pmdMGSKDJIRMkV6k8+Vne3kziydvkaVS9zch8MKSzehbxu+MwnP+FNFVQuyQWq48Jw2e0eYXhEi4BvDzgLpeUbnrWwoBAdJ0hbiJ2PJTyKp/3/6zbeW4BQuazEvOnZqSYBKYS//ZlW+yzgck0DSpTcQFqtiBiKOMIALhzRyttD90DwKvvdCrCg0rQd5vphpHD33Nqt7NRfqR/Q4zZHOzH4F3/gdSLcir+L1hGyN2Mf7zTt58NFKGj4Jlj0mwjN/J2NV0vvIs0N7HGNWWB9vBR0I8YfcMGWE7ugIFJ0X26xP3PW31tyL09RdAKJhUHBMRJh7jtOLQViNue/LHRNoPlTY5TTAirgYtWJDU+Ioi9Yk1qDzN4PTmSe25IoWj4RZju+5J9pgIZeRoU+tVBJgSdiTo7BlJgJB3QhVCy96Atukyt68w6177w3aM0wjVoDf7Yd1lz66dBjP8F/zeuO9WthkPUU+8FonXpeCH70TcbQhbG/FSBf0Xq+KiC66Ocjzq0ki4IojL4YDI1fTVZ33GYQqCpFUiwnp7nWdk0gTmqKCcJhhvTcVy0pXPWafZyXCA9J9TfiyHFOFcMygxOsQ9heVXu8N22DGw7LpPQv5KwhpXGL/1LCLEgrhrEda3kQpZLLDsdQDyjpxikInYPYnSsehBBN74r7F7EkZ5wY/ejfsYI56zi875kxFky2wRgaSC775mZJkURzizsWfMyo9Zj+hRR13DAPLExOwhJyrkNsHMqHiFFDpUmNsz8ScqlL+XuBseiHfmfK7fjmfufJCIhWNl2jETxxHb0eWw7j5pwDFTQh+9i9b7egecEi4Gwks6VlAmcbdSOOP/IKLuCeM58aJkPEM/eA9C7y+N6uekjN5q83N3X/yLzr4Mlr0TP3EKvcUltdg5JT2nU/jFogUYk0bVe/qG9ot3aeV8/bR/LOlEtPm8aTvpAW0ZACNY7SYPlRbS8Ymm4sVgKPjvLec99Uk4nbyu8iMIdCRBcTF4RAznl5QMSzgO5h1dYeR7hvCwTlIRgaA6Fj/aS5plj30hfI+EM6G4PxHE0V2ULcYY5CYubsUuJ/DS0wiu+MiwuxEXwTTMbljoCvsZYTMjXpeMIuL4jh5nROgT3sx9d06iipHytubSqH5UpoYtLIbbNhq+Uh3PLoQm7mpSVJi51UHqBHIvSkeYvBSNIj1ic5pgBIS+GVPvhaKHiTZEOog7wdgIQgcx/cRgYevuAKMYCorAnD8YOxaht23yccg78bdQhtmTvhLEXUZr3S2GjUp3EbsYZew2XfGAReJ6cZEqUr+K+C/in7wCI25u5/+ehfbF8q4jiaJA3Wpb2A4/ziAITWSEFCEbOtuNS2FBKsY/Lf6wsXFFiIfiy26KHgNH1w0bG2FrY7aITAltd14H7fuvzDZJoB79qEGr11l9dGR9Q+rYLAHNMqlJzhOMANtf7XyLCftlEvDRdDE+vCtuheIYbkplcVwRuw4RjFs8NZOioHDmZSK8X8T24uNrnXMzuKl3ChBx/FHH7wx1q20MghELRG/xIfTZR1GPUCLkpyAbGrklFFsetJ/XQPvx264sA2GKEZ5h+mwjmHjEImLqvvsaAq88C8vuk4zMlWR3RB1Xt6zg0pcNv6VUFyLy6zrucATtt9H8+cLNW5YeCAwJgjFIxlX5NoP3zYbZF8+8hbOviRjzZPMYgkHj6Vhcsmore4fDKTrvCuOjjFa07782QjAI+5a0FlVF3rGxE6+Fvv4cbXdfvznRmkiZYt3vcNgO/03MVCfBj95B2z03pG1YDG4lpr866j03pq3TLOhoyBCMmAuvq/JxAke2Rc+QCRNPwMOuvcfIQdSvhIIILX/fMIwLrvg4YpR/dfxOKL7o2vAezj2EiheY9kfq+hFUyqCw5aHwFBesBx4RI5gWo/XWKxAKF3+GCOp2E4wdjWXSoVCKh/VTd7DSzCrET5TUNWb8GkvZ/PYRPKQIZhPJnK+AaxlIS7aARCdSXKDmlf++K7KdSFD/3Vddz7Lvvg72N4E1LabovONOgjDZj1XEDqZz8aPofPmZWFUH9Ls4RhXOutJUilvxKiQMA4UxX+RCgM0G6577Iu+wY6FO2Nk4PolXpdZb/gzdCEyV/sKMeaX1nhnp7znzehxyBCOmYMM5vxunhDquI9A0gMNsEzJjoshR1vUxMne97Gxsjsveg/ILUXD6uTHDUHYxmGY4NYoYutrqVXHbskRDTMSrsey2D/KdpxovVbGKIIbWmy6NL0VsYZERaFwdNRrBT5bFFXs4lj7x/i5eKxVSrrLXLbo+3ra5Vn9IEkz3JHZUV+7YAVQz9JMUhUYzs22wXo1StbCUMeNQOP0i4wLWTDFiwHz0LjpfftrYCfR8rjbTvmcdI6XshF2R9xsnLDvsYgpa0Z/IYaR9k+0PM+QHbBMd7n+n8ikr3ilJe/0hTTA90RbGdITgaWD91zp4PAh2gAoEQCLTY88i8oSSTiEd8CuEZhC/qTPtRcy7ZVqcGKG3OG4VTL/IMJAzXUIhhL74BMEP3ja8oY3XJuFBvcmrOqwcRQHZ8qE4ygyzf+v+h0HddoLpLkWsmLa5f+8VHsJ848yrSYTb7XWe2ZmnWfo0kgQTA+vujI+9/jKjf5LztRecskV+e8eng+qjFGUs6g47G9H+xfNwIkXf2GLEgBGBqwLPeXrvbIgMXyXbxIOgbLlVwkZzHYseQud/FiWiXka2IcBnd3sy+q4v1cBJgkkiws2uyn/q4DOTKDKpooRlsMgeKSxzEy0iJ1L73L/3et1RykagcPa1xv1HQoUZHU89jsDTT0TfISUkfGCNRDBuaGpFMC+0QdFpAjTaQxUuI0yTGMIQM3Ih5g4VdGDxEHYpkAQzsPW3ubV3+jQnVO0R2uSWkCSxSRcjfIJEDF3LTnskJpvZSGwvLoS7i/DsLppda3hSx11CQbS6bzHufdLusBhz98oigfk9dnfjeT2ripTFG9fYt1dZ2TUI3MjM24dLKSwiOlhAFw1zN9wZNy450kASTBImsuXMqsM1a/BpAHFcciSh4wRFCEvh/BNONtwREiki/UnwvTd6EYwIjyl8juIp4nlc3LmEPu3t3R2PjFTWJcKn9jrPrrH68LkqrgfTuSA4+tel+x3uhrNiycjV3yXBDHBmxR2Nr7ryJyKO/f46wL6S3Vz4EBX8dnrkFCUROkwGwYhL49a7ru8KtZCBhYH2kBo8dOScp/pHJw+j7+ozpuxUaFMfAbB3r58JbzrqPAdl4BDTopIkmAHALOLz+te8vwpM5j3xBtBfKpoK58b8k6d3+QSZjEQxIILp7EDn843oeHZRRCvkVIwzLpksoFCusbsXdeXAjaP4a5zLmbFLdxMGf1zqbkzwPBpHxxlaVRLMACamuaZigc500gBEZExTdevxhtWvEXQ7BtEkRDDMhs+UCFBlGAxmcGHi/zlG730k1dYmlNSvyVWxRgFtKQzuSNcfdcxdPGQDU0mCSXChN1eXn8UK1TGTJUERmdfMYjUM8kT6VmEgR7bwT9rxEkzo0/fR+dIzEP8Wti6ZXnTQoWXuhtcS1bO5pmIKs+JhZmKi20vdDRclKivb20mCSWAGfzrtmFEFBYVvM7BNAs0zvolhgbv9jrAdcgwsO+0OEUN3c9H1rlefvq9IF11rGNhtPhqI+LlfrUDwnVcREqb7UcJxZhogoY7QViMeHFgwb191xWdMNJbBl5S5G+sybYzp0kcSTAJIN9U4b1AYlyfQNOuaWHbY2chaYJ14EKBajNi97Y/VQ/v8l2BVIvVJ0fl/MWLBoMXf5e392vMGwWRjUYl3HVbX2Dv+RZwD2TDjxJNIUY8KFhRePRQSrEWCRxJMnAtHVPe5nD8DyLpXowSG+ksTIlh32Qs0ZmuEROzbHgnQRDQ7EX5B5KwWcVhEytlsLgz916XuxS8NdAzvuiYWTnK/FzmS+kA7yIL2kmDinKT1M6ZUWEhtCGdY1VcUM4OIvtKgPwRN/9GiWu5joCscvywZiwAzXVta33B1xiqYRYpJgolzsryuig8JFPvZkbCeVP20klH7vND9GiGsfUnVHhf+h3F2K6unEQEGLSh1N5ycxi5ztitJMHFM7eNVVbajS4NtFH0XEmTiRq1duzDcRaHPVVEDpjtBmZXbOg4Ycr4qM3/aTvrhY9xL1uf8YFM8QEkwcQDsnzHteFa0pyI2YfisFuXUojmLItcRoTtrpswiXb1Vkkwc4KezKnNHPpQ982W2gAGjLgkmDgi91RUPENHpEZqs6ywo2N3si4G3puJMYnKL1EBxqCCrpgkBq6qcGOsPRZpUyepuJMGYnL6XJk/O32eCYxkTdu7bhEArS8bsuUu8lp9NNRVTiMlDEE67smQWAvyYw914SmbplH3aSIIxOWfrTz9xrKXAshLclSVyc2H47GP3GhkvuXS3b5059YRQSHuCiaLGFjGppqwWBQGRK86ku5XINfzDcz7L+JMXLNiUplJCmwgCkmBMoibi93YSf8I9XoBEQKFgsbbDiNsGaPXpqngMoN+aVEVWSwABnXmFoijzwXwFgP55TvrIJBH2XMUfy+Z4Hk6gO9lkEwKSYEwuhTU1FbvkM33U/YIkHNlYw41l8zx/NikiYjW/y3kVg6+J4+/rQLscUu0J1AE1dETJnCVvN9dUPsrMpp6gCfSO3d2QNRlBM3FSJcGYnJWWmopddCaxgzEwY8ZaR71njPhLZ1JExGpeV/lCgjJ1oHJk+/AIEBAMWvnQEfc0vvXzjBOPzyNLA5syEyBdYa26pH7xPyW2iSEgCcYkbk2uykMU8KuiuliwOvTfJMOcXMjzVVeuAvFWJlWR1RJCgL+y1zXuKJq21FQ26OByM2IY+MExZq/tEr1jM9NHLteRBGNydtdXT93XQvrbxu4F8JS6PZUmm8as5nc5OxjIi1lRVhgYAsSXOOoabxUpaoDOj8yGOCXQU3Z3w4kD63xotpYEY3LefedN2Y6C6hesQ1ct1mOGzVnwismmUautP7Nif9VKS+VEJAPNGDKIfujMz58kbJWMo5JieUrcpZkpIsfRSl51xVB3XjSDVc86cl2bRGy1a8qIQiifgeh9e5P1RErS86W/2vk0ExKLvm1Sd1ntFwRCpF81om6xkdLV63I2AHCa/QgIeFdRrRcn64/LUJgXs9gOBSyijlG43o/HuNc0VmpG1C96JxmAiGRteW0d4v4lHudHDURqpqX4SAYe8cowQlLG2UhkCiip8+zefTnvq3b+B8AxpgUR2sH0WGdB/uWjVoe8yfpDE+cwsqZ6vPOTNQNLhaK+s6fe67hv0TnJku2bUV4HRXGZlcc6/0/Lw6VqgKpBdBaBh/L8faFrykWKhXcD801mMQRoY1ANTO6ZLWCTC8hpcfEVg5nIq1n148XrlPn+h1bNobxA455pnl1VRrctaIq7YZgGPPv0sf7W5s/MGH2J5gS02N2eEvG/V846rmREp+0NAsXM2ZMMXTNJhnjBg4Lp9vs8D3Xr1VQ99RyV+C4Gm3G5YJ1wU1ldb/slf820CdD1B5mwH2LIIWC9DvKQLXSD4+4l32QSPpmmiySYQZoR3wznG1BwoMnudQvUi4vdC28T9cXHwKwvBfiXILgmBWV7NWa8U1rv6Wf8JjzUFVZvMxXQi/EfR73n2L5YcC0srWun7dIWDE3MU/lY6MpoFnZOCph0tIGUd1gLvNoRCHy85UPPiaiGssRAQBLMICwRf43zdtZxvpmoeGKCdKaG0vqGzYZ4XpfzQgIMshlqRQfeKnN7Dgg37g0zyq9WFSVmLiNm/ra0vnG7oYbdYIxXEkyaUfe5yi8FKzeAzIXOZOJPS+saex2FfDXOl8CYnGbVM6M7xvq2oHbomPlLwkYU97rK3yMo+8RQtsWx6biZGYPKXS0kwaRxbrtiwGCeWZ8jBi93uBv36OuO4Kup9IHZnkbVM6YrIgQ1aH8sq1vyaDilxMucrb19dbQQGCIt7GqvddSuCxZszJiB5agikmDSNLFNMyrOVRW6q9uXKVq34txPzLc46hv/1Ldey5lVh2vW0PNAXE/bv4gh/glQ2qAo20DTBi0A+aYn5vdVlecVWwIP+Tvz/w7wDDPToev6nLK5iyO+5vmqK24iosuiGNG1/ui1bikJxgzaA6sjCWZg+MVs3UUIwblE2EHEI4lZGF8obLm0ZO4TjeHq+l0VdzPTOWbub/q1JzwPzpu5Lq953Ui2DLcE1AkBcDmRchwxbx9Tt+RWCKpacJ9h854yEix9c8Zkx3Cb/RXdREB1hfiJkrrGqmjq+GoqmsBUGq4Og1tXe22SYJI7n2GlSYJJEciGvwsFriNGJYOjBpMiGBYtG0H00Dpr+58m3PVMxOTNflfl2wzeNwG1P7B7rftHMgzz11R+yczjzculDmZ9vUIkDP9CDP6ZGMOZMcEM+RFIhxo62D5nydLuPr3Tyw8jVRH5iKI+N0d6Seqpu7+64mEm+oMkGPMzmoqakmCSiCrXTs73rhlWqUKdBcZuOjAsMsDCTosCDP5GD1EDOZS60r8v+i6WOj6XU0S6Hx6rXs/fmbnVQVuMIrc7YhKwlprKqRqzSKkS89hEQKem8//5Q/5/bTf/ZV+vD9tV+SSDT4iln9jMKeB77O7G83q3d4qn5gujtWfgy1K3Z0K0Oi0zqw7XtOBzQP/sDXIHE2t2kve7JJjkYQlvtVMchf7YM5A3idAxxoUKX7olAAANg0lEQVQDg6B0MrgFTJ+oBM/6gPfBvh9oLHV8NRVBMJkPFM4kDNNOcNQ1PB9DttLkqvhUAf0qlg4A1rVsVA8e98jClX3rbtqFmHIEZejLSt2LJ/aV4XM5OxDFu5yIvrbXNcTcbXmrK74monDP0fIOxsQkJ6OKJJhkoNhHBtfWWoCXDRJ4+WVg3ciRetWCBSHx/wcSoGrDOb8bZ9E6v2U2ZbHapRXjz456z41mhrkp04GJ4EoUZPClpW7P7X3lil1c8+pSb6xj4aZ2vi+xamxfD+VmV+WTevRdkLBqdsTC0uuq/AeBZ4cZe/uP8hXJzJIYcB1JMAOGMH0CjJg0ir4UbDYLAa8PQt1jpHvRGjNa/lzt3MtGEDFvYjtfRiAurqqy+UuDywHsEKtPBjc78gLjqM+dkxEaI6B+FenFzWg3Zu/hsYJA+VyVVQA/1vdOhwFfqdsT9gI4ls7y9/gQkAQTH16DWru5uvwsHcpcM5eohqKbAiyZVZpdU0a0wPJfHbx7rDYMuq3U3XBRvx0MoPiqna8Q4ZBYMojIX9Jk2YrC2KP4XBVrANoyvAzy28fsOSI2wfx2PHPn60TYoqccYlpnr28YFUs/+fvAEZAEM3AM0yZBeHND12ea7NBnDzi2o/nze13CxmrrdVU+TuCoT8BdMmiRw90wLZw8b7VTpMadFWtx6aAfS8fsuW04ovDVlNdBV1zhwyiYIxihm7+m8jVmPrinnuGso2PhIn9PDIFYayAxqbJV0hEw7jZ+dCwyG5yKGHfb6z2z4lWk2VX5Nx18Sax2RPS6va4h7C7FSLFL2pMxd1oRnA5F377pJx4Ji+VZcP/Mlwz4HW5PWaw7GCGn2VVxnw6q6UUwOh4ones5I9YY5e8DR0ASzMAxTIsErqoqbh4efJx1E9HvGGx3eyxE8Wc82HDOSQepodDrMQfFvNRR3xjWG9wgB9Uinogj27MY79T0J0ddw82R+vK7KjdwOI9xhs9Rb+4OpaWm/GyNlTk9+tAYdFGpu+HOmGOUFQaMgCSYAUOYHgFxEQzxT466xtGJaGY4Y0KJ+NF3y4wWCNsgGMXyfLQdDBF3lIz2l1Lty+JJOmzxu5yfM2BkAuhZiPGdvd6zrZnxeWsqpxLzwh51faoWPLTbgtiMDFkncQQkwSSOXVpbxkUwujLHMTexyHt+l1P4S/Uyfgs7UF3/u2Pu4ovD/dYyo+JcTaG7owHEzC+V1jf+OlodX43zP2Ac068O0beOugZT4RZEat5ASH+yO2UsEX1qr2sYcoG60rpYe3QmCWawkI+z35cmT87fZ4KJOxgGqwrvNqyu8dM4uzCq+6qdz4Lwm+htKaizdn5Z/eL7wtXzupzzCDgrogzmDg3WI4fXP/FGtH68Lud8gmG42HsHo9BS+30NpoJ1NdVUTFFY8XRHqWPGXaX1nvMTwUa2iR8BSTDxYzYoLRhQmmucDzDj1GgKiJCSdrfHloiS3ulTt4Gqv0hAVCtZJrR3gCeNDkNiQk+fy/kuAXtH1IGowVH3SwCtSPUiGcoRcLvd7QlnQNdPlCAYFbSIGRaRQjYY1CePuF/G0E1kfSTSRhJMIqgNUpsN1eVnWUiZGz3kA3/lcDfGNHILNwRhyGcl/TkGHFGHSPytoy58RDix09p7R4eIW1wQTobwi7Io2M/MDqvFVXm+xnxHn6fqgAJylbgbHjAzDcYORqcGEeCLQZ84vJaJMhOAGeSSU0cSTHJwTIsUw4EvFHwp6uXpALIQrp8xpUJVFI/w7o66SyLcYa/zhHVIFIHRm1uD68ORoJCqEE0bVtewyAxgG2umnRJi7V+9ov0Tey2KZXLxnIUiM2PM0nVEInHJa2Vgdjj3hphCZIWEEZAEkzB06W+4zjV1tAX6DxGjtRF0Vafrh9U3XJ2Idr6ZFX+GRn+N3pY7Nbb+OtL9yaYn6hfC717wpcNn3dXsDqLNVVnVyfxv6sF4IvmZ3e0xHa6iaweDx0Gk2wsKtqc7Hl2bCDayTWIISIJJDLdBa+WrdoYixfMVYRTaiPcJdzdiRmFfdeUiEEfNua0wPVhS39Dv4rVbfkt15TUa8V/C9MehIB8Yz/2H3zX19zpr/6LuJyBjK6NcY3cvihnYu7t/r6v8CAWKB4zX7PWemGEkzOAk65hHQBKMeawyoqa32tlKhMJwyhi+PXUNpixcw7X3VlcsJ6JdIg1UXCAHoGwTyXlSWBv71zgWg3F0TxnGBoRwn72uwaybg9F8o8t5YYhxW/eJjcCdihaaFI8Ny+ozpuxUYFWXBDo7pm3x4LOmjlUZMdE5ooQkmCybSH+1862u5GD9C4O9pe7GhHIltc48YWJIsz7DwMjIkND9DndDxOdnkUyuubX5HQZ6Gfkx82rH2L23ieWc2Ldff03lHGY+u/u/M/MLpfWNvcgr1vSxy1Xow7rrwzlmxmorfx84ApJgBo5hWiX4qitvYeKLw02cyLtsr/MkZETWXFMxRWcSoQ3C7o4AxEz1sSn+sAh52VM91oPaH8ruD58FIBp4gmDAXNN9YdwGbeQY9xIR0S+u0nzetJ1K7l4YNs1JXIJk5bgRkAQTN2SD28BwJFS1xnBOgARebnc37paIhk2uihsVUL8sBkKWET9X4TN6pmsN10dTzZRTFFYf6fUb4UVHneeoRHTyuSoXAmwknCOmpfZ6c8Z1ifQl26QGAUkwqcE1pVJ9LqeI3bt1304GYgbf5Kp4VAH9LpziDFpc6m6oiDUo7wznhaT8knGSmAKKxXLMsDkLTIXQ7CtfGOyBMREKQvZOx8h4Q0/E0lf+nnoEJMGkHuOk9+CtrniAiE5PJsF4Z1S8Qgod1lemuD8prW8ca2YQfpfzKgau7a7LjFdL6z39ZJqRJep4q53fEmFrnaiuLM4LYrN9yHqpRUASTGrxTYl0cRRRoT4ozN97djCQHYzX5VxJfcJcEiEETa2wz134tJmB+F3ltQylywZH+AwoXF5S17jETNu+dWprYblwdcUKHQjdOaZxt9paGDGNZckuBCTBZNd8dX27IjZMWeiDvnmMkk4wwLslbs/+ZgI7Cb16Eox40g5a+dAR9yTm9+OdXr43qzS9I6DfHSkPdRZO3ZBTWRJMlk553/sOMYyBEIyvpmINuHcMXJ2030fKAR0ONq/LeSFh8x1MW1ANHjZyzlPvZSnEUu0kICAJJgkgDoYI4TZghbYCoJLu/gdEMNVOL+gXJ0ci+qmk0LIr3bZAOC6aKsKXyUKqx3ikJvaGLDgu0R2MqQ5lpYxHQBJMxk9RZAU3JXqbPlCC4VpY/KsrNvQkKx1cV+Zu3GzkZgYmkS6XueNDIipixlodlqmxYr6YkSvrZC8CkmCyd+7QMv2E3TTV+mF37FtifGav90Q09Y80VEEwzaud63qGadBBh5a5G16LFx5fjfMlMCYD/JPG1mmSYOJFMLfqS4LJ8vn0VVfcBKLLxDCY6OtSEylV+w65L8GI16MSHmWPlss6Emwbzq6sVnV2E7A2xHIHk+XLa8DqS4IZMISDL8BXU9EEplKR1L3U3Vgcr0aCYHyrnU0EDNvU9gOH2xM5Il2UDozMjo7QRoa+0maxnV40Z4G85I13QnKoviSYHJjM9TXlV1qgXENMbSXuBrvZZ+WeQ/e7nKs3OynGkc86HHyGIaBCEwqVvItsc/69NAcglkNIEAFJMAkCl2nN/NWVb4L0kSVFtv3iefnpHofP5VyGTXF0lYC6c8n8xJ0DRdgG32rHPQVMN+fXN3yRaVhJfdKHgCSY9GGd0p42nPO7cdA6XMFQ8N9bznvqk3g787nKF4KVqUSkl9Q1WBNJ2tazTxEmIZE7nHj1lvUzGwFJMJk9P3FrJyz0EzsilV/NUC8GeL3D7TGVcyhu5WSDIYeAJJghN+XhB7z+3Ir9rUHlLjA0GRZBLopkISAJJllI5oCc5urys3SoOzvqGy7JgeHIIWQAApJgMmASpAoSgVxFQBJMrs6sHJdEIAMQkASTAZMgVZAI5CoCkmBydWbluCQCGYCAJJgMmASpgkQgVxGQBJOrMyvHJRHIAAQkwWTAJEgVJAK5ioAkmFydWTkuiUAGICAJJgMmQaogEchVBCTB5OrMynFJBDIAAUkwGTAJUgWJQK4iIAkmV2dWjksikAEISILJgEmQKkgEchUBSTC5OrNyXBKBDEBAEkwGTIJUQSKQqwhIgsnVmZXjkghkAAKSYDJgEqQKEoFcRUASTK7OrByXRCADEJAEkwGTIFWQCOQqApJgcnVm5bgkAhmAgCSYDJgEqYJEIFcRkASTqzMrxyURyAAEJMFkwCRIFSQCuYqAJJhcnVk5LolABiAgCSYDJkGqIBHIVQQkweTqzMpxSQQyAAFJMBkwCVIFiUCuIiAJJldnVo5LIpABCEiCyYBJkCpIBHIVAUkwuTqzclwSgQxAQBJMBkyCVEEikKsISILJ1ZmV45IIZAACkmAyYBKkChKBXEVAEkyuzqwcl0QgAxCQBJMBkyBVkAjkKgKSYHJ1ZuW4JAIZgIAkmAyYBKmCRCBXEZAEk6szK8clEcgABCTBZMAkSBUkArmKgCSYXJ1ZOS6JQAYgIAkmAyZBqiARyFUEJMHk6szKcUkEMgABSTAZMAlSBYlAriLw/yQkS8FADfW/AAAAAElFTkSuQmCC"/>
          <p:cNvSpPr>
            <a:spLocks noChangeAspect="1" noChangeArrowheads="1"/>
          </p:cNvSpPr>
          <p:nvPr/>
        </p:nvSpPr>
        <p:spPr bwMode="auto">
          <a:xfrm>
            <a:off x="307975" y="-166688"/>
            <a:ext cx="666750" cy="676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822325" y="3717032"/>
            <a:ext cx="8187278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500" dirty="0">
              <a:latin typeface="+mj-ea"/>
              <a:ea typeface="+mj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500" dirty="0">
                <a:latin typeface="+mj-ea"/>
                <a:ea typeface="+mj-ea"/>
              </a:rPr>
              <a:t>각 서비스에 대한 의존성 최소화로 결합도가 낮아짐</a:t>
            </a:r>
            <a:endParaRPr lang="en-US" altLang="ko-KR" sz="1500" dirty="0">
              <a:latin typeface="+mj-ea"/>
              <a:ea typeface="+mj-ea"/>
            </a:endParaRPr>
          </a:p>
          <a:p>
            <a:pPr lvl="1"/>
            <a:endParaRPr lang="en-US" altLang="ko-KR" sz="1500" dirty="0">
              <a:latin typeface="+mj-ea"/>
              <a:ea typeface="+mj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500" dirty="0">
                <a:latin typeface="+mj-ea"/>
                <a:ea typeface="+mj-ea"/>
              </a:rPr>
              <a:t>독립적 배포가 가능</a:t>
            </a:r>
            <a:endParaRPr lang="en-US" altLang="ko-KR" sz="1500" dirty="0">
              <a:latin typeface="+mj-ea"/>
              <a:ea typeface="+mj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500" dirty="0">
              <a:latin typeface="+mj-ea"/>
              <a:ea typeface="+mj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500" dirty="0">
                <a:latin typeface="+mj-ea"/>
                <a:ea typeface="+mj-ea"/>
              </a:rPr>
              <a:t>각 서비스에 적합한 프로그래밍 언어</a:t>
            </a:r>
            <a:r>
              <a:rPr lang="en-US" altLang="ko-KR" sz="1500" dirty="0">
                <a:latin typeface="+mj-ea"/>
                <a:ea typeface="+mj-ea"/>
              </a:rPr>
              <a:t>, </a:t>
            </a:r>
            <a:r>
              <a:rPr lang="ko-KR" altLang="en-US" sz="1500" dirty="0">
                <a:latin typeface="+mj-ea"/>
                <a:ea typeface="+mj-ea"/>
              </a:rPr>
              <a:t>데이터베이스</a:t>
            </a:r>
            <a:r>
              <a:rPr lang="en-US" altLang="ko-KR" sz="1500" dirty="0">
                <a:latin typeface="+mj-ea"/>
                <a:ea typeface="+mj-ea"/>
              </a:rPr>
              <a:t>, </a:t>
            </a:r>
            <a:r>
              <a:rPr lang="ko-KR" altLang="en-US" sz="1500" dirty="0">
                <a:latin typeface="+mj-ea"/>
                <a:ea typeface="+mj-ea"/>
              </a:rPr>
              <a:t>환경으로 만들어짐</a:t>
            </a:r>
            <a:endParaRPr lang="en-US" altLang="ko-KR" sz="1500" dirty="0">
              <a:latin typeface="+mj-ea"/>
              <a:ea typeface="+mj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500" dirty="0">
              <a:latin typeface="+mj-ea"/>
              <a:ea typeface="+mj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500" dirty="0">
                <a:latin typeface="+mj-ea"/>
                <a:ea typeface="+mj-ea"/>
              </a:rPr>
              <a:t>서비스의 교체와 확장이 쉽다</a:t>
            </a:r>
            <a:r>
              <a:rPr lang="en-US" altLang="ko-KR" sz="1500" dirty="0">
                <a:latin typeface="+mj-ea"/>
                <a:ea typeface="+mj-ea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500" dirty="0">
              <a:latin typeface="+mj-ea"/>
              <a:ea typeface="+mj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500" dirty="0">
                <a:latin typeface="+mj-ea"/>
                <a:ea typeface="+mj-ea"/>
              </a:rPr>
              <a:t>각 서비스는 기능 중심으로 구성된다</a:t>
            </a:r>
            <a:r>
              <a:rPr lang="en-US" altLang="ko-KR" sz="1500" dirty="0">
                <a:latin typeface="+mj-ea"/>
                <a:ea typeface="+mj-ea"/>
              </a:rPr>
              <a:t>. Ex) </a:t>
            </a:r>
            <a:r>
              <a:rPr lang="ko-KR" altLang="en-US" sz="1500" dirty="0" err="1">
                <a:latin typeface="+mj-ea"/>
                <a:ea typeface="+mj-ea"/>
              </a:rPr>
              <a:t>프론트엔드</a:t>
            </a:r>
            <a:r>
              <a:rPr lang="en-US" altLang="ko-KR" sz="1500" dirty="0">
                <a:latin typeface="+mj-ea"/>
                <a:ea typeface="+mj-ea"/>
              </a:rPr>
              <a:t>, </a:t>
            </a:r>
            <a:r>
              <a:rPr lang="ko-KR" altLang="en-US" sz="1500" dirty="0">
                <a:latin typeface="+mj-ea"/>
                <a:ea typeface="+mj-ea"/>
              </a:rPr>
              <a:t>추천</a:t>
            </a:r>
            <a:r>
              <a:rPr lang="en-US" altLang="ko-KR" sz="1500" dirty="0">
                <a:latin typeface="+mj-ea"/>
                <a:ea typeface="+mj-ea"/>
              </a:rPr>
              <a:t>, </a:t>
            </a:r>
            <a:r>
              <a:rPr lang="ko-KR" altLang="en-US" sz="1500" dirty="0">
                <a:latin typeface="+mj-ea"/>
                <a:ea typeface="+mj-ea"/>
              </a:rPr>
              <a:t>정산</a:t>
            </a:r>
            <a:r>
              <a:rPr lang="en-US" altLang="ko-KR" sz="1500" dirty="0">
                <a:latin typeface="+mj-ea"/>
                <a:ea typeface="+mj-ea"/>
              </a:rPr>
              <a:t>, </a:t>
            </a:r>
            <a:r>
              <a:rPr lang="ko-KR" altLang="en-US" sz="1500" dirty="0">
                <a:latin typeface="+mj-ea"/>
                <a:ea typeface="+mj-ea"/>
              </a:rPr>
              <a:t>상품 등</a:t>
            </a:r>
            <a:endParaRPr lang="en-US" altLang="ko-KR" sz="1500" dirty="0">
              <a:latin typeface="+mj-ea"/>
              <a:ea typeface="+mj-ea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1668" y="1301045"/>
            <a:ext cx="5328592" cy="2560003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822325" y="811568"/>
            <a:ext cx="17251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+mj-ea"/>
                <a:ea typeface="+mj-ea"/>
              </a:rPr>
              <a:t>MSA</a:t>
            </a:r>
            <a:r>
              <a:rPr lang="ko-KR" altLang="en-US" dirty="0"/>
              <a:t>의 </a:t>
            </a:r>
            <a:r>
              <a:rPr lang="ko-KR" altLang="en-US" dirty="0">
                <a:latin typeface="+mj-ea"/>
                <a:ea typeface="+mj-ea"/>
              </a:rPr>
              <a:t>특징</a:t>
            </a:r>
            <a:endParaRPr lang="en-US" altLang="ko-KR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4878461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1BEF1B6D-EDD0-46B0-8C4B-4503BA8E5168}"/>
              </a:ext>
            </a:extLst>
          </p:cNvPr>
          <p:cNvSpPr txBox="1">
            <a:spLocks/>
          </p:cNvSpPr>
          <p:nvPr/>
        </p:nvSpPr>
        <p:spPr>
          <a:xfrm>
            <a:off x="294114" y="264068"/>
            <a:ext cx="7444968" cy="42862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400" b="1" kern="1200" baseline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</a:lstStyle>
          <a:p>
            <a:r>
              <a:rPr lang="en-US" altLang="ko-KR" sz="2000" dirty="0">
                <a:solidFill>
                  <a:prstClr val="black"/>
                </a:solidFill>
                <a:latin typeface="+mj-lt"/>
                <a:ea typeface="+mn-ea"/>
                <a:cs typeface="Arial" charset="0"/>
              </a:rPr>
              <a:t>4. Netflix OSS</a:t>
            </a:r>
            <a:endParaRPr lang="ko-KR" altLang="en-US" sz="2200" dirty="0">
              <a:latin typeface="+mj-lt"/>
              <a:ea typeface="+mn-ea"/>
            </a:endParaRPr>
          </a:p>
        </p:txBody>
      </p:sp>
      <p:sp>
        <p:nvSpPr>
          <p:cNvPr id="9" name="AutoShape 2" descr="data:image/png;base64,iVBORw0KGgoAAAANSUhEUgAAARgAAAEcCAYAAAAcH6uaAAAAAXNSR0IArs4c6QAAAp50RVh0bXhmaWxlACUzQ214R3JhcGhNb2RlbCUzRSUzQ3Jvb3QlM0UlM0NteENlbGwlMjBpZCUzRCUyMjAlMjIlMkYlM0UlM0NteENlbGwlMjBpZCUzRCUyMjElMjIlMjBwYXJlbnQlM0QlMjIwJTIyJTJGJTNFJTNDbXhDZWxsJTIwaWQlM0QlMjIyJTIyJTIwdmFsdWUlM0QlMjIlMjIlMjBzdHlsZSUzRCUyMnZlcnRpY2FsTGFiZWxQb3NpdGlvbiUzRGJvdHRvbSUzQnNrZXRjaCUzRDAlM0JodG1sJTNEMSUzQmZpbGxDb2xvciUzRCUyM0YwNjY1MCUzQnN0cm9rZUNvbG9yJTNEJTIzZmZmZmZmJTNCdmVydGljYWxBbGlnbiUzRHRvcCUzQmFsaWduJTNEY2VudGVyJTNCcG9pbnRzJTNEJTVCJTVEJTNCcG9pbnRlckV2ZW50cyUzRDElM0JzaGFwZSUzRG14Z3JhcGguY2lzY29fc2FmZS5jb21wb3NpdGVJY29uJTNCYmdJY29uJTNEdGhyZWF0MSUzQnJlc0ljb24lM0RteGdyYXBoLmNpc2NvX3NhZmUudGhyZWF0LnRocmVhdF9hNiUzQiUyMiUyMHZlcnRleCUzRCUyMjElMjIlMjBwYXJlbnQlM0QlMjIxJTIyJTNFJTNDbXhHZW9tZXRyeSUyMHglM0QlMjItMjAwMCUyMiUyMHklM0QlMjI5NjAlMjIlMjB3aWR0aCUzRCUyMjQ5JTIyJTIwaGVpZ2h0JTNEJTIyNTAlMjIlMjBhcyUzRCUyMmdlb21ldHJ5JTIyJTJGJTNFJTNDJTJGbXhDZWxsJTNFJTNDJTJGcm9vdCUzRSUzQyUyRm14R3JhcGhNb2RlbCUzRV5Rg9QAACAASURBVHhe7V0HeFvV2X6/eyV5xpKdAUkIK4SyV8JeoYyyYssJpqUFCiSWCRAg/IxSoJhRRqFlEywnJYwCJSSWE1YZBcoKK8xAIOxAQkhiSXa8JN37/c+5joOHxpUsyZJ8zvPw0KJzvvOd95z7+oxvEGSRCEgEJAIpQoBSJFeKlQhIBCQCkAQjF4F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0BWI+CvmTbBXrdwZVYPIoeVlwSTw5M7FIbmrXYucRQWzKA7Hl07FMabbWOUBJNtMyb17YWA1+X8UgW/MMzdeA4BuoQnsxCQBJNZ8yG1iQMBBhS/q/J7AHbW9fNL5zbeH0dzWTUNCEiCSQPIsovUIMC1tRbv6g++V4DRAFY53J6tU9OTlJooApJgEkVOtht0BPoQDBNwtd3tuW7QFZMKbEZAEkwGLwaeXVW2trltTLFitbAeDMFi0UPFamsglNfR5l/TuW3ryDZasCCQwUNIqWp9CAYErLa7PWNT2qkUHhcCkmDigis9ldk1ZYSflcdBdETYHhkaEdoAtDDjEyLlgRL3oscy+ZKzqaZiSlld45JkIhiGYKCDLih1N9yZzH6krMQRkASTOHYpb+mrdl7OoNkgHhltohgQf70Z4BaF8Jwe0u5zzHvyxZQrGKMDrqoqbi4NPaYz78bES8vcjb9Lpk59CaZLNv3ocDdslcx+pKzEEZAEkzh2aWkpjkn+1sBFAF0KwGqmUyKEWMeHrGgPlNYtuctMm2TW4dqq4ubV2sU69IsIGEZApwqUF7s9zyW1H0DxVVesIqIxm+Uy0BbUdh4zf8mKZPYlZSWGgCSYxHBLe6ufZ5x4vFWx1BEQz19ncfG50gblmgL3okfSobR3evneiqo8qQNjeiyu7x1uzzap6N/nqvQBbO8pm5kfLK1v/GMq+pMy40NAEkx8eA1qba6dnO9f43gSjCPjUUTsaHQdzzrcngqi1Bmjbag+6SALaS8yOL+Hfkyk/MVet+j6eHQ2W9frcoYIUHsRDNDiCDi2pvnzfWblyHqpQUASTGpwTalU34zyW6GQODbFNX/ilaXE7RmXistg/4xpx7OiLwFY6Tl4AnW0IjRujHvJ+mSDIi7Dfayu64cCA2TRDrTPWbI02X1KefEhENcCjU+0rJ1KBHznnngkBy3PEdDrg47VJzO3QlFOL61rWBSrrtnffTWVR4PxFMD974gIbzrqPAeZlRVPveYZJ1WwGvKwuOXuW5huddQ3XBKPPFk3+QhIgkk+pmmT6KuuuAlElyXQYTtZ9Kn2exc/m0DbXk2WV1UVj3EE1xKhMKws4kscdY23DrSfcO391c6nmHB8WNnMSx31jQemol8p0zwCkmDMY5VxNZmhNJ9d/ijrysninTqeQqCm5iLLhHG3LWiKp13fur5q5/MgHBVOBgP+IGPyqHrPBwPpI6xsl6vQj59/AjAsPLHRD/k6jsyvb/gi2X1LeeYRiHNZmhcsa6YPAb+rci2DR8Xbo868uqy+MWHLV5+rsopZ/zdR+LsgJvqktK5h93j1MlO/ZfoJu2mq9eModYMBTS8fNW/guzQz+sg64RGQBJMDK8M/c8oBrFle73vBamZoBHrK7m440UzdnnW4qsrmLw2KQE8RHQwZ8JS6PZXxyjZT31ddeQuIL45al/FnR73nRjPyZJ3UICAJJjW4pl2qv6ZyDjOfnUDHDGvoaMc98Vn++qZPnQFVrx+MD3yda+poK+kfgTEiWv8EvdbuXnxNApjIJklCQBJMkoAcbDHrZ5841tpq+ZiB0nh10RmflY717UO1L3eYbet3OZcysH+0+opCrpL7GqKTkNkOe9Tzzaj4MxT6a6ymBNxtd3tmxaonf08dApJgUodtTMnGC0yJNrx03qLvYlY2UcHvct7GwIUmqvarwrpycencRX8307bJVXmISvrzzNTToK5XU7GwdOKzSuuSGwRqVVVVWbEjuIwIMS2DFeInSuoaq8yMSdZJDQKSYFKDa0yprTOrJgb14F0WRm2yfHS806duQ4r+AQiOmAr0qUDM35T4bDuZCf9g5v5D2KZYFJo2LIn2NkJls7sXY3iMFxz1nqPjxSKe+sLYj1JgRBiPDplcVxLMIM2O/2zn06zjaCsrBxXVL3onWWp4q8s9REpFAvJ0C6mnFtctfDRWW2+181UiHBKjXiAU5MNG3N/4Vix5Zn8XrhLe1Y6vN0Wwi92M8Zyj3vOb2BUTr7HR5bywCMq/yb1oTeJScrelJJhBmNuWmVWHa6Gg8Cy2tfisw8ctGJgtSs8h+Fy/HQ90fpnIsBhYUur2lMdq66upWAOmLaPVI6A1xJZjhtc/8UYseWZ/97oq/wHos8mk0Q+DFpS6G042Kz+Rel6Xcz4zWsrq5V1POPwkwSSyqgbYxldT+QqYDwOYHe7GuEz9Y3Vt3FGUBlcRIljWRhVATXZ3g4g9EzE6f+v08r2DqvIqgKKoohiBkI0PG3FPcnYwIv8RWF/BfXydoumggG4pcTeIMBcpKz5XxRqAfmrxWo9M5h+KlCmcZsGSYNIM+PrTTxxrybd8BSBPEIw34C/bbv7LSfP6FUGY/D++/yqIDoh3aATSFMLJ0e5NmlwVNRbQnTpgi7GDYY24IhlR7N51TSwcz1t/S8Qj4xlTiPSrRtQtTokXt9CDzzjD4bf5NwD6RpBykqOu4fl49BsKdSXBpHmW/dUVDzPRH7q6ZdahHFbmbngtmWr4XeVXM5TaRGQy8xOl9ZFfXsy+VCXzFak3ZuZGxWAEdZw1KoWpTLwznPNJwR9BCCGkzHTMWzTXnHZDp5YkmDTPta+moglMhq0KgXRd044onbf4f8lUY/25FftbgpRYqAKmHxz1DeMi6eOd4XyBFHPxaJJhByPcEQB+PG58GOutun5M0bzF78fd1kSD2lpYLlzt9AMoZEBnnc8vm9t4j4mmQ6qKJJg0TjdfcMoWvvb2n34BnZksfHwyvJr7DEPxVTs1k3ehfZqS7nA39Arg1LNCVA/mvpJIuWoggaa6wkDwM+gTUMrMlDHwhQPK5FS97mw4u7Ja1dndrYuu83mSYPrPjCQYM6s1SXXChVdIRXhHkfGw2eXsYJMxfHsNj4GOjrYttnzouZ97/nfxRLzuR8dONsITAMabgYRBi0vdDYk8maPlnKknaSFdPJlbzPTVt44CWlCSohcknjw53z+hdCWIN4cvlQQTfpYkwSSyehNoIy5ffas/+JSACb0+XOAHEa82mVHmNhHMBkb8BneGbsQrSEeeTlDBSgGI88mInsd5RLCGDfAUBhMCAgT6l0b6q2D+ttS9+CUz0HlrKs5UQG7mxMjFGIKC0+33eR4y01+8dXyuiusBuqJnO0kwkmDiXUdJrc+zjivxBfJ+JEZxL8HEIXuTrciMBa1ZhbgWFv+Pzh9A2MJsmxTXCzK4XcSgYcZqRcE7pFleYpU//U+T8t3Jm5LHCYz8nfl/J/B0EfUyUZ3E3RbDtqPD/W/xWpfU0mVn1LEMoBJJMLGhTXgSY4uWNXoi8NNpx4zKLyhcHe4+IZ/pV8kMjGTsYKqdqzlzCCbsYhCEozN/quuhB1TYQKpew8Ckga4cBi//4Av/pCNeNu+8abbPZlfl4zq4n3+T3MHIHYzZNZSSelEDJDFesdd7fp3MY1KTq2KNgujWtikZaEYI1S9zuBf/Ldmq+F2V1+vQr+hrSSxCArO85I3wRyTZsyDlhUVA5AsiVVkW7kdiCpQUB7en2578caDwrZt5wkQbW6/TdT62695kaBVxPPqP11LQfexK1uibayqm6EyNXUk0+5WAxvrM4fWL/5ms/nJFzpBbgIM1ca2zyvcOdoYnGKETMf/LXt94aiL6iSPRxpppLo21Cwk0IR5z+kT6y+Q2RPjUXufZNZk6Gl7qqi7Cc4aN/0vAWgqok0vmL5TZJPsALwkmmSsxiqyWmopddKbl4TJsiGY6c0eezgfFYxgmUrS2rdWPCmnabQzaOpGQmWkafnq6YbDGoZOHz31SPKUnpQgfKIb2IhgRjQ/FnU+pu3G3pHSYY0IkwaRpQjec87txaqhDBJaKjDnjP456z7GxVBJWpBesmnYiVO1vxNhBmATHajM0fuevHO7GHZI11o0zp+0RDIU8RLRdVJkm5y1ZemWTHLkw0zRbXU+weSJmSPj8QZv0iBXmsXX61BMCin47EZL2IaUJgtR2Q9AVXa8uSdI9SJehnzYfoOhe48ZfDOUau3tRQr5fqQVl8KVLgknTHBhezqs/+ATAr6J1KY5QShgjMRE5zc/qo6TgKLOGbmkaWkZ0I+5eVvKqfSe532sbqEIi7gyBZ5uRI17+dFWdVjpnocdM/aFWRxJMGmfcW+18UCGcFukeplsVQSC6Sq7hmwJmN9c4b9AYFyQW4yWNAxzUrigILXiOY96TCXs0r6+euq8K/XYCDjJ76BS5pUpJnZQqn6dBhTQJnUuCSQKIZkV4p5cfpqjKK7EIpkse6QR+h4HRBIwbiGWrWf1yoF6AGC+ErPlnD7/3sVVmx7MpSNctBDotbH7tKIIG8vpnVr9sricJJs2z53M5A0jECTHNemZ1d4T1FsYfYgVT59lVZd7WQJVCyp/AvG1CY9ZCRznmxZdTKqF+srSRJJg0T1yziOEK+qMIiCRLChEQABPPdLgb6/r2sto1ZUQ+lP9TgHP6+hTFo5GRiaG+cYdkWmDH03821JUEk+ZZWnvBKVvktbeL7bs1zV0Pze4Y79lJmQL3orXtrsppnaRfoLByAIMjxrwxC5QCOqPE3fCA2fpDsZ4kmEGYdW91xQNEdPogdD1Uu+w04sowVLOXt7GAEo6adnfD8Fj1hvrvkmAGYQWIXYytrW0ZEY0ZhO5llwNFgKCrujJrWP2iewcqKtfbS4IZpBn2VTsvB9H1Q968f5DwT7Rbw2iasdRe33BgojKGUjtJMIM02yK/M7H+YEwz9EHST3YbHgECvCXQdpTpYs2tEEkwMXASnsq+6VPH2YDdWNWDsZ4+zcAuZPpdlXMB/QwMwZAKZjDKzDoUtKjKpOI5Cz/KTP0yTytJMH3mZNXsqrKi1sAlKmgqE7YnQGFmAndBJf6XSMWoAx0K4xMQnizxWm82G/KyKzbvsncJyp6ZtxykRtEQsFksBxfem7xUuEMBbUkwm2bZP2Pa8aSEbtSJdjFeG8zEhBWmLCQM+ykA0Aqm0LzSuiV3RVs4flfl2wzedygsrlwZo7h10UG3l7obLsqVMaVrHEOeYDaFUbgTjONB0dOhxpwUNvY5K8DqxSXK8JfJ7e7leOevmXolWL9OmtjFRDJjKhBEgkhcWur23J4xSmWRIkOaYIRzm0XRnwZjRFLnTBAN0ZetgVD56PlLvvhy1nHFozvzzgox/pH62C0EKijoOs51dghf36QOLR3CyGIB8gqAYAAcECYsg1MY3GoFTU3GvdvgjGDwex2yBCN2E8z61Ykm9jI1dQxxe3M/KbqXdHV2qkNZqqPHwXrIUbDuPtFQT/vuKwSXvYngJ8uMjzXjCxFsh/0Glp33hLrlWOjNPoRWfIzQsjeg/TTgcMWmh298FAotLdFHHtl3F2paiKxoIDAkCcbrci5WgBM3eyizcXmbGjCMe5rUrjbxFz//5OmwHXQkYO3vgaD7vWi94xroP4qAeplZ1O13RMHva6CO276fghwKob3uZgQ/ejflyuvAGmhKddm8RU+lvLMh0EGKl37mIeitrryGwCdsCuD8jaaHniCydOSx4hU3MAHQ5i9UoWCHppGVmMaD9clEJIyrRmba07LtiBOQf9IfQZbI7k3aF8vReue14AzcydCIUSia8X9Qt9sx8oIJBbHxhkugpZgkdfDnpWP23o1qa0OZt3qzT6MhRzAtM6sOJy2Y12nJ/yyemCFiate5po7Op1CFzspVAMZkymVt8VW3Qd0qRrSBUBCtt9citPLTjFuleUeVI7/qzJh6dT69AB2Nj8SsN7AKzLqmTpE7mIGh2N16yBFMcmAD/DXOh3TGKQTjSXvQChUUYtiN9RD/jlqY0fH4P9H53ycHTddIHRe6LoF14kEx9Qq++zra6m+NWW/AFRjrNWv+PvH+ARpwvzkoQBLMACbVP3PKAawpLwOUNwAxA2pKefko/ut9UIbZY8rpeGI+Op8XucMyqxRddB0sv4qd9SOw9GW0339HWpQnoteDhcHfjuhKhqewy5WPOneHuE+T8V/MT4EkGPNYha25sdq5V5Dw/mACWTT7Wlh22j3mDmZj7fnQfvphgCNOfvO831Qif2rs6BXt/7oPgf/9J/kKhJEojOsY+JpZ/4QUZRR0TADBz4wfFPAPUJQW0SykBV9UlaL3He5/f5UWxbKsk8H8LrIMqsjqeqsrFxFx5WANSFyOFlZfDGX4yKgqhD56B20P3A3e2DxYqvbrV3GUoeiym6GURTdF0r77Eq23XJEhl9TcZVIpCrFIWyLeITUGtxPTh4qiLCiuW3SP3Omk/AE1Y9ZxShURzovNLqeXgZKUdhRFuGWHnWH7zVRYd90bUCNfCwXf+C/an5gPbjX+AA9qEce6oouuhTJm64h6iCd2beWnaH+sHtziH1R9zXQuwjmIpBAAt4LwtqpYrxs2Z8ErZtrmYh25g0nSrHpdlfUEnp56q5fIClN+IdRf7QZ17NbgQAB5hx8LZdTofg0Cr72AjoUPgNs2Jmn08YuhEgeKzr0C6rb988cF3n0dvPZH8MYWaD98i9DK5V0HluwsRqaDYGfINeJB4z5nSBVJMEma7g1nV1arzHeA0WWnnwFFvCwVzboK6vid+pPMW6+g46F7B+XIoZQ4UDjzT1C375+DLiguch+6B8K4LpcKgToooOxdMn/hilwaV6yxSIKJhZDJ3/2uyie5y4AvowrlF6Dw7MsM8/u+JfTh22i97+a0+ispxSUonH1NWLudwGvPo/3hOdm8W4kx96QT8Q32Oo+woxoSJasJRsRu2aq1tGOw/UXWn37iWGuB5VtmWDJx1YijU6HrYljE/UyfEvrsQ+N+Q4/L16fvsjF3fKGiYSi+5K9QRo/rp0fni0vQ2fDwoOyo0jlnRAhpuj6rrH7xfensd7D6ymqC8bkqrmfGuNL6xj8OFoCiX5/L2QCGM9U+RwMaY34Bis67EpYJu/QTI+45xM5B++aL3r+pKtRtJ8Aybjso2+wAKiruMugj6gqD012YobduhP7zGmjffwV93U/QVq8CQsHNVcSFbuHsa437ob4l8MISdCx5FNzRPqAhDn5j6gA4SMAGJu7QdTJAElfuTGwjUop01tZayDJvWN2iqHGDBn8sydEg2wnmUQIdWeL2bDlYT4LfnDHZUWpzrEupV3Zy5hrCKK/wgqthCXMnI0im86nHoX37JWiYHdbd9oa6wy7GC494So6n6OvXIvTlZwh9/B70H78FCopQ8HtXWEfGwMvPoGPRg12hJbKsiNciBfCzjhW6Qq9B549Um77efu/iZ7NsKClTN6sJxu9yLmXG/jrjtLK5nodThlIUwSKhPRFOG4y+E+nTIJnz/wLxrN2viJ2I3xs3oUTVQ+x0dA1Q+58ejSfzh+eAtey60CWQrrP+MCnKw466hucTmYeh0iarCcZX7fwchB0HKwnWylnHlYzozPuJkDkvR6YWbl6+8URsxjzflLwEKgVef9F4Lcq252cGfCEou4x0L1qTwLCHXJOsJhi/y/kOA5PErGmEO4bXeS5M5ww21ThvUBiXp7PPZPVFZSNQePp5YV+XktVHJDniGNZ2383QvetT3VXy5YtLWi10yvC5Tz6RfOG5JzG7Caba+RQTjhfTQoAW0kO/S9fEs2vKCD/U9wBENkPN4PVi2f5XyD/FBXXr/gGeUq62phk+RR1P/juj3BZMj5voUUddw+9N1x/CFbObYFwVdzPo3O75I9DP7VrgyC3nPfVJqufUf075sRxSnkl1P6mQr249HgUnnwU1zItSKvoLK5MZoa9WoH3eP6A3Zd1OZoPD7UluHOe0AZ/ejrKaYDZMP3GGqlrqe0FGWMUh5dDSeYtSGh8yWxPYi8BUBWdeEDtAVZrWob5hHTbeegW4STzEZU1hnZXzymRu6pgTltUE01FduWMHsciy1ysei9jJ/JzXMWHCXc+kxG3Yf7bzNNZx/yYTh5ggZ0oFZeSWKLrgaoh/Z1LRfU1ovfUKw34mWwoBb9ndngP66ltbC8vhL0+2TJ7cfyQLlo/UP911gX51LfTBMqtIN75ZTTAvTZ6cv8+Ojle7L3p7gicsJsG42+72zE4GqN7p5YcpVuVPuo7JJPyNsgw5stpQfNU/oGwxNhlwJF2G9tUKIzB5FtnDaKRqh+iaZT8CHwHmnUDKKDDbjfgNYYybxZIRmUEhwjoQNWma/prFynfa5yxZmnRAM0Rgln0m/VFrqik/W2FlTkQ8GesJeKykuOQmuu1B096s66ord7SSfgQznagQDmSGsDYT3vhZWay7TUThrCszV/f2VrTe9zeEVmRP2mci6MwiIgwL2+b4sTUyTpAu8i8R83KLqj5RVKDeT7ctaIpfWGa2SACVzBoIV1UV+0uDqzdlCQivnJhIBe3EWMXE70PHtyqUzqDCm8PwM+sBYioj0HYKMJ6JxgBcnG3HoEizQ8LJ8PTzQKPHQi0dGTa9yWDMrIjxIi55A2+9gsCrzwGDmGhtMMbfs08RxgqAn4jvCUK9JxdsbbKeYMQEbahxXmdhXGnO5W6wl9Hg9U+KApSNgHXH3WHZY5IRLkH4Fonjk/AvSksRZ4fODmi+DdBWfIzgO68abgWy9EBAHKJA68B8Q+nc7E5Zm6ZVldrlIy7WLljt/IaArVLbU3ZJF97TyvBRCH74DtgfZtetWiDsYSx77QfLr3Y3Ln+FK4FRkkU43ZcR4ln6848R/Pg9hD79ALqIDRwhiFS+81TDCC/4+ovgHg6T2YV+crQlpqUlHcUV9NBDPydHYnql5ATBCMjWnn7sHnn5+cty5Ugz0GUgIsYV/+X2rmwDoSBEOITAGy91fdiRii0PqnBuLBsBdZsdjEBVIs6vIUPsckwUcUkr8klrn39sRKPj9T8j9ON30Nesiu4WoFqQd+gxsB56NNSx24DbWtF629XQVn1totdcr0IbdZ1nDpa/3UDQzRmCESD4XOWXgpWbsvcq9pepJHtpV57m8TuBVAtCq79DcOkr/UMqRJj9glNnwnboMb1+FR+/9uVnCLzzGkQA8IhxeUVMX3FtKTJFWqwgq9XwsI4awpl1cDDY9Qokdh0d7WBN63J0jFDEbkkc06x77w/LbhOhlPVOminuZdr/eXv09U1kZIS07rW/8W+y2RD471PGnU4uFQJpOvMjpfWe2OkXMmjgOUUwm0kGyl+zIXxC5HVARoAo694HAOLeZFMRyeD1dWsQ+uhd46ihr/4+7K5AxG0pubEe6D7u9OlIpI/lpvXQ1qxCaPn70NeuNo4kvH4tWNdTtjzFXQ8NHwl1y62MWLzqDjtDHbONEWcmXNF9G9A25yYjhETfIo5zwlnTsuf+sGy/I8Ql9uaiaWi96zqIYFrZVHp+jH3vE40Tq7gEZrxur/ccmi3jyjmCEcALM36ElIcZGJ4tE9FTT3KUYdi19/xyHxJmEHrTOoRWfIzQB28h9PUKcIvIEtC1LPOOcSJ/WhwxuAKdCH3/NfSfV3cFi/r6c6CzE3qnkWesi3Q628Ht7eCOtsg7ksIikC0fIkyn+BLEDkjsUsRxTexUlNLhRjS7mGlue/TQMxeSseMZvxOse+4Hy467QRnTPzJed9PgsjfRVve3zJl+AYgCDYxOYmwk4rU6k7hX0Znoe2L+2kJoDxFbmKEpRGWk09Y62LCKJMK2DIxl4Kd2aAeMcS/JCv+KnCQYMSFcW2vxrf5gLoDTSDxSZ1FRRm6B4tq7oiaz7zkcQQrBt//XdSwIBVF04TVhswnEDYGuGcG3SQsZT8naTz8aux5xBOl1vFJViPzS4uNXy0aCRCYDccSyWgEaGPTB95eifd5tsB4w2fgnbBybMAMz4g3fe2PcQ052A4K4P9GXWVUs6WjXHh1qmQVylmC6F8ryqqri0fbOv5FCZxBT1ljgFp77Z1j32De+9R4luFN8giLX5vY2tNffiuDy9zdXEqlRiv98a+z82MlSwoSczqefQEfjv0zUTH4VkUGACc/k6/hTfn1Dnzikye8vkyXmPMF0g89VVTZ/qTJOQeBGjTCRmLfJ9BcncdTJO74qoz5cgac4eogjSHcR7geGj1OMzJLp+BD0Fj9Cb76EdhHgUFwyp7EQ4NVB8x0B+7U0f74vjV1nbFdDhmB6zgBfcMoWGwOhnTQtsJOqKmNCGsaAmXQFW6tMowj65viODEX4NH3NJDKD0lRKln2ImSVBBMUx3LjMtB58pPF8KyLzD3Zpc9+C4Htv9CIYseNStxgzaKqJJ3FxnAq+9QpETOA0R8rTSv9fwAAAIABJREFUGXjIUVBwGd3x6NpBAyEDOx6SBJPIPLDLVeindWvBhvtA2ot4aVHGbmtka1S33xGKvSxqitiUKcjctYN5/xf/PLGDKb7oWojL6XQWkZkytPLTrovuFR9DXHwPRiHgC7vb0z+L3GAok2F9SoIxOSHe/5u6DbXwSuAX/yWTTZNeTeQ5su1/GCwTD+669IySizrZnYuPuG3uPyC8nzcfkUpHdOWYDpOmNtn9C3nGMeiDtxF840WExIvX4JcvHJJgws6CJJgwsIhk9j3/s4jdIV6lmtd8sJG5d+yZwV7bZC+D7aAjkHf4caDSFL3Kd7RBW7vGsKo1jiJv/Ld3WAUi2CYdAnWn3Y28SyRekkxa/saDn0gO1/H0AoSWvZlRCdp0xmdl9Z7+CafiGVyO1h3SBLNx5rF7hLSCWcw8CWC7QjScCYWGxUKPQoYJKwm3/IxdBsLvyPCWTtIxRV+3FsFP3kXo7VcRWvW1iEnQlV4kWhJ6cT8lDAMVxXgBs+xzIGwTD06OX5OmoflyV3ifqkGeFUkwkSdgSBHM+nMr9reFqEIHTiWdRzKRVXwSHNUGfpBXr8nuhfFZwRnngwqLTLYIX01b/T2CrzyL4AdvQ2/2DihvtTC0U8Zth7yjphjGcWb9mSINoPlPM8DeDQMaXyoaS4IZ4gTTVDPlFBXqLJ2x56YcRjlHrOI5O79iAIHuO9oNQ73O5zxdrzDJLKoKy4RdDevigWQxaLv3RgQ/fDuZmiVFliSYIUowvprKo4n5Bh3YJ9useeNd+QVnXQjb/ofH28yoL+5VOp6Yn3LfHbLlIf/k6bAd/GtAERmb4yudTy9AR+Mj8TVKQ21JMEOQYHyuynowT88Fz2oz30jx5X8zEtXHW0SMljb3renLT0SE/MpTkXdMZdx3M8F3XkPb3L/HO8SU15cEM4QIRrgGjHWEPgPxkAk+RaqKoiv/YcRyiacI/6W2ebfF0yQ5dRUVecdNQ375KXHJEwTT/mgduHVjXO1SXVkSzBAhmLUXnLJFXnu7OKTH96WlegWmWL5h6PZ/10HEkDFbQl98gnb3rYZNyaAU1YKCqjNgO+IE092HvliO9vl3QORSyqjC+MJRLw3tws1Jzlx28uyqsubW4DIGhI/RkCrW3fZBYfXFQH6BqXELj+j2+++E9l3/OCsRBQi3hS3GGrFbehrZifoiPIOIgCdenYStilkzfRF+oUgc7UZHDrvQUx8jf9LNl2VcJkgCrSupa9hSZBkwNQEmKjFDaa6edqzOvDzVSQRNqJNwlZwhGJ/L+Q2AbRNGIkMaiiDcIm4KCooQy+9JhFIQYRPyK0+DdeJBpkYggk21P3Sv4bNjulhtRvArpXSEYWwnYur2LgTrfodCHTOuK0PAa8+bft4WaWyLxO7LJDl2LHwAoU+WxXyOZxGi37sBgpSiRdUzjUHUiszEeKSEtnCR2x05YI7JzkSmjKay4CKFsT3ZtKMddy8RazsrS04QjP9s59Os47jIMyCWG20kcCcDbdBpJam8Xhf5bHTkESm7ieBUBIiwaIrIcTMYRnXWPSYh76QzU+o0GPr4XbTOucm0pzEVFht3JSJQVOvd1wPBQESYlS3HIr/894ahnRHsKZpRXg8pha5LTBNkXF8Zs+H13eF5GPrPa+JqmlhlbobC9fYtm6+k2pc74pUhLMj91RU3gGgWgEKxVkvdnoEZNsWrRJLrZz3BeGsqp5LOT4R5LWoV4QVDrN07vCD0Eu56ZiNqaxWqrQ0ZrgC1wlq3FqitNdJ4drsH/HzBKSMLOjvKdY1PhsITwWT+YmMAkyPi0Radf5XxIaes6Dpa//EXhFYuN91FwannwHbA4dh402XGc3asIo474tgj7Gk6n3rcFMmI41XRuX+O6w4plh49fxfJ3EQA8TSWIDPeslmUmwrnLHomVppY33lTttMDymUK6FQAmwmFgQdK3Z4z0qh30rvKaoLh2sn5vh/tnxLRdgYywiRXIb/O+KcDI68cyHbVIJzZVY7OjaERHeBpAJ0D8NhUPXtbJx2MglNcvWPLJnm6ta8+Q+sd15pOzyqcFwvP+TOUEjuaL+oTa1pRoBQVg9vawCKwd/duRVFRfM2dhi9S6+3XRM9i0HMXM+tKiOyTqSgi4l/LlTNTITq6TLEeCUFmWsukNwGkEeNnVrgFzNsTlCKCEQpTpGzo9S0yod2qqAcUz1mYPakuw6CR1QTTfHZltaaze9MgmIgW6CG6NBWXYuurp+6rQPMoRsbH5Bd13HYoPPsyKCO2SL7wTRLbH74XgVefNy3fOukQiOwEIjdRy8VnGnFpxEuVuBsysp7m5Ru/CQM6BALQfvgG7Pei8Lwrjdg17Y/VI/C//5jqz3rI0Sg87RxTdeOtFHj5GbQ/6o632aDWJ+D2ZOVVH8yBZDXB+GY434CCAwHSWadLS+cuSqkVltflbCDAmaoJy/tNJfJOOLnrg01yYCvhqNhiOAt6Tasv4uzmVZ4GYkZL7SzjnoQ3tkAX/kAi+LdIVaKoUIpLjMDevLEZ3OwzCEb4RHV4/oXOZ54w1Z86equu3VISQz6IC22RpqXtvpvBHe2m9MiESgxe/hV+2G+S+70BXxgP9niylmDaXZWHdEAXQVeHWwj7Datr/DTVYG6sqbhYY+WWVF4Aq9uMNyLmGz47Ii9RNKIRH3ggAMvW46NG2Be4iOfjjbXng9n8S6rtwCNQIHYVqgWdSx5DxwuLjXxH0Ypl5z1RdGGtUaXt7r8i+PG7pqZFHKkKzrwg5mWv/v3XCP30Q8RwEN1ZENi3AaEvVyD44VumL7RNKZriSgR0UkDdq2T+wl8C7qS4z1SKz1qC8bkq/wnwEapqPWPYnAVxvLkmDqf/bOdprOPBxCXE2VKQS9QIEV0/Gvc3IlRDhDxIoo646Gy745q48h6JGLuF5//FyGMkdgOtt9caO4JIpecxTwQH33jtBXHZrOSf+FvkTfldRPniWb7l8mpjlxTdAT5zw2pEXQFGrhf6rcPdsCDOlZKx1bOWYNbPmFJhIctOjvqGm9OFblfg8GBnuvoz24/Y9RTNumpT9sXwrYw8Qe5bYr7qiJi/4rlc3Wo7WA6cDKVPDODAGy8i8Opz0L79arN9iQh0ZTtgsmGVq/SwJhbpX0Xys9DnnyD4/pubiCHyqMTxMJr7AHvXY+PfrzJyN+VaIUJIgTprWN3C+3JpbFlLMKtmV5XNsy9orq1FKJ0T4qt2doKMW/+MKcJWRaQNEfmUwhWRKzrw4pIuT+QotinW/Q5DQcUfuiLjRQrDqWmbM0KK4491171h3euArr7Fka5vEQZvgU5wix/tj/8TIl9RpGI7/FgU/L4m4u+GY+b9d2RkTJgBLoY2QL/G4V6cQZniBjiiTc2zlmCSM/z4pXhdFd8RKON8nYZd+Q8juFOiBGM79GjkC3IpLgG3t4IKiowdR+jblcDGlq6Ur2O2BhUPMy56RewY4SwpMjYW/K66665IZIP0rYf2/TdAYaFxlyQcMYV1r7ACFulpOx6p65VTqae+sQgmsPRltM+/M+YuLP5ZHbwWzPgOFvXC0jkLPYOnRep6lgQTJ7Zel3MxMab0tlqIU0gKqouXG+vuke1Ioh2RhBtA/u+qoRQUIrDsTXS+uAQFzj8AgU60L34U+pofDI2FEaAIaiUIo/PZhV1HHiIUX36LYb0b+O+TRs5ssVsRz+0ilQl3dhikIGxcbEeeCIRCaH98HkIfv9cPhVhHpMALi9G+4P4UoJd+keJ2TQO7O6BfmS1pYBNBSRJMnKj9PKPiTJtKc/vG7Y1TTNKrC3+kvGOnRj5eRLrkFQRx5T+MJ+eOpxYYKUDEMcp26DGw7nsoAi891StFiXhCN3Y5zV4jraxBPCO3hL7h517+R8IxUhCMJry2H55j1BPpVkRaW0FQrX+7HCLtSM8iyEtE5otU2h+8G4HXX0w6dmkVSGgnYGFHfsHFWwyBHEqSYOJcXSK7QMvqD1r1LuvLjCniklU880YqkZ6pRVaCollXIvDmS8YOpPuORjhcFs68HLpvA9rqbgFEwG/xYrXbRFj23Nd4+hUvS8JpMpwLQb7zD7Bs/6su0vr8481qiYtgy857IPi/5xD85JddjHB2LKy5FJZd9oowBEbLpdOhx2HHkwmTQ0Q6s/4Ng16zEP+tuK5xRSzXgUzQO1k6SIJJAMlM9NyORTCRDO3EUUYEf+p6GeodvsF28FGwHfRriEDgwmhOeG4L+5z8384wyEPsQFqEbU3PmDJEBkkImSK9SOfLz/byZhZP3iJLpe5vQuCFJZvRt4zfGYXn/Cmiq4TYIbVceU4aPKPNLwiRcA3g5wF1vaJy17cUAgKk6QpxE7Hlp5BV/779Z9vKcQsWNJmXnDs1JcEkMJf+syvfZJ0PSKBpUpuIC1SxAxFHGUEEwps5Wml/6B4EXnuhVxUaVoK830w1jh76mlW9m4v0I/sdZsjmZj8C7/wPpFqQV/F7wzZG7GL85528+WikDB8Fyx6TYBm/k7Gr6XzlWaC9jzGqLQ+2g4+EeMLuGTLCdnQFCk6K7Ncn7nva6m9F6OsvgFAwqTgmIkw8xmnFoa1G3Pbkj4m0HyptcppgRFwNWrAgqfEVReoTa1B5msHpzZPac0UKR8Mtxnbdk+wxEcrI0abWqwgwJexI0NkzkgAh74QqhJa9AW3TZW5fYda99oftGKcRqkFv9sO6y55dOw1m+C/4vXHfrWwzHqKeeC0Sr0vBD9+JuNsQtjbipQr6L1bFRRdcHeV41KWRcEUQl8MBkavpq8/6jMMUBEmrRIT19jrPyKQJzFFBOU0w3pqK5aQrn7NOs5PhAOk/p/xYDinCuWZQYnSIewrLr3aH7bBjYNl1n4T8lYQ1rjB+61lEiAVx1yKsbyMVslhg2esA5B05xSATsXsSpWPRgwi88V9j9ySM8oIfvRv3MUY8Zxed8ycjyJbZIgJJBd99zcgyKY5wZmPPmJUfsx7Ro466hgHkiYnZQ05UyG2CmVHxCil0qDC3Z+JPVCh/L3E3PBDvzPlcvx3P3PkgEQvHyrRjJo4jtqPLYd190oBjpoQ+ehet9/UOOCVcDISXdKygTOJupXDG/0FE3RPGc+JFyXiGfvAehN5fGtXPSRm91ebn7r74F519GSx7J37iFHqLS2qxc0p6Tqfwi0ULMCaNqvf0De0X79LK+fpp/1jSiWjzedN20gPaMgBGsNpNHiotpOMTTcWLwVDw31vOe+qTcDp5XeVHEOhIguJi8IgYzi8pGZZwHMw7usLI9wzhYZ2kIgJBdSx+tJc0yx77QvgeCWdCcX8iiKO7KFuMMchNXNyKXU7gpacRXPGRYXcjLoJpmN2w0BX2M8JmRrwuGUXE8R09zojQJ7yZ++6cRBUj5W3NpVH9qEwNW1gMt200fKU6nl0ITdzVpKgwc6uD1AnkXpSOMHkpGkV6xOY0wQgIfTOm3gtFDxNtiHQQd4KxEYQOYvqJwcLW3QFGMRQUgTl/MHYsQm/b5OOQd+JvoQyzJ30liLuM1rpbDBuV7iJ2McrYbbriAYvE9eIiVaR+FfFfxD95BUbc3M7/PQvti+VdRxJFgbrVtrAdfpxBEJrICClCNnS2G5fCglSMf1r8YWPjihAPxZfdFD0Gjq4bNjbC1sZsEZkS2u68Dtr3X5ltkkA9+lGDVq+z+ujI+obUsVkCmmVSk5wnGAG2v9r5FhP2yyTgo+lifHhX3ArFMdyUyuK4InYdIhi3eGomRUHhzMtEeL+I7cXH1zrnZnBT7xQg4vijjt8Z6lbbGAQjFoje4kPos4+iHqFEyE9BNjRySyi2PGg/r4H247ddWQbCFCM8w/TZRjDxiEXE1H33NQReeRaW3ScZmSvJ7og6rm5ZwaUvG35LqS5E5Nd13OEI2m+j+fOFm7csPRAYEgRjkIyr8m0G75sNsy+eeQtnXxMx5snmMQSDxtOxuGTVVvYOh1N03hXGRxmtaN9/bYRgEPYtaS2qirxjYydeC339Odruvn5zojWRMsW63+GwHf6bmKlOgh+9g7Z7bkjbsBjcSkx/ddR7bkxbp1nQ0ZAhGDEXXlfl4wSObIueIRMmnoCHXXuPkYOoXwkFEVr+vmEYF1zxccQo/+r4nVB80bXhPZx7CBUvMO2P1PUjqJRBYctD4SkuWA88IkYwLUbrrVcgFC7+DBHU7SYYOxrLpEOhFA/rp+5gpZlViJ8oqWvM+DWWsvntI3hIEcwmkjlfAdcykJZsAYlOpLhAzSv/fVdkO5Gg/ruvup5l330d7G8Ca1pM0XnHnQRhsh+riB1M5+JH0fnyM7GqDuh3cYwqnHWlqRS34lVIGAYKY77IhQCbDdY990XeYcdCnbCzcXwSr0qtt/wZuhGYKv2FGfNK6z0z0t9z5vU45AhGTMGGc343Tgl1XEegaQCH2SZkxkSRo6zrY2TuetnZ2ByXvQflF6Lg9HNjhqHsYjDNcGoUMXS11avitmWJhpiIV2PZbR/kO081XqpiFUEMrTddGl+K2MIiI9C4Omo0gp8siyv2cCx94v1dvFYqpFxlr1t0fbxtc63+kCSY7knsqK7csQOoZugnKQqNZmbbYL0apWphKWPGoXD6RcYFrJlixID56F10vvy0sRPo+Vxtpn3POkZK2Qm7Iu83Tlh22MUUtKI/kcNI+ybbH2bID9gmOtz/TuVTVrxTkvb6Q5pgeqItjOkIwdPA+q918HgQ7AAVCIBEpseeReQJJZ1COuBXCM0gflNn2ouYd8u0ODFCb3HcKph+kWEgZ7qEQgh98QmCH7xteEMbr03Cg3qTV3VYOYoCsuVDcZQZZv/W/Q+Duu0E012KWDFtc//eKzyE+caZV5MIt9vrPLMzT7P0aSQJJgbW3Rkfe/1lRv8k52svOGWL/PaOTwfVRynKWNQddjai/Yvn4USKvrHFiAEjAlcFnvP03tkQGb5KtokHQdlyq4SN5joWPYTO/yxKRL2MbEOAz+72ZPRdX6qBkwSTRISbXZX/1MFnJlFkUkUJy2CRPVJY5iZaRE6k9rl/7/W6o5SNQOHsa437j4QKMzqeehyBp5+IvkNKSPjAGolg3NDUimBeaIOi0wRotIcqXEaYJjGEIWbkQswdKujA4iHsUiAJZmDrb3Nr7/RpTqjaI7TJLSFJYpMuRvgEiRi6lp32SEw2s5HYXlwIdxfh2V00u9bwpI67hIJodd9i3Puk3WEx5u6VRQLze+zuxvN6VhUpizeusW+vsrJrELiRmbcPl1JYRHSwgC4a5m64M25ccqSBJJgkTGTLmVWHa9bg0wDiuORIQscJihCWwvknnGy4IyRSRPqT4Htv9CIYER5T+BzFU8TzuLhzCX3a27s7HhmprEuET+11nl1j9eFzVVwPpnNBcPSvS/c73A1nxZKRq79LghngzIo7Gl915U9EHPv9dYB9Jbu58CEq+O30yClKInSYDIIRl8atd13fFWohAwsD7SE1eOjIOU/1j04eRt/VZ0zZqdCmPgJg714/E9501HkOysAhpkUlSTADgFnE5/WveX8VmMx74g2gv1Q0Fc6N+SdP7/IJMhmJYkAE09mBzucb0fHsoohWyKkYZ1wyWUChXGN3L+rKgRtH8dc4lzNjl+4mDP641N2Y4Hk0jo4ztKokmAFMTHNNxQKd6aQBiMiYpurW4w2rXyPodgyiSYhgmA2fKRGgyjAYzODCxP9zjN77SKqtTSipX5OrYo0C2lIY3JGuP+qYu3jIBqaSBJPgQm+uLj+LFapjJkuCIjKvmcVqGOSJ9K3CQI5s4Z+04yWY0Kfvo/OlZyD+LWxdMr3ooEPL3A2vJapnc03FFGbFw8zERLeXuhsuSlRWtreTBJPADP502jGjCgoK32ZgmwSaZ3wTwwJ3+x1hO+QYWHbaHSKG7uai612vPn1fkS661jCw23w0EPFzv1qB4DuvIiRM96OE48w0QEIdoa1GPDiwYN6+6orPmGgsgy8pczfWZdoY06WPJJgEkG6qcd6gMC5PoGnWNbHssLORtcA68SBAtRixe9sfq4f2+S/BqkTqk6Lz/2LEgkGLv8vb+7XnDYLJxqIS7zqsrrF3/Is4B7JhxoknkaIeFSwovHooJFiLBI8kmDgXjqjuczl/BpB1r0YJDPWXJkSw7rIXaMzWCInYtz0SoIlodiL8gshZLeKwiJSz2VwY+q9L3YtfGugY3nVNLJzkfi9yJPWBdpAF7SXBxDlJ62dMqbCQ2hDOsKqvKGYGEX2lQX8Imv6jRbXcx0BXOH5ZMhYBZrq2tL7h6oxVMIsUkwQT52R5XRUfEij2syNhPan6aSWj9nmh+zVCWPuSqj0u/A/j7FZWTyMCDFpQ6m44OY1d5mxXkmDimNrHq6psR5cG2yj6LiTIxI1au3ZhuItCn6uiBkx3gjIrt3UcMOR8VWb+tJ30w8e4l6zP+cGmeICSYOIA2D9j2vGsaE9FbMLwWS3KqUVzFkWuI0J31kyZRbp6qySZOMBPZ1Xmjnwoe+bLbAEDRl0STBwQeqsrHiCi0yM0WddZULC72RcDb03FmcTkFqmB4lBBVk0TAlZVOTHWH4o0qZLV3UiCMTl9L02enL/PBMcyJuzctwmBVpaM2XOXeC0/m2oqphCThyCcdmXJLAT4MYe78ZTM0in7tJEEY3LO1p9+4lhLgWUluCtL5ObC8NnH7jUyXnLpbt86c+oJoZD2BBNFjS1iUk1ZLQoCIlecSXcrkWv4h+d8lvEnL1iwKU2lhDYRBCTBmERNxO/tJP6Ee7wAiYBCwWJthxG3DdDq01XxGEC/NamKrJYAAjrzCkVR5oP5CgD985z0kUki7LmKP5bN8TycQHeyySYEJMGYXApraip2yWf6qPsFSTiysYYby+Z5/mxSRMRqfpfzKgZfE8ff14F2OaTaE6gDauiIkjlL3m6uqXyUmU09QRPoHbu7IWsygmbipEqCMTkrLTUVu+hMYgdjYMaMtY56zxjxl86kiIjVvK7yhQRl6kDlyPbhESAgGLTyoSPuaXzr5xknHp9HlgY2ZSZAusJadUn94n9KbBNDQBKMSdyaXJWHKOBXRXWxYHXov0mGObmQ56uuXAXirUyqIqslhAB/Za9r3FE0bampbNDB5WbEMPCDY8xe2yV6x2amj1yuIwnG5Oyur566r4X0t43dC+ApdXsqTTaNWc3vcnYwkBezoqwwMASIL3HUNd4qUtQAnR+ZDXFKoKfs7oYTB9b50GwtCcbkvPvOm7IdBdUvWIeuWqzHDJuz4BWTTaNWW39mxf6qlZbKiUgGmjFkEP3QmZ8/SdgqGUclxfKUuEszU0SOo5W86oqh7rxoBquedeS6NonYateUEYVQPgPR+/Ym64mUpOdLf7XzaSYkFn3bpO6y2i8IhEi/akTdYiOlq9flbADgNPsREPCuolovTtYfl6EwL2axHQpYRB2jcL0fj3GvaazUjKhf9E4yABHJ2vLaOsT9SzzOjxqI1ExL8ZEMPOKVYYSkjLORyBRQUufZvfty3lft/A+AY0wLIrSD6bHOgvzLR60OeZP1hybOYWRN9XjnJ2sGlgpFfWdPvddx36JzkiXbN6O8DoriMiuPdf6flodL1QBVg+gsAg/l+ftC15SLFAvvBuabzGII0MagGpjcM1vAJheQ0+LiKwYzkVez6seL1ynz/Q+tmkN5gcY90zy7qoxuW9AUd8MwDXj26WP9rc2fmTH6Es0JaLG7PSXif6+cdVzJiE7bGwSKmbMnGbpmkgzxggcF0+33eR7q1qupeuo5KvFdDDbjcsE64aayut72S/6aaROg6w8yYT/EkEPAeh3kIVvoBsfdS77JJHwyTRdJMIM0I74Zzjeg4ECT3esWqBcXuxfeJuqLj4FZXwrwL0FwTQrK9mrMeKe03tPP+E14qCus3mYqoBfjP456z7F9seBaWFrXTtulLRiamKfysdCV0SzsnBQw6WgDKe+wFni1IxD4eMuHnhNRDWWJgYAkmEFYIv4a5+2s43wzUfHEBOlMDaX1DZsN8bwu54UEGGQz1IoOvFXm9hwQbtwbZpRfrSpKzFxGzPxtaX3jdkMNu8EYrySYNKPuc5VfClZuAJkLncnEn5bWNfY6CvlqnC+BMTnNqmdGd4z1bUHt0DHzl4SNKO51lb9HUPaJoWyLY9NxMzMGlbtaSIJJ49x2xYDBPLM+Rwxe7nA37tHXHcFXU+kDsz2NqmdMV0QIatD+WFa35NFwSomXOVt7++poITBEWtjVXuuoXRcs2JgxA8tRRSTBpGlim2ZUnKsqdFe3L1O0bsW5n5hvcdQ3/qlvvZYzqw7XrKHngbietn8RQ/wToLRBUbaBpg1aAPJNT8zvqyrPK7YEHvJ35v8d4BlmpkPX9TllcxdHfM3zVVfcRESXRTGia/3Ra91SEowZtAdWRxLMwPCL2bqLEIJzibCDiEcSszC+UNhyacncJxrD1fW7Ku5mpnPM3N/0a094Hpw3c11e87qRbBluCagTAuByIuU4Yt4+pm7JrRBUteA+w+Y9ZSRY+uaMyY7hNvsruomA6grxEyV1jVXR1PHVVDSBqTRcHQa3rvbaJMEkdz7DSpMEkyKQDX8XClxHjEoGRw0mRTAsWjaC6KF11vY/TbjrmYjJm/2uyrcZvG8Can9g91r3j2QY5q+p/JKZx5uXSx3M+nqFSBj+hRj8MzGGM2OCGfIjkA41dLB9zpKl3X16p5cfRqoi8hFFfW6O9JLUU3d/dcXDTPQHSTDmZzQVNSXBJBFVrp2c710zrFKFOguM3XRgWGSAhZ0WBRj8jR6iBnIodaV/X/RdLHV8LqeIdD88Vr2evzNzq4O2GEVud8QkYC01lVM1ZpFSJeaxiYBOTef/84f8/9pu/su+Xh+2q/JJBp8QSz+xmVPA99jdjef1bu8UT80XRmvPwJelbs+EaHVaZlYdrmnB54D+2RvkDibW7CTvd0kwycMS3mqnOAr9sWcgbxKhY4xlpZgJAAANhUlEQVQLBwZB6WRwC5g+UQme9QHvg30/0Fjq+GoqgmAyHyicSRimneCoa3g+hmylyVXxqQL6VSwdAKxr2agePO6RhSv71t20CzHlCMrQl5W6F0/sK8PncnYginc5EX1tr2uIudvyVld8TUThnqPlHYyJSU5GFUkwyUCxjwyurbUALxsk8PLLwLqRI/WqBQtC4v8PJEDVhnN+N86idX7LbMpitUsrxp8d9Z4bzQxzU6YDE8GVKMjgS0vdntv7yhW7uObVpd5Yx8JN7XxfYtXYvh7Kza7KJ/XouyBh1eyIhaXXVfkPAs8OM/b2H+UrkpklMeA6kmAGDGH6BBgxaRR9KdhsFgJeH4S6x0j3ojVmtPy52rmXjSBi3sR2voxAXFxVZfOXBpcD2CFWnwxuduQFxlGfOycjNEZA/SrSi5vRbszew2MFgfK5KqsAfqzvnQ4DvlK3J+wFcCyd5e/xISAJJj68BrV2c3X5WTqUuWYuUQ1FNwVYMqs0u6aMaIHlvzp491htGHRbqbvhon47GEDxVTtfIcIhsWQQkb+kybIVhbFH8bkq1gC0ZXgZ5LeP2XNEbIL57XjmzteJsEVPOcS0zl7fMCqWfvL3gSMgCWbgGKZNgvDmhq7PNNmhzx5wbEfz5/e6hI3V1uuqfJzAUZ+Au2TQIoe7YVo4ed5qp0iNOyvW4tJBP5aO2XPbcEThqymvg664wodRMEcwQjd/TeVrzHxwTz3DWUfHwkX+nhgCsdZAYlJlq6QjYNxt/OhYZDY4FTHuttd7ZsWrSLOr8m86+JJY7YjodXtdQ9hdipFil7QnY+60Ijgdir590088EhbLs+D+mS8Z8DvcnrJYdzBCTrOr4j4dVNOLYHQ8UDrXc0asMcrfB46AJJiBY5gWCVxVVdw8PPg46yai3zHY7vZYiOLPeLDhnJMOUkOh12MOinmpo74xrDe4QQ6qRTwRR7ZnMd6p6U+OuoabI/Xld1Vu4HAe4wyfo97cHUpLTfnZGitzevShMeiiUnfDnTHHKCsMGAFJMAOGMD0C4iIY4p8cdY2jE9HMcMaEEvGj75YZLRC2QTCK5floOxgi7igZ7S+l2pfFk3TY4nc5P2fAyATQsxDjO3u9Z1sz4/PWVE4l5oU96vpULXhotwWxGRmyTuIISIJJHLu0toyLYHRljmNuYpH3/C6n8JfqZfwWdqC6/nfH3MUXh/utZUbFuZpCd0cDiJlfKq1v/HW0Or4a53/AOKZfHaJvHXUNpsItiNS8gZD+ZHfKWCL61F7XMOQCdaV1sfboTBLMYCEfZ78vTZ6cv88EE3cwDFYV3m1YXeOncXZhVPdVO58F4TfR21JQZ+38svrF94Wr53U55xFwVkQZzB0arEcOr3/ijWj9eF3O+QTDcLH3Dkahpfb7GkwF62qqqZiisOLpjlLHjLtK6z3nJ4KNbBM/ApJg4sdsUFowoDTXOB9gxqnRFBAhJe1ujy0RJb3Tp24DVX+RgKhWskxo7wBPGh2GxISePpfzXQL2jqgDUYOj7pcAWpHqRTKUI+B2u9sTzoCunyhBMCpoETMsIoVsMKhPHnG/jKGbyPpIpI0kmERQG6Q2G6rLz7KQMjd6yAf+yuFujGnkFm4IwpDPSvpzDDiiDpH4W0dd+IhwYqe1944OEbe4IJwM4RdlUbCfmR1Wi6vyfI35jj5P1QEF5CpxNzxgZhqMHYxODSLAF4M+cXgtE2UmADPIJaeOJJjk4JgWKYYDXyj4UtTL0wFkIVw/Y0qFqige4d0ddZdEuMNe5wnrkCgCoze3BteHI0EhVSGaNqyuYZEZwDbWTDslxNq/ekX7J/ZaFMvk4jkLRWbGmKXriETiktfKwOxw7g0xhcgKCSMgCSZh6NLfcJ1r6mgL9B8iRmsj6KpO1w+rb7g6Ee18Myv+DI3+Gr0td2ps/XWk+5NNT9QvhN+94EuHz7qr2R1Em6uyqpP539SD8UTyM7vbYzpcRdcOBo+DSLcXFGxPdzy6NhFsZJvEEJAEkxhug9bKV+0MRYrnK8IotBHvE+5uxIzCvurKRSCOmnNbYXqwpL6h38Vrt/yW6sprNOK/hOmPQ0E+MJ77D79r6u911v5F3U9AxlZGucbuXhQzsHd3/15X+REKFA8Yr9nrPTHDSJjBSdYxj4AkGPNYZURNb7WzlQiF4ZQxfHvqGkxZuIZr762uWE5Eu0QaqLhADkDZJpLzpLA29q9xLAbj6J4yjA0I4T57XYNZNwej+UaX88IQ47buExuBOxUtNCkeG5bVZ0zZqcCqLgl0dkzb4sFnTR2rMmKic0QJSTBZNpH+audbXcnB+hcGe0vdjQnlSmqdecLEkGZ9hoGRkSGh+x3uhojPzyKZXHNr8zsM9DLyY+bVjrF7bxPLObFvv/6ayjnMfHb3f2fmF0rrG3uRV6zpY5er0Id114dzzIzVVv4+cAQkwQwcw7RK8FVX3sLEF4ebOJF32V7nSciIrLmmYorOJEIbhN0dAYiZ6mNT/GER8rKneqwHtT+U3R8+C0A08ATBgLmm+8K4DdrIMe4lIqJfXKX5vGk7ldy9MGyak7gEycpxIyAJJm7IBreB4Uioao3hnAAJvNzubtwtEQ2bXBU3KqB+WQyELCN+rsJn9EzXGq6PppoppyisPtLrN8KLjjrPUYno5HNVLgTYSDhHTEvt9eaM6xLpS7ZJDQKSYFKDa0ql+lxOEbt3676dDMQMvslV8agC+l04xRm0uNTdUBFrUN4ZzgtJ+SXjJDEFFIvlmGFzFpgKodlXvjDYA2MiFITsnY6R8YaeiKWv/D31CEiCST3GSe/BW13xABGdnkyC8c6oeIUUOqyvTHF/UlrfONbMIPwu51UMXNtdlxmvltZ7+sk0I0vU8VY7vyXC1jpRXVmcF8Rm+5D1UouAJJjU4psS6eIookJ9UJi/9+xgIDsYr8u5kvqEuSRCCJpaYZ+78GkzA/G7ymsZSpcNjvAZULi8pK5xiZm2fevU1sJy4eqKFToQunNM4261tTBiGsuSXQhIgsmu+er6dkVsmLLQB33zGCWdYIB3S9ye/c0EdhJ69SQY8aQdtPKhI+5JzO/HO718b1ZpekdAvztSHuosnLohp7IkmCyd8r73HWIYAyEYX03FGnDvGLg6ab+PlAM6HGxel/NCwuY7mLagGjxs5Jyn3stSiKXaSUBAEkwSQBwMEcJtwAptBUAl3f0PiGCqnV7QL06ORPRTSaFlV7ptgXBcNFWEL5OFVI/xSE3sDVlwXKI7GFMdykoZj4AkmIyfosgKbkr0Nn2gBMO1sPhXV2zoSVY6uK7M3bjZyM0MTCJdLnPHh0RUxIy1OixTY8V8MSNX1sleBCTBZO/coWX6CbtpqvXD7ti3xPjMXu+JaOofaaiCYJpXO9f1DNOggw4tcze8Fi88vhrnS2BMBvgnja3TJMHEi2Bu1ZcEk+Xz6auuuAlEl4lhMNHXpSZSqvYdcl+CEa9HJTzKHi2XdSTYNpxdWa3q7CZgbYjlDibLl9eA1ZcEM2AIB1+Ar6aiCUylIql7qbuxOF6NBMH4VjubCBi2qe0HDrcnckS6KB0YmR0doY0MfaXNYju9aM4Ceckb74TkUH1JMDkwmetryq+0QLmGmNpK3A12s8/KPYfudzlXb3ZSjCOfdTj4DENAhSYUKnkX2eb8e2kOQCyHkCACkmASBC7TmvmrK98E6SNLimz7xfPy0z0On8u5DJvi6CoBdeeS+Yk7B4qwDb7VjnsKmG7Or2/4ItOwkvqkDwFJMOnDOqU9bTjnd+OgdbiCoeC/t5z31CfxduZzlS8EK1OJSC+pa7AmkrStZ58iTEIidzjx6i3rZzYCkmAye37i1k5Y6Cd2RCq/mqFeDPB6h9tjKudQ3MrJBkMOAUkwQ27Kww94/bkV+1uDyl1gaDIsglwUyUJAEkyykMwBOc3V5WfpUHd21DdckgPDkUPIAAQkwWTAJEgVJAK5ioAkmFydWTkuiUAGICAJJgMmQaogEchVBCTB5OrMynFJBDIAAUkwGTAJUgWJQK4iIAkmV2dWjksikAEISILJgEmQKkgEchUBSTC5OrNyXBKBDEBAEkwGTIJUQSKQqwhIgsnVmZXjkghkAAKSYDJgEqQKEoFcRUASTK7OrByXRCADEJAEkwGTIFWQCOQqApJgcnVm5bgkAhmAgCSYDJgEqYJEIFcRkASTqzMrxyURyAAEJMFkwCRIFSQCuYqAJJhcnVk5LolABiAgCSYDJkGqIBHIVQQkweTqzMpxSQQyAAFJMBkwCVIFiUCuIiAJJldnVo5LIpABCEiCyYBJkCpIBHIVAUkwuTqzclwSgQxAQBJMBkyCVEEikKsISILJ1ZmV45IIZAACkmAyYBKkChKBXEVAEkyuzqwcl0QgAxCQBJMBkyBVkAjkKgKSYHJ1ZuW4JAIZgIAkmAyYBKmCRCBXEZAEk6szK8clEcgABCTBZMAkSBUkArmKgCSYXJ1ZOS6JQAYgIAkmAyZBqiARyFUEJMHk6szKcUkEMgABSTAZMAlSBYlAriIgCSZXZ1aOSyKQAQhIgsmASZAqSARyFQFJMLk6s3JcEoEMQEASTAZMglRBIpCrCEiCydWZleOSCGQAApJgMmASpAoSgVxF4P8BJDBLwZvO5hIAAAAASUVORK5CYII="/>
          <p:cNvSpPr>
            <a:spLocks noChangeAspect="1" noChangeArrowheads="1"/>
          </p:cNvSpPr>
          <p:nvPr/>
        </p:nvSpPr>
        <p:spPr bwMode="auto">
          <a:xfrm>
            <a:off x="155575" y="-319088"/>
            <a:ext cx="666750" cy="676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" name="AutoShape 6" descr="data:image/png;base64,iVBORw0KGgoAAAANSUhEUgAAARgAAAEcCAYAAAAcH6uaAAAAAXNSR0IArs4c6QAAAp50RVh0bXhmaWxlACUzQ214R3JhcGhNb2RlbCUzRSUzQ3Jvb3QlM0UlM0NteENlbGwlMjBpZCUzRCUyMjAlMjIlMkYlM0UlM0NteENlbGwlMjBpZCUzRCUyMjElMjIlMjBwYXJlbnQlM0QlMjIwJTIyJTJGJTNFJTNDbXhDZWxsJTIwaWQlM0QlMjIyJTIyJTIwdmFsdWUlM0QlMjIlMjIlMjBzdHlsZSUzRCUyMnZlcnRpY2FsTGFiZWxQb3NpdGlvbiUzRGJvdHRvbSUzQnNrZXRjaCUzRDAlM0JodG1sJTNEMSUzQmZpbGxDb2xvciUzRCUyM0YwNjY1MCUzQnN0cm9rZUNvbG9yJTNEJTIzZmZmZmZmJTNCdmVydGljYWxBbGlnbiUzRHRvcCUzQmFsaWduJTNEY2VudGVyJTNCcG9pbnRzJTNEJTVCJTVEJTNCcG9pbnRlckV2ZW50cyUzRDElM0JzaGFwZSUzRG14Z3JhcGguY2lzY29fc2FmZS5jb21wb3NpdGVJY29uJTNCYmdJY29uJTNEdGhyZWF0MSUzQnJlc0ljb24lM0RteGdyYXBoLmNpc2NvX3NhZmUudGhyZWF0LnRocmVhdF9hNiUzQiUyMiUyMHZlcnRleCUzRCUyMjElMjIlMjBwYXJlbnQlM0QlMjIxJTIyJTNFJTNDbXhHZW9tZXRyeSUyMHglM0QlMjItMjAwMCUyMiUyMHklM0QlMjI5NjAlMjIlMjB3aWR0aCUzRCUyMjQ5JTIyJTIwaGVpZ2h0JTNEJTIyNTAlMjIlMjBhcyUzRCUyMmdlb21ldHJ5JTIyJTJGJTNFJTNDJTJGbXhDZWxsJTNFJTNDJTJGcm9vdCUzRSUzQyUyRm14R3JhcGhNb2RlbCUzRV5Rg9QAACAASURBVHhe7V0HeFvV2X6/eyV5xpKdAUkIK4SyV8JeoYyyYssJpqUFCiSWCRAg/IxSoJhRRqFlEywnJYwCJSSWE1YZBcoKK8xAIOxAQkhiSXa8JN37/c+5joOHxpUsyZJ8zvPw0KJzvvOd95z7+oxvEGSRCEgEJAIpQoBSJFeKlQhIBCQCkAQjF4F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0BWI+CvmTbBXrdwZVYPIoeVlwSTw5M7FIbmrXYucRQWzKA7Hl07FMabbWOUBJNtMyb17YWA1+X8UgW/MMzdeA4BuoQnsxCQBJNZ8yG1iQMBBhS/q/J7AHbW9fNL5zbeH0dzWTUNCEiCSQPIsovUIMC1tRbv6g++V4DRAFY53J6tU9OTlJooApJgEkVOtht0BPoQDBNwtd3tuW7QFZMKbEZAEkwGLwaeXVW2trltTLFitbAeDMFi0UPFamsglNfR5l/TuW3ryDZasCCQwUNIqWp9CAYErLa7PWNT2qkUHhcCkmDigis9ldk1ZYSflcdBdETYHhkaEdoAtDDjEyLlgRL3oscy+ZKzqaZiSlld45JkIhiGYKCDLih1N9yZzH6krMQRkASTOHYpb+mrdl7OoNkgHhltohgQf70Z4BaF8Jwe0u5zzHvyxZQrGKMDrqoqbi4NPaYz78bES8vcjb9Lpk59CaZLNv3ocDdslcx+pKzEEZAEkzh2aWkpjkn+1sBFAF0KwGqmUyKEWMeHrGgPlNYtuctMm2TW4dqq4ubV2sU69IsIGEZApwqUF7s9zyW1H0DxVVesIqIxm+Uy0BbUdh4zf8mKZPYlZSWGgCSYxHBLe6ufZ5x4vFWx1BEQz19ncfG50gblmgL3okfSobR3evneiqo8qQNjeiyu7x1uzzap6N/nqvQBbO8pm5kfLK1v/GMq+pMy40NAEkx8eA1qba6dnO9f43gSjCPjUUTsaHQdzzrcngqi1Bmjbag+6SALaS8yOL+Hfkyk/MVet+j6eHQ2W9frcoYIUHsRDNDiCDi2pvnzfWblyHqpQUASTGpwTalU34zyW6GQODbFNX/ilaXE7RmXistg/4xpx7OiLwFY6Tl4AnW0IjRujHvJ+mSDIi7Dfayu64cCA2TRDrTPWbI02X1KefEhENcCjU+0rJ1KBHznnngkBy3PEdDrg47VJzO3QlFOL61rWBSrrtnffTWVR4PxFMD974gIbzrqPAeZlRVPveYZJ1WwGvKwuOXuW5huddQ3XBKPPFk3+QhIgkk+pmmT6KuuuAlElyXQYTtZ9Kn2exc/m0DbXk2WV1UVj3EE1xKhMKws4kscdY23DrSfcO391c6nmHB8WNnMSx31jQemol8p0zwCkmDMY5VxNZmhNJ9d/ijrysninTqeQqCm5iLLhHG3LWiKp13fur5q5/MgHBVOBgP+IGPyqHrPBwPpI6xsl6vQj59/AjAsPLHRD/k6jsyvb/gi2X1LeeYRiHNZmhcsa6YPAb+rci2DR8Xbo868uqy+MWHLV5+rsopZ/zdR+LsgJvqktK5h93j1MlO/ZfoJu2mq9eModYMBTS8fNW/guzQz+sg64RGQBJMDK8M/c8oBrFle73vBamZoBHrK7m440UzdnnW4qsrmLw2KQE8RHQwZ8JS6PZXxyjZT31ddeQuIL45al/FnR73nRjPyZJ3UICAJJjW4pl2qv6ZyDjOfnUDHDGvoaMc98Vn++qZPnQFVrx+MD3yda+poK+kfgTEiWv8EvdbuXnxNApjIJklCQBJMkoAcbDHrZ5841tpq+ZiB0nh10RmflY717UO1L3eYbet3OZcysH+0+opCrpL7GqKTkNkOe9Tzzaj4MxT6a6ymBNxtd3tmxaonf08dApJgUodtTMnGC0yJNrx03qLvYlY2UcHvct7GwIUmqvarwrpycencRX8307bJVXmISvrzzNTToK5XU7GwdOKzSuuSGwRqVVVVWbEjuIwIMS2DFeInSuoaq8yMSdZJDQKSYFKDa0yprTOrJgb14F0WRm2yfHS806duQ4r+AQiOmAr0qUDM35T4bDuZCf9g5v5D2KZYFJo2LIn2NkJls7sXY3iMFxz1nqPjxSKe+sLYj1JgRBiPDplcVxLMIM2O/2zn06zjaCsrBxXVL3onWWp4q8s9REpFAvJ0C6mnFtctfDRWW2+181UiHBKjXiAU5MNG3N/4Vix5Zn8XrhLe1Y6vN0Wwi92M8Zyj3vOb2BUTr7HR5bywCMq/yb1oTeJScrelJJhBmNuWmVWHa6Gg8Cy2tfisw8ctGJgtSs8h+Fy/HQ90fpnIsBhYUur2lMdq66upWAOmLaPVI6A1xJZjhtc/8UYseWZ/97oq/wHos8mk0Q+DFpS6G042Kz+Rel6Xcz4zWsrq5V1POPwkwSSyqgbYxldT+QqYDwOYHe7GuEz9Y3Vt3FGUBlcRIljWRhVATXZ3g4g9EzE6f+v08r2DqvIqgKKoohiBkI0PG3FPcnYwIv8RWF/BfXydoumggG4pcTeIMBcpKz5XxRqAfmrxWo9M5h+KlCmcZsGSYNIM+PrTTxxrybd8BSBPEIw34C/bbv7LSfP6FUGY/D++/yqIDoh3aATSFMLJ0e5NmlwVNRbQnTpgi7GDYY24IhlR7N51TSwcz1t/S8Qj4xlTiPSrRtQtTokXt9CDzzjD4bf5NwD6RpBykqOu4fl49BsKdSXBpHmW/dUVDzPRH7q6ZdahHFbmbngtmWr4XeVXM5TaRGQy8xOl9ZFfXsy+VCXzFak3ZuZGxWAEdZw1KoWpTLwznPNJwR9BCCGkzHTMWzTXnHZDp5YkmDTPta+moglMhq0KgXRd044onbf4f8lUY/25FftbgpRYqAKmHxz1DeMi6eOd4XyBFHPxaJJhByPcEQB+PG58GOutun5M0bzF78fd1kSD2lpYLlzt9AMoZEBnnc8vm9t4j4mmQ6qKJJg0TjdfcMoWvvb2n34BnZksfHwyvJr7DEPxVTs1k3ehfZqS7nA39Arg1LNCVA/mvpJIuWoggaa6wkDwM+gTUMrMlDHwhQPK5FS97mw4u7Ja1dndrYuu83mSYPrPjCQYM6s1SXXChVdIRXhHkfGw2eXsYJMxfHsNj4GOjrYttnzouZ97/nfxRLzuR8dONsITAMabgYRBi0vdDYk8maPlnKknaSFdPJlbzPTVt44CWlCSohcknjw53z+hdCWIN4cvlQQTfpYkwSSyehNoIy5ffas/+JSACb0+XOAHEa82mVHmNhHMBkb8BneGbsQrSEeeTlDBSgGI88mInsd5RLCGDfAUBhMCAgT6l0b6q2D+ttS9+CUz0HlrKs5UQG7mxMjFGIKC0+33eR4y01+8dXyuiusBuqJnO0kwkmDiXUdJrc+zjivxBfJ+JEZxL8HEIXuTrciMBa1ZhbgWFv+Pzh9A2MJsmxTXCzK4XcSgYcZqRcE7pFleYpU//U+T8t3Jm5LHCYz8nfl/J/B0EfUyUZ3E3RbDtqPD/W/xWpfU0mVn1LEMoBJJMLGhTXgSY4uWNXoi8NNpx4zKLyhcHe4+IZ/pV8kMjGTsYKqdqzlzCCbsYhCEozN/quuhB1TYQKpew8Ckga4cBi//4Av/pCNeNu+8abbPZlfl4zq4n3+T3MHIHYzZNZSSelEDJDFesdd7fp3MY1KTq2KNgujWtikZaEYI1S9zuBf/Ldmq+F2V1+vQr+hrSSxCArO85I3wRyTZsyDlhUVA5AsiVVkW7kdiCpQUB7en2578caDwrZt5wkQbW6/TdT62695kaBVxPPqP11LQfexK1uibayqm6EyNXUk0+5WAxvrM4fWL/5ms/nJFzpBbgIM1ca2zyvcOdoYnGKETMf/LXt94aiL6iSPRxpppLo21Cwk0IR5z+kT6y+Q2RPjUXufZNZk6Gl7qqi7Cc4aN/0vAWgqok0vmL5TZJPsALwkmmSsxiqyWmopddKbl4TJsiGY6c0eezgfFYxgmUrS2rdWPCmnabQzaOpGQmWkafnq6YbDGoZOHz31SPKUnpQgfKIb2IhgRjQ/FnU+pu3G3pHSYY0IkwaRpQjec87txaqhDBJaKjDnjP456z7GxVBJWpBesmnYiVO1vxNhBmATHajM0fuevHO7GHZI11o0zp+0RDIU8RLRdVJkm5y1ZemWTHLkw0zRbXU+weSJmSPj8QZv0iBXmsXX61BMCin47EZL2IaUJgtR2Q9AVXa8uSdI9SJehnzYfoOhe48ZfDOUau3tRQr5fqQVl8KVLgknTHBhezqs/+ATAr6J1KY5QShgjMRE5zc/qo6TgKLOGbmkaWkZ0I+5eVvKqfSe532sbqEIi7gyBZ5uRI17+dFWdVjpnocdM/aFWRxJMGmfcW+18UCGcFukeplsVQSC6Sq7hmwJmN9c4b9AYFyQW4yWNAxzUrigILXiOY96TCXs0r6+euq8K/XYCDjJ76BS5pUpJnZQqn6dBhTQJnUuCSQKIZkV4p5cfpqjKK7EIpkse6QR+h4HRBIwbiGWrWf1yoF6AGC+ErPlnD7/3sVVmx7MpSNctBDotbH7tKIIG8vpnVr9sricJJs2z53M5A0jECTHNemZ1d4T1FsYfYgVT59lVZd7WQJVCyp/AvG1CY9ZCRznmxZdTKqF+srSRJJg0T1yziOEK+qMIiCRLChEQABPPdLgb6/r2sto1ZUQ+lP9TgHP6+hTFo5GRiaG+cYdkWmDH03821JUEk+ZZWnvBKVvktbeL7bs1zV0Pze4Y79lJmQL3orXtrsppnaRfoLByAIMjxrwxC5QCOqPE3fCA2fpDsZ4kmEGYdW91xQNEdPogdD1Uu+w04sowVLOXt7GAEo6adnfD8Fj1hvrvkmAGYQWIXYytrW0ZEY0ZhO5llwNFgKCrujJrWP2iewcqKtfbS4IZpBn2VTsvB9H1Q968f5DwT7Rbw2iasdRe33BgojKGUjtJMIM02yK/M7H+YEwz9EHST3YbHgECvCXQdpTpYs2tEEkwMXASnsq+6VPH2YDdWNWDsZ4+zcAuZPpdlXMB/QwMwZAKZjDKzDoUtKjKpOI5Cz/KTP0yTytJMH3mZNXsqrKi1sAlKmgqE7YnQGFmAndBJf6XSMWoAx0K4xMQnizxWm82G/KyKzbvsncJyp6ZtxykRtEQsFksBxfem7xUuEMBbUkwm2bZP2Pa8aSEbtSJdjFeG8zEhBWmLCQM+ykA0Aqm0LzSuiV3RVs4flfl2wzedygsrlwZo7h10UG3l7obLsqVMaVrHEOeYDaFUbgTjONB0dOhxpwUNvY5K8DqxSXK8JfJ7e7leOevmXolWL9OmtjFRDJjKhBEgkhcWur23J4xSmWRIkOaYIRzm0XRnwZjRFLnTBAN0ZetgVD56PlLvvhy1nHFozvzzgox/pH62C0EKijoOs51dghf36QOLR3CyGIB8gqAYAAcECYsg1MY3GoFTU3GvdvgjGDwex2yBCN2E8z61Ykm9jI1dQxxe3M/KbqXdHV2qkNZqqPHwXrIUbDuPtFQT/vuKwSXvYngJ8uMjzXjCxFsh/0Glp33hLrlWOjNPoRWfIzQsjeg/TTgcMWmh298FAotLdFHHtl3F2paiKxoIDAkCcbrci5WgBM3eyizcXmbGjCMe5rUrjbxFz//5OmwHXQkYO3vgaD7vWi94xroP4qAeplZ1O13RMHva6CO276fghwKob3uZgQ/ejflyuvAGmhKddm8RU+lvLMh0EGKl37mIeitrryGwCdsCuD8jaaHniCydOSx4hU3MAHQ5i9UoWCHppGVmMaD9clEJIyrRmba07LtiBOQf9IfQZbI7k3aF8vReue14AzcydCIUSia8X9Qt9sx8oIJBbHxhkugpZgkdfDnpWP23o1qa0OZt3qzT6MhRzAtM6sOJy2Y12nJ/yyemCFiate5po7Op1CFzspVAMZkymVt8VW3Qd0qRrSBUBCtt9citPLTjFuleUeVI7/qzJh6dT69AB2Nj8SsN7AKzLqmTpE7mIGh2N16yBFMcmAD/DXOh3TGKQTjSXvQChUUYtiN9RD/jlqY0fH4P9H53ycHTddIHRe6LoF14kEx9Qq++zra6m+NWW/AFRjrNWv+PvH+ARpwvzkoQBLMACbVP3PKAawpLwOUNwAxA2pKefko/ut9UIbZY8rpeGI+Op8XucMyqxRddB0sv4qd9SOw9GW0339HWpQnoteDhcHfjuhKhqewy5WPOneHuE+T8V/MT4EkGPNYha25sdq5V5Dw/mACWTT7Wlh22j3mDmZj7fnQfvphgCNOfvO831Qif2rs6BXt/7oPgf/9J/kKhJEojOsY+JpZ/4QUZRR0TADBz4wfFPAPUJQW0SykBV9UlaL3He5/f5UWxbKsk8H8LrIMqsjqeqsrFxFx5WANSFyOFlZfDGX4yKgqhD56B20P3A3e2DxYqvbrV3GUoeiym6GURTdF0r77Eq23XJEhl9TcZVIpCrFIWyLeITUGtxPTh4qiLCiuW3SP3Omk/AE1Y9ZxShURzovNLqeXgZKUdhRFuGWHnWH7zVRYd90bUCNfCwXf+C/an5gPbjX+AA9qEce6oouuhTJm64h6iCd2beWnaH+sHtziH1R9zXQuwjmIpBAAt4LwtqpYrxs2Z8ErZtrmYh25g0nSrHpdlfUEnp56q5fIClN+IdRf7QZ17NbgQAB5hx8LZdTofg0Cr72AjoUPgNs2Jmn08YuhEgeKzr0C6rb988cF3n0dvPZH8MYWaD98i9DK5V0HluwsRqaDYGfINeJB4z5nSBVJMEma7g1nV1arzHeA0WWnnwFFvCwVzboK6vid+pPMW6+g46F7B+XIoZQ4UDjzT1C375+DLiguch+6B8K4LpcKgToooOxdMn/hilwaV6yxSIKJhZDJ3/2uyie5y4AvowrlF6Dw7MsM8/u+JfTh22i97+a0+ispxSUonH1NWLudwGvPo/3hOdm8W4kx96QT8Q32Oo+woxoSJasJRsRu2aq1tGOw/UXWn37iWGuB5VtmWDJx1YijU6HrYljE/UyfEvrsQ+N+Q4/L16fvsjF3fKGiYSi+5K9QRo/rp0fni0vQ2fDwoOyo0jlnRAhpuj6rrH7xfensd7D6ymqC8bkqrmfGuNL6xj8OFoCiX5/L2QCGM9U+RwMaY34Bis67EpYJu/QTI+45xM5B++aL3r+pKtRtJ8Aybjso2+wAKiruMugj6gqD012YobduhP7zGmjffwV93U/QVq8CQsHNVcSFbuHsa437ob4l8MISdCx5FNzRPqAhDn5j6gA4SMAGJu7QdTJAElfuTGwjUop01tZayDJvWN2iqHGDBn8sydEg2wnmUQIdWeL2bDlYT4LfnDHZUWpzrEupV3Zy5hrCKK/wgqthCXMnI0im86nHoX37JWiYHdbd9oa6wy7GC494So6n6OvXIvTlZwh9/B70H78FCopQ8HtXWEfGwMvPoGPRg12hJbKsiNciBfCzjhW6Qq9B549Um77efu/iZ7NsKClTN6sJxu9yLmXG/jrjtLK5nodThlIUwSKhPRFOG4y+E+nTIJnz/wLxrN2viJ2I3xs3oUTVQ+x0dA1Q+58ejSfzh+eAtey60CWQrrP+MCnKw466hucTmYeh0iarCcZX7fwchB0HKwnWylnHlYzozPuJkDkvR6YWbl6+8URsxjzflLwEKgVef9F4Lcq252cGfCEou4x0L1qTwLCHXJOsJhi/y/kOA5PErGmEO4bXeS5M5ww21ThvUBiXp7PPZPVFZSNQePp5YV+XktVHJDniGNZ2383QvetT3VXy5YtLWi10yvC5Tz6RfOG5JzG7Caba+RQTjhfTQoAW0kO/S9fEs2vKCD/U9wBENkPN4PVi2f5XyD/FBXXr/gGeUq62phk+RR1P/juj3BZMj5voUUddw+9N1x/CFbObYFwVdzPo3O75I9DP7VrgyC3nPfVJqufUf075sRxSnkl1P6mQr249HgUnnwU1zItSKvoLK5MZoa9WoH3eP6A3Zd1OZoPD7UluHOe0AZ/ejrKaYDZMP3GGqlrqe0FGWMUh5dDSeYtSGh8yWxPYi8BUBWdeEDtAVZrWob5hHTbeegW4STzEZU1hnZXzymRu6pgTltUE01FduWMHsciy1ysei9jJ/JzXMWHCXc+kxG3Yf7bzNNZx/yYTh5ggZ0oFZeSWKLrgaoh/Z1LRfU1ovfUKw34mWwoBb9ndngP66ltbC8vhL0+2TJ7cfyQLlo/UP911gX51LfTBMqtIN75ZTTAvTZ6cv8+Ojle7L3p7gicsJsG42+72zE4GqN7p5YcpVuVPuo7JJPyNsgw5stpQfNU/oGwxNhlwJF2G9tUKIzB5FtnDaKRqh+iaZT8CHwHmnUDKKDDbjfgNYYybxZIRmUEhwjoQNWma/prFynfa5yxZmnRAM0Rgln0m/VFrqik/W2FlTkQ8GesJeKykuOQmuu1B096s66ord7SSfgQznagQDmSGsDYT3vhZWay7TUThrCszV/f2VrTe9zeEVmRP2mci6MwiIgwL2+b4sTUyTpAu8i8R83KLqj5RVKDeT7ctaIpfWGa2SACVzBoIV1UV+0uDqzdlCQivnJhIBe3EWMXE70PHtyqUzqDCm8PwM+sBYioj0HYKMJ6JxgBcnG3HoEizQ8LJ8PTzQKPHQi0dGTa9yWDMrIjxIi55A2+9gsCrzwGDmGhtMMbfs08RxgqAn4jvCUK9JxdsbbKeYMQEbahxXmdhXGnO5W6wl9Eg9i/+zg4fCeuOu8OyxyQjXILwLRLHJ+FflJYizg6dHdB8G6Ct+BjBd1413Apk6YGAOESB1oH5htK52Z2yNk2rKrXLR1ysXbDa+Q0BW6W2p+ySLrynleGjEPzwHbA/zK5btUDYw1j22g+WX+1uXP4KVwKjJItwui8jxLP05x8j+PF7CH36AXQRGzhCEKl856mGEV7w9RfBPRwmswv95GhLTEtLOoor6KGHfk6OxPRKyQmCEZCtPf3YPfLy85flypFmoMtARIwr/svtXdkGQkGIcAiBN17q+rAjFVseVOHcWDYC6jY7GIGqRJxfQ4bY5Zgo4pJW5JPWPv/YiEbH639G6MfvoK9ZFd0tQLUg79BjYD30aKhjtwG3taL1tquhrfraRK+5XoU26jrPHCx/u4GgmzMEI0DwucovBSs3Ze9V7C9TSfbSrjzN43cCqRaEVn+H4NJX+odUiDD7BafOhO3QY3r9Kj5+7cvPEHjnNYgA4BHj8oqYvuI4JTJFWqwgq9XwsI4awpl1cDDY9Qokdh0d7WBN63J0jFDEbkkc06x77w/LbhOhlPVOminuZdr/eXv09U1kZIS07rW/8W+y2RD471PGnU4uFQJpOvMjpfWe2OkXMmjgOUUwm0kGyl+zIXxC5HVARoAo694HAIqyuZpIBq+vW4PQR+8aRw199fdhdwUibkvJjfVA93GnT0cifSw3rYe2ZhVCy9+Hvna1cSTh9WvBup6y5SnuesQdkLrlVkYsXnWHnaGO2caIMxOu6L4NaJtzkxFCom8RxznhrGnZc39Ytt8R4hJ7c9E0tN51HUQwrWwqPT/GvveJxolVXAIzXrfXew7NlnHlHMEI4IUZP0LKwwwMz5aJ6KknOcow7Np7frkPCTMIvWkdQis+RuiDtxD6egW4RWQJ6FqWecc4kT8tjhhcgU6Evv8a+s+ru4JFff050NkJvdPIM9ZFOp3t4PZ2cEdb5B1JYRHIlg8RplN8CWIHJHYp4rgmdipK6XAjml3MNLc9euiZC8nY8YzfCdY994Nlx92gjOkfGa+7aXDZm2ir+1vmTL8ARIEGRicxNhLxWp1J3KvoTPQ9MX9tIbSHiC3M0BSiMtJpax1sWEUSYVsGxjLwUzu0A8a4l2SFf0VOEoyYEK6ttfhWfzAXwGkkHqmzqCgjt0Bx7V1Rk9n3HI4gheDb/+s6FoSCKLrwmrDZBOKGQNeM4NukhYynZO2nH41djziC9DpeqSpEfmnx8atlI0Eik4E4YlmtAA0M+uD7S9E+7zZYD5hs/BM2jk2YgRnxhu+9Me4hJ7sBQdyf6MusKpZ0tGuPDrXMAjlLMN0LZXlVVfFoe+ffSKEziClrLHALz/0zrHvsG996jxLcKT5BkWtzexva629FcPn7myuJ1CjFf741dn7sZClhQk7n00+go/FfJmomv4rIIMCEZ/J1/Cm/vqFPHNLk95fJEnOeYLrB56oqm79UGacgcKNGmEjM22T6i5M46uQdX5VRH67AUxw9xBGkuwj3A8PHKUZmyXR8CHqLH6E3X0K7CHAoLpnTWAjw6qD5joD9Wpo/35fGrjO2qyFDMD1ngC84ZYuNgdBOmhbYSVWVMSENY8BMuoKtVaZRBH1zfEeGInyavmYSmUFpKiXLPsTMkiCC4hhuXGZaDz7SeL4VkfkHu7S5b0HwvTd6EYzYcalbjBk01cSTuDhOBd96BSImcJoj5ekMnL5NPgAAIABJREFUPOQoKLiM7nh07aCBkIEdD0mCSWQe2OUq9NO6tWDDfSDtRby0KGO3NbI1qtvvCMVeFjVFbMoUZO7awbz/i3+e2MEUX3QtxOV0OovITBla+WnXRfeKjyEuvgejEPCF3e3pn0VuMJTJsD4lwZicEO//Td2GWngl8Iv/ksmmSa8m8hzZ9j8MlokHd116RslFnezOxUfcNvcfEN7Pm49IpSO6ckyHSVOb7P6FPOMY9MHbCL7xIkLixWvwyxcOSTBhZ0ESTBhYRDL7nv9ZxO4Qr1LNaz7YyNw79sxgr22yl8F20BHIO/w4UGmKXuU72qCtXWNY1RpHkTf+2zusAhFskw6ButPuRt4lEi9JJi1/48FPJIfreHoBQsvezKgEbTrjs7J6T/+EU/EMLkfrDmmC2Tjz2D1CWsEsZp4EsF0hGs6EQsNioUchw4SVhFt+xi4D4XdkeEsn6Ziir1uL4CfvIvT2qwit+lrEJOhKLxItCb24nxKGgYpivIBZ9jkQtokHJ8evSdPQfLkrvE/VIM+KJJjIEzCkCGb9uRX720JUoQOnks4jmcgqPgmOagM/yKvXZPfC+KzgjPNBhUUmW4Svpq3+HsFXnkXwg7ehN3sHlLdaGNop47ZD3lFTDOM4s/5MkQbQ/KcZYO+GAY0vFY0lwQxxgmmqmXKKCnWWzthzUw6jnCNW8ZydXzGAQPcd7YahXudznq5XmGQWVYVlwq6GdfFAshi03Xsjgh++nUzNkiJLEswQJRhfTeXRxHyDDuyTbda88a78grMuhG3/w+NtZtQX9yodT8xPue8O2fKQf/J02A7+NaCIjM3xlc6nF6Cj8ZH4GqWhtiSYIUgwPldlPZin54JntZlvpPjyvxmJ6uMtIkZLm/vW9OUnIkJ+5anIO6Yy7ruZ4DuvoW3u3+MdYsrrS4IZQgQjXAPGOkKfgXjIBJ8iVUXRlf8wYrnEU4T/Utu82+Jpkpy6ioq846Yhv/yUuOQJgml/tA7cujGudqmuLAlmiBDM2gtO2SKvvV0c0uP70lK9AlMs3zB0+7/rIGLImC2hLz5Bu/tWw6ZkUIpqQUHVGbAdcYLp7kNfLEf7/DsgcillVGF84aiXhnbh5iRnLjt5dlVZc2twGQPCx2hIFetu+6Cw+mIgv8DUuIVHdPv9d0L7rn+clYgChNvCFmON2C09jexEfRGeQUTAE69OwlbFrJm+CL9QJI52oyOHXeipj5E/6ebLMi4TJIHWldQ1bCmyDJiaABOVmKE0V087VmdenuokgibUSbhKzhCMz+X8BsC2CSORIQ1FEG4RNwUFRYjl9yRCKYiwCfmVp8E68SBTIxDBptofutfw2TFdrDYj+JVSOsIwthMxdXsXgnW/Q6GOGdeVIeC1500/b4s0tkVi92WSHDsWPoDQJ8tiPsezCNHv3QBBStGi6pnGIGpFZmI8UkJbuMjtjhwwx2RnIlNGU1lwkcLYnmza0Y67l4i1nZUlJwjGf7bzadZxXOQZEMuNNhK4k4E26LSSVF6vi3w2OvKIlN1EcCoCRFg0ReS4GQyjOusek5B30pkpdRoMffwuWufcZNrTmAqLjbsSESiq9e7rgWAgIszKlmORX/57w9DOCPYUzSivh5RC1yWmCTKur4zZ8Pru8DwM/ec1cTVNrDI3Q+F6+5bNV1Ltyx3xyhAW5P7qihtANAtAoVirpW7PwAyb4lUiyfWznmC8NZVTSecnwrwWtYrwgiHW7h1eEHoJdz2zEbW1CtXWhgxXgFphrVsL1NYaaTy73QN+vuCUkQWdHeW6xidD4YlgMn+xMYDJEfFoi86/yviQU1Z0Ha3/+AtCK5eb7qLg1HNgO+BwbLzpMuM5O1YRxx1x7BH2NJ1PPW6KZMTxqujcP8d1hxRLj56/i2RuIoB4GkuQGW/ZLMpNhXMWPRMrTazvvCnb6QHlMgV0KoDNhMLAA6Vuzxlp1DvpXWU1wXDt5Hzfj/ZPiWg7AxlhkquQX2f804GRVw5ku2oQzuwqR+fG0IgO8DSAzgF4bKqeva2TDkbBKa7esWWTPN3aV5+h9Y5rTadnFc6Lhef8GUqJHc0X9Yk1rShQiorBbW1gEdi7e7eiqCi+5k7DF6n19muiZzHouYuZdSVE9slUFBHxr+XKmakQHV2mWI+EIDOtZdKbANKI8TMr3ALm7QlKEcEIhSlSNvT6FpnQblXUA4rnLMyeVJdh0Mhqgmk+u7Ja09m9aRBMRAv0EF2aikux9dVT91WgeRQj42PyizpuOxSefRmUEVskX/gmie0P34vAq8+blm+ddAhEdgKRm6jl4jONuDTipUrcDRlZT/Pyjd+EAR0CAWg/fAP2e1F43pVG7Jr2x+oR+N9/TPVnPeRoFJ52jqm68VYKvPwM2h91x9tsUOsTcHuy8qoP5kCymmB8M5xvQMGBAOms06Wlcxel1ArL63I2EOBM1YTl/aYSeSec3PXBJjmwlXBUbDGcBb2m1RdxdvMqTwMxo6V2lnFPwhtboAt/IBH8W6QqUVQoxSVGYG/e2Axu9hkEI3yiOjz/QuczT5jqTx29VdduKYkhH8SFtkjT0nbfzeCOdlN6ZEIlBi//Cj/sN8n93oAvjAd7PFlLMO2uykM6oIugq8MthP2G1TV+mmowN9ZUXKyxcksqL4DVbcYbEfMNnx2Rlyga0YgPPBCAZevxUSPsC1zE8/HG2vPBbP4l1XbgESgQuwrVgs4lj6HjhcVGvqNoxbLznii6sNao0nb3XxH8+F1T0yKOVAVnXhDzslf//muEfvohYjiI7iwI7NuA0JcrEPzwLdMX2qYUTXElAjopoO5VMn/hLwF3UtxnKsVnLcH4XJX/BPgIVbWeMWzOgjjeXBOH03+28zTW8WDiEuJsKcglaoSIrh+N+xsRqiFCHiRRR1x0tt1xTVx5j0SM3cLz/2LkMRK7gdbba40dQaTS85gngoNvvPaCuGxW8k/8LfKm/C6ifPEs33J5tbFLiu4An7lhNaKuACPXC/3W4W5YEOdKydjqWUsw62dMqbCQZSdHfcPN6UK3K3B4sDNd/ZntR+x6imZdtSn7YvhWRp4g9y0xX3VEzF/xXK5utR0sB06G0icGcOCNFxF49Tlo33612b5EBLqyHTDZsMpVelgTi/SvIvlZ6PNPEHz/zU3EEHlU4ngYzX2Aveux8e9XGbmbcq0QIaRAnTWsbuF9uTS2rCWYVbOryubZFzTX1iKUzgnxVTs7Qcatf8YUYasi0oaIfErhisgVHXhxSZcnchTbFOt+h6Gg4g9dkfEiheHUtM0ZIcXxx7rr3rDudUBX3+JI17cIg7dAJ7jFj/bH/wmRryhSsR1+LAp+XxPxd8Mx8/47MjImzAAXQxugX+NwL86gTHEDHNGm5llLMMkZfvxSvK6K7wiUcb5Ow678hxHcKVGCsR16NPIFuRSXgNtbQQVFxo4j9O1KYGNLV8rXMVuDiocZF70idoxwlhQZGwt+V911VySyQfrWQ/v+G6Cw0LhLEo6YwrpXWAGL9LQdj9T1yqnUU99YBBNY+jLa598ZcxcW/6wOXgtmfAeLemHpnIWewdMidT1LgokTW6/LuZgYU3pbLcQpJAXVxcuNdffIdiTRjkjCDSD/d9VQCgoRWPYmOl9cggLnH4BAJ9oXPwp9zQ+GxsIIUAS1EoTR+ezCriMPEYovv8Ww3g3890kjZ7bYrYjndpHKhDs7DFIQNi62I08EQiG0Pz4PoY/f64dCrCNS4IXFaF9wfwrQS79Icbumgd0d0K/MljSwiaAkCSZO1H6eUXGmTaW5feP2xikm6dWFP1LesVMjHy8iXfIKgrjyH8aTc8dTC4wUIOIYZTv0GFj3PRSBl57qlaJEPKEbu5xmr5FW1iCekVtC3/BzL/8j4RgpCEYTXtsPzzHqiXQrIq2tIKjWv10OkXakZxHkJSLzRSrtD96NwOsvJh27tAoktBOwsCO/4OIthkAOJUkwca4ukV2gZfUHrXqX9WXGFHHJKp55I5VIz9QiK0HRrCsRePMlYwfSfUcjHC4LZ14O3bcBbXW3ACLgt3ix2m0iLHvuazz9ipcl4TQZzoUg3/kHWLb/VRdpff7xZrXERbBl5z0Q/N9zCH7yyy5GODsW1lwKyy57RRgCo+XS6dDjsOPJhMkhIp1Z/4ZBr1mI/1Zc17gilutAJuidLB0kwSSAZCZ6bscimEiGduIoI4I/db0M9Q7fYDv4KNgO+jVEIHBhNCc8t4V9Tv5vZxjkIXYgLcK2pmdMGSKDJIRMkV6k8+Vne3kziydvkaVS9zch8MKSzehbxu+MwnP+FNFVQuyQWq48Jw2e0eYXhEi4BvDzgLpeUbnrWwoBAdJ0hbiJ2PJTyKp/3/6zbeW4BQuazEvOnZqSYBKYS//ZlW+yzgck0DSpTcQFqtiBiKOMIALhzRyttD90DwKvvdCrCg0rQd5vphpHD33Nqt7NRfqR/Q4zZHOzH4F3/gdSLcir+L1hGyN2Mf7zTt58NFKGj4Jlj0mwjN/J2NV0vvIs0N7HGNWWB9vBR0I8YfcMGWE7ugIFJ0X26xP3PW31tyL09RdAKJhUHBMRJh7jtOLQViNue/LHRNoPlTY5TTAirgYtWJDU+Ioi9Yk1qDzN4PTmSe25IoWj4RZju+5J9pgIZeRoU+tVBJgSdiTo7BlJgJB3QhVCy96Atukyt68w6177w3aM0wjVoDf7Yd1lz66dBjP8F/zeuO9WthkPUU+8FonXpeCH70TcbQhbG/FSBf0Xq+KiC66Ocjzq0ki4IojL4YDI1fTVZ33GYQqCpFUiwnp7nWdk0gTmqKCcJhhvTcVy0pXPWafZyXCA9J9TfiyHFOFcMygxOsQ9heVXu8N22DGw7LpPQv5KwhpXGL/1LCLEgrhrEda3kQpZLLDsdQDyjpxikInYPYnSsehBBN74r7F7EkZ5wY/ejfsYI56zi875kxFky2wRgaSC775mZJkURzizsWfMyo9Zj+hRR13DAPLExOwhJyrkNsHMqHiFFDpUmNsz8ScqlL+XuBseiHfmfK7fjmfufJCIhWNl2jETxxHb0eWw7j5pwDFTQh+9i9b7egecEi4Gwks6VlAmcbdSOOP/IKLuCeM58aJkPEM/eA9C7y+N6uekjN5q83N3X/yLzr4Mlr0TP3EKvcUltdg5JT2nU/jFogUYk0bVe/qG9ot3aeV8/bR/LOlEtPm8aTvpAW0ZACNY7SYPlRbS8Ymm4sVgKPjvLec99Uk4nbyu8iMIdCRBcTF4RAznl5QMSzgO5h1dYeR7hvCwTlIRgaA6Fj/aS5plj30hfI+EM6G4PxHE0V2ULcYY5CYubsUuJ/DS0wiu+MiwuxEXwTTMbljoCvsZYTMjXpeMIuL4jh5nROgT3sx9d06iipHytubSqH5UpoYtLIbbNhq+Uh3PLoQm7mpSVJi51UHqBHIvSkeYvBSNIj1ic5pgBIS+GVPvhaKHiTZEOog7wdgIQgcx/cRgYevuAKMYCorAnD8YOxaht23yccg78bdQhtmTvhLEXUZr3S2GjUp3EbsYZew2XfGAReJ6cZEqUr+K+C/in7wCI25u5/+ehfbF8q4jiaJA3Wpb2A4/ziAITWSEFCEbOtuNS2FBKsY/Lf6wsXFFiIfiy26KHgNH1w0bG2FrY7aITAltd14H7fuvzDZJoB79qEGr11l9dGR9Q+rYLAHNMqlJzhOMANtf7XyLCftlEvDRdDE+vCtuheIYbkplcVwRuw4RjFs8NZOioHDmZSK8X8T24uNrnXMzuKl3ChBx/FHH7wx1q20MghELRG/xIfTZR1GPUCLkpyAbGrklFFsetJ/XQPvx264sA2GKEZ5h+mwjmHjEImLqvvsaAq88C8vuk4zMlWR3RB1Xt6zg0pcNv6VUFyLy6zrucATtt9H8+cLNW5YeCAwJgjFIxlX5NoP3zYbZF8+8hbOviRjzZPMYgkHj6Vhcsmore4fDKTrvCuOjjFa07782QjAI+5a0FlVF3rGxE6+Fvv4cbXdfvznRmkiZYt3vcNgO/03MVCfBj95B2z03pG1YDG4lpr866j03pq3TLOhoyBCMmAuvq/JxAke2Rc+QCRNPwMOuvcfIQdSvhIIILX/fMIwLrvg4YpR/dfxOKL7o2vAezj2EiheY9kfq+hFUyqCw5aHwFBesBx4RI5gWo/XWKxAKF3+GCOp2E4wdjWXSoVCKh/VTd7DSzCrET5TUNWb8GkvZ/PYRPKQIZhPJnK+AaxlIS7aARCdSXKDmlf++K7KdSFD/3Vddz7Lvvg72N4E1LabovONOgjDZj1XEDqZz8aPofPmZWFUH9Ls4RhXOutJUilvxKiQMA4UxX+RCgM0G6577Iu+wY6FO2Nk4PolXpdZb/gzdCEyV/sKMeaX1nhnp7znzehxyBCOmYMM5vxunhDquI9A0gMNsEzJjoshR1vUxMne97Gxsjsveg/ILUXD6uTHDUHYxmGY4NYoYutrqVXHbskRDTMSrsey2D/KdpxovVbGKIIbWmy6NL0VsYZERaFwdNRrBT5bFFXs4lj7x/i5eKxVSrrLXLbo+3ra5Vn9IEkz3JHZUV+7YAVQz9JMUhUYzs22wXo1StbCUMeNQOP0i4wLWTDFiwHz0LjpfftrYCfR8rjbTvmcdI6XshF2R9xsnLDvsYgpa0Z/IYaR9k+0PM+QHbBMd7n+n8ikr3ilJe/0hTTA90RbGdITgaWD91zp4PAh2gAoEQCLTY88i8oSSTiEd8CuEZhC/qTPtRcy7ZVqcGKG3OG4VTL/IMJAzXUIhhL74BMEP3ja8oY3XJuFBvcmrOqwcRQHZ8qE4ygyzf+v+h0HddoLpLkWsmLa5f+8VHsJ848yrSYTb7XWe2ZmnWfo0kgQTA+vujI+9/jKjf5LztRecskV+e8eng+qjFGUs6g47G9H+xfNwIkXf2GLEgBGBqwLPeXrvbIgMXyXbxIOgbLlVwkZzHYseQud/FiWiXka2IcBnd3sy+q4v1cBJgkkiws2uyn/q4DOTKDKpooRlsMgeKSxzEy0iJ1L73L/3et1RykagcPa1xv1HQoUZHU89jsDTT0TfISUkfGCNRDBuaGpFMC+0QdFpAjTaQxUuI0yTGMIQM3Ih5g4VdGDxEHYpkAQzsPW3ubV3+jQnVO0R2uSWkCSxSRcjfIJEDF3LTnskJpvZSGwvLoS7i/DsLppda3hSx11CQbS6bzHufdLusBhz98oigfk9dnfjeT2ripTFG9fYt1dZ2TUI3MjM24dLKSwiOlhAFw1zN9wZNy450kASTBImsuXMqsM1a/BpAHFcciSh4wRFCEvh/BNONtwREiki/UnwvTd6EYwIjyl8juIp4nlc3LmEPu3t3R2PjFTWJcKn9jrPrrH68LkqrgfTuSA4+tel+x3uhrNiycjV3yXBDHBmxR2Nr7ryJyKO/f46wL6S3Vz4EBX8dnrkFCUROkwGwYhL49a7ru8KtZCBhYH2kBo8dOScp/pHJw+j7+ozpuxUaFMfAbB3r58JbzrqPAdl4BDTopIkmAHALOLz+te8vwpM5j3xBtBfKpoK58b8k6d3+QSZjEQxIILp7EDn843oeHZRRCvkVIwzLpksoFCusbsXdeXAjaP4a5zLmbFLdxMGf1zqbkzwPBpHxxlaVRLMACamuaZigc500gBEZExTdevxhtWvEXQ7BtEkRDDMhs+UCFBlGAxmcGHi/zlG730k1dYmlNSvyVWxRgFtKQzuSNcfdcxdPGQDU0mCSXChN1eXn8UK1TGTJUERmdfMYjUM8kT6VmEgR7bwT9rxEkzo0/fR+dIzEP8Wti6ZXnTQoWXuhtcS1bO5pmIKs+JhZmKi20vdDRclKivb20mCSWAGfzrtmFEFBYVvM7BNAs0zvolhgbv9jrAdcgwsO+0OEUN3c9H1rlefvq9IF11rGNhtPhqI+LlfrUDwnVcREqb7UcJxZhogoY7QViMeHFgwb191xWdMNJbBl5S5G+sybYzp0kcSTAJIN9U4b1AYlyfQNOuaWHbY2chaYJ14EKBajNi97Y/VQ/v8l2BVIvVJ0fl/MWLBoMXf5e392vMGwWRjUYl3HVbX2Dv+RZwD2TDjxJNIUY8KFhRePRQSrEWCRxJMnAtHVPe5nD8DyLpXowSG+ksTIlh32Qs0ZmuEROzbHgnQRDQ7EX5B5KwWcVhEytlsLgz916XuxS8NdAzvuiYWTnK/FzmS+kA7yIL2kmDinKT1M6ZUWEhtCGdY1VcUM4OIvtKgPwRN/9GiWu5joCscvywZiwAzXVta33B1xiqYRYpJgolzsryuig8JFPvZkbCeVP20klH7vND9GiGsfUnVHhf+h3F2K6unEQEGLSh1N5ycxi5ztitJMHFM7eNVVbajS4NtFH0XEmTiRq1duzDcRaHPVVEDpjtBmZXbOg4Ycr4qM3/aTvrhY9xL1uf8YFM8QEkwcQDsnzHteFa0pyI2YfisFuXUojmLItcRoTtrpswiXb1Vkkwc4KezKnNHPpQ982W2gAGjLgkmDgi91RUPENHpEZqs6ywo2N3si4G3puJMYnKL1EBxqCCrpgkBq6qcGOsPRZpUyepuJMGYnL6XJk/O32eCYxkTdu7bhEArS8bsuUu8lp9NNRVTiMlDEE67smQWAvyYw914SmbplH3aSIIxOWfrTz9xrKXAshLclSVyc2H47GP3GhkvuXS3b5059YRQSHuCiaLGFjGppqwWBQGRK86ku5XINfzDcz7L+JMXLNiUplJCmwgCkmBMoibi93YSf8I9XoBEQKFgsbbDiNsGaPXpqngMoN+aVEVWSwABnXmFoijzwXwFgP55TvrIJBH2XMUfy+Z4Hk6gO9lkEwKSYEwuhTU1FbvkM33U/YIkHNlYw41l8zx/NikiYjW/y3kVg6+J4+/rQLscUu0J1AE1dETJnCVvN9dUPsrMpp6gCfSO3d2QNRlBM3FSJcGYnJWWmopddCaxgzEwY8ZaR71njPhLZ1JExGpeV/lCgjJ1oHJk+/AIEBAMWvnQEfc0vvXzjBOPzyNLA5syEyBdYa26pH7xPyW2iSEgCcYkbk2uykMU8KuiuliwOvTfJMOcXMjzVVeuAvFWJlWR1RJCgL+y1zXuKJq21FQ26OByM2IY+MExZq/tEr1jM9NHLteRBGNydtdXT93XQvrbxu4F8JS6PZUmm8as5nc5OxjIi1lRVhgYAsSXOOoabxUpaoDOj8yGOCXQU3Z3w4kD63xotpYEY3LefedN2Y6C6hesQ1ct1mOGzVnwismmUautP7Nif9VKS+VEJAPNGDKIfujMz58kbJWMo5JieUrcpZkpIsfRSl51xVB3XjSDVc86cl2bRGy1a8qIQiifgeh9e5P1RErS86W/2vk0ExKLvm1Sd1ntFwRCpF81om6xkdLV63I2AHCa/QgIeFdRrRcn64/LUJgXs9gOBSyijlG43o/HuNc0VmpG1C96JxmAiGRteW0d4v4lHudHDURqpqX4SAYe8cowQlLG2UhkCiip8+zefTnvq3b+B8AxpgUR2sH0WGdB/uWjVoe8yfpDE+cwsqZ6vPOTNQNLhaK+s6fe67hv0TnJku2bUV4HRXGZlcc6/0/Lw6VqgKpBdBaBh/L8faFrykWKhXcD801mMQRoY1ANTO6ZLWCTC8hpcfEVg5nIq1n148XrlPn+h1bNobxA455pnl1VRrctaIq7YZgGPPv0sf7W5s/MGH2J5gS02N2eEvG/V846rmREp+0NAsXM2ZMMXTNJhnjBg4Lp9vs8D3Xr1VQ99RyV+C4Gm3G5YJ1wU1ldb/slf820CdD1B5mwH2LIIWC9DvKQLXSD4+4l32QSPpmmiySYQZoR3wznG1BwoMnudQvUi4vdC28T9cXHwKwvBfiXILgmBWV7NWa8U1rv6Wf8JjzUFVZvMxXQi/EfR73n2L5YcC0srWun7dIWDE3MU/lY6MpoFnZOCph0tIGUd1gLvNoRCHy85UPPiaiGssRAQBLMICwRf43zdtZxvpmoeGKCdKaG0vqGzYZ4XpfzQgIMshlqRQfeKnN7Dgg37g0zyq9WFSVmLiNm/ra0vnG7oYbdYIxXEkyaUfe5yi8FKzeAzIXOZOJPS+saex2FfDXOl8CYnGbVM6M7xvq2oHbomPlLwkYU97rK3yMo+8RQtsWx6biZGYPKXS0kwaRxbrtiwGCeWZ8jBi93uBv36OuO4Kup9IHZnkbVM6YrIgQ1aH8sq1vyaDilxMucrb19dbQQGCIt7GqvddSuCxZszJiB5agikmDSNLFNMyrOVRW6q9uXKVq34txPzLc46hv/1Ldey5lVh2vW0PNAXE/bv4gh/glQ2qAo20DTBi0A+aYn5vdVlecVWwIP+Tvz/w7wDDPToev6nLK5iyO+5vmqK24iosuiGNG1/ui1bikJxgzaA6sjCWZg+MVs3UUIwblE2EHEI4lZGF8obLm0ZO4TjeHq+l0VdzPTOWbub/q1JzwPzpu5Lq953Ui2DLcE1AkBcDmRchwxbx9Tt+RWCKpacJ9h854yEix9c8Zkx3Cb/RXdREB1hfiJkrrGqmjq+GoqmsBUGq4Og1tXe22SYJI7n2GlSYJJEciGvwsFriNGJYOjBpMiGBYtG0H00Dpr+58m3PVMxOTNflfl2wzeNwG1P7B7rftHMgzz11R+yczjzculDmZ9vUIkDP9CDP6ZGMOZMcEM+RFIhxo62D5nydLuPr3Tyw8jVRH5iKI+N0d6Seqpu7+64mEm+oMkGPMzmoqakmCSiCrXTs73rhlWqUKdBcZuOjAsMsDCTosCDP5GD1EDOZS60r8v+i6WOj6XU0S6Hx6rXs/fmbnVQVuMIrc7YhKwlprKqRqzSKkS89hEQKem8//5Q/5/bTf/ZV+vD9tV+SSDT4iln9jMKeB77O7G83q3d4qn5gujtWfgy1K3Z0K0Oi0zqw7XtOBzQP/sDXIHE2t2kve7JJjkYQlvtVMchf7YM5A3idAxxoUKX7olAAANg0lEQVQDg6B0MrgFTJ+oBM/6gPfBvh9oLHV8NRVBMJkPFM4kDNNOcNQ1PB9DttLkqvhUAf0qlg4A1rVsVA8e98jClX3rbtqFmHIEZejLSt2LJ/aV4XM5OxDFu5yIvrbXNcTcbXmrK74monDP0fIOxsQkJ6OKJJhkoNhHBtfWWoCXDRJ4+WVg3ciRetWCBSHx/wcSoGrDOb8bZ9E6v2U2ZbHapRXjz456z41mhrkp04GJ4EoUZPClpW7P7X3lil1c8+pSb6xj4aZ2vi+xamxfD+VmV+WTevRdkLBqdsTC0uuq/AeBZ4cZe/uP8hXJzJIYcB1JMAOGMH0CjJg0ir4UbDYLAa8PQt1jpHvRGjNa/lzt3MtGEDFvYjtfRiAurqqy+UuDywHsEKtPBjc78gLjqM+dkxEaI6B+FenFzWg3Zu/hsYJA+VyVVQA/1vdOhwFfqdsT9gI4ls7y9/gQkAQTH16DWru5uvwsHcpcM5eohqKbAiyZVZpdU0a0wPJfHbx7rDYMuq3U3XBRvx0MoPiqna8Q4ZBYMojIX9Jk2YrC2KP4XBVrANoyvAzy28fsOSI2wfx2PHPn60TYoqccYlpnr28YFUs/+fvAEZAEM3AM0yZBeHND12ea7NBnDzi2o/nze13CxmrrdVU+TuCoT8BdMmiRw90wLZw8b7VTpMadFWtx6aAfS8fsuW04ovDVlNdBV1zhwyiYIxihm7+m8jVmPrinnuGso2PhIn9PDIFYayAxqbJV0hEw7jZ+dCwyG5yKGHfb6z2z4lWk2VX5Nx18Sax2RPS6va4h7C7FSLFL2pMxd1oRnA5F377pJx4Ji+VZcP/Mlwz4HW5PWaw7GCGn2VVxnw6q6UUwOh4ones5I9YY5e8DR0ASzMAxTIsErqoqbh4efJx1E9HvGGx3eyxE8Wc82HDOSQepodDrMQfFvNRR3xjWG9wgB9Uinogj27MY79T0J0ddw82R+vK7KjdwOI9xhs9Rb+4OpaWm/GyNlTk9+tAYdFGpu+HOmGOUFQaMgCSYAUOYHgFxEQzxT466xtGJaGY4Y0KJ+NF3y4wWCNsgGMXyfLQdDBF3lIz2l1Lty+JJOmzxu5yfM2BkAuhZiPGdvd6zrZnxeWsqpxLzwh51faoWPLTbgtiMDFkncQQkwSSOXVpbxkUwujLHMTexyHt+l1P4S/Uyfgs7UF3/u2Pu4ovD/dYyo+JcTaG7owHEzC+V1jf+OlodX43zP2Ac068O0beOugZT4RZEat5ASH+yO2UsEX1qr2sYcoG60rpYe3QmCWawkI+z35cmT87fZ4KJOxgGqwrvNqyu8dM4uzCq+6qdz4Lwm+htKaizdn5Z/eL7wtXzupzzCDgrogzmDg3WI4fXP/FGtH68Lud8gmG42HsHo9BS+30NpoJ1NdVUTFFY8XRHqWPGXaX1nvMTwUa2iR8BSTDxYzYoLRhQmmucDzDj1GgKiJCSdrfHloiS3ulTt4Gqv0hAVCtZJrR3gCeNDkNiQk+fy/kuAXtH1IGowVH3SwCtSPUiGcoRcLvd7QlnQNdPlCAYFbSIGRaRQjYY1CePuF/G0E1kfSTSRhJMIqgNUpsN1eVnWUiZGz3kA3/lcDfGNHILNwRhyGcl/TkGHFGHSPytoy58RDix09p7R4eIW1wQTobwi7Io2M/MDqvFVXm+xnxHn6fqgAJylbgbHjAzDcYORqcGEeCLQZ84vJaJMhOAGeSSU0cSTHJwTIsUw4EvFHwp6uXpALIQrp8xpUJVFI/w7o66SyLcYa/zhHVIFIHRm1uD68ORoJCqEE0bVtewyAxgG2umnRJi7V+9ov0Tey2KZXLxnIUiM2PM0nVEInHJa2Vgdjj3hphCZIWEEZAEkzB06W+4zjV1tAX6DxGjtRF0Vafrh9U3XJ2Idr6ZFX+GRn+N3pY7Nbb+OtL9yaYn6hfC717wpcNn3dXsDqLNVVnVyfxv6sF4IvmZ3e0xHa6iaweDx0Gk2wsKtqc7Hl2bCDayTWIISIJJDLdBa+WrdoYixfMVYRTaiPcJdzdiRmFfdeUiEEfNua0wPVhS39Dv4rVbfkt15TUa8V/C9MehIB8Yz/2H3zX19zpr/6LuJyBjK6NcY3cvihnYu7t/r6v8CAWKB4zX7PWemGEkzOAk65hHQBKMeawyoqa32tlKhMJwyhi+PXUNpixcw7X3VlcsJ6JdIg1UXCAHoGwTyXlSWBv71zgWg3F0TxnGBoRwn72uwaybg9F8o8t5YYhxW/eJjcCdihaaFI8Ny+ozpuxUYFWXBDo7pm3x4LOmjlUZMdE5ooQkmCybSH+1862u5GD9C4O9pe7GhHIltc48YWJIsz7DwMjIkND9DndDxOdnkUyuubX5HQZ6Gfkx82rH2L23ieWc2Ldff03lHGY+u/u/M/MLpfWNvcgr1vSxy1Xow7rrwzlmxmorfx84ApJgBo5hWiX4qitvYeKLw02cyLtsr/MkZETWXFMxRWcSoQ3C7o4AxEz1sSn+sAh52VM91oPaH8ruD58FIBp4gmDAXNN9YdwGbeQY9xIR0S+u0nzetJ1K7l4YNs1JXIJk5bgRkAQTN2SD28BwJFS1xnBOgARebnc37paIhk2uihsVUL8sBkKWET9X4TN6pmsN10dTzZRTFFYf6fUb4UVHneeoRHTyuSoXAmwknCOmpfZ6c8Z1ifQl26QGAUkwqcE1pVJ9LqeI3bt1304GYgbf5Kp4VAH9LpziDFpc6m6oiDUo7wznhaT8knGSmAKKxXLMsDkLTIXQ7CtfGOyBMREKQvZOx8h4Q0/E0lf+nnoEJMGkHuOk9+CtrniAiE5PJsF4Z1S8Qgod1lemuD8prW8ca2YQfpfzKgau7a7LjFdL6z39ZJqRJep4q53fEmFrnaiuLM4LYrN9yHqpRUASTGrxTYl0cRRRoT4ozN97djCQHYzX5VxJfcJcEiEETa2wz134tJmB+F3ltQylywZH+AwoXF5S17jETNu+dWprYblwdcUKHQjdOaZxt9paGDGNZckuBCTBZNd8dX27IjZMWeiDvnmMkk4wwLslbs/+ZgI7Cb16Eox40g5a+dAR9yTm9+OdXr43qzS9I6DfHSkPdRZO3ZBTWRJMlk553/sOMYyBEIyvpmINuHcMXJ2030fKAR0ONq/LeSFh8x1MW1ANHjZyzlPvZSnEUu0kICAJJgkgDoYI4TZghbYCoJLu/gdEMNVOL+gXJ0ci+qmk0LIr3bZAOC6aKsKXyUKqx3ikJvaGLDgu0R2MqQ5lpYxHQBJMxk9RZAU3JXqbPlCC4VpY/KsrNvQkKx1cV+Zu3GzkZgYmkS6XueNDIipixlodlqmxYr6YkSvrZC8CkmCyd+7QMv2E3TTV+mF37FtifGav90Q09Y80VEEwzaud63qGadBBh5a5G16LFx5fjfMlMCYD/JPG1mmSYOJFMLfqS4LJ8vn0VVfcBKLLxDCY6OtSEylV+w65L8GI16MSHmWPlss6Emwbzq6sVnV2E7A2xHIHk+XLa8DqS4IZMISDL8BXU9EEplKR1L3U3Vgcr0aCYHyrnU0EDNvU9gOH2xM5Il2UDozMjo7QRoa+0maxnV40Z4G85I13QnKoviSYHJjM9TXlV1qgXENMbSXuBrvZZ+WeQ/e7nKs3OynGkc86HHyGIaBCEwqVvItsc/69NAcglkNIEAFJMAkCl2nN/NWVb4L0kSVFtv3iefnpHofP5VyGTXF0lYC6c8n8xJ0DRdgG32rHPQVMN+fXN3yRaVhJfdKHgCSY9GGd0p42nPO7cdA6XMFQ8N9bznvqk3g787nKF4KVqUSkl9Q1WBNJ2tazTxEmIZE7nHj1lvUzGwFJMJk9P3FrJyz0EzsilV/NUC8GeL3D7TGVcyhu5WSDIYeAJJghN+XhB7z+3Ir9rUHlLjA0GRZBLopkISAJJllI5oCc5urys3SoOzvqGy7JgeHIIWQAApJgMmASpAoSgVxFQBJMrs6sHJdEIAMQkASTAZMgVZAI5CoCkmBydWbluCQCGYCAJJgMmASpgkQgVxGQBJOrMyvHJRHIAAQkwWTAJEgVJAK5ioAkmFydWTkuiUAGICAJJgMmQaogEchVBCTB5OrMynFJBDIAAUkwGTAJUgWJQK4iIAkmV2dWjksikAEISILJgEmQKkgEchUBSTC5OrNyXBKBDEBAEkwGTIJUQSKQqwhIgsnVmZXjkghkAAKSYDJgEqQKEoFcRUASTK7OrByXRCADEJAEkwGTIFWQCOQqApJgcnVm5bgkAhmAgCSYDJgEqYJEIFcRkASTqzMrxyURyAAEJMFkwCRIFSQCuYqAJJhcnVk5LolABiAgCSYDJkGqIBHIVQQkweTqzMpxSQQyAAFJMBkwCVIFiUCuIiAJJldnVo5LIpABCEiCyYBJkCpIBHIVAUkwuTqzclwSgQxAQBJMBkyCVEEikKsISILJ1ZmV45IIZAACkmAyYBKkChKBXEVAEkyuzqwcl0QgAxCQBJMBkyBVkAjkKgKSYHJ1ZuW4JAIZgIAkmAyYBKmCRCBXEZAEk6szK8clEcgABCTBZMAkSBUkArmKgCSYXJ1ZOS6JQAYgIAkmAyZBqiARyFUEJMHk6szKcUkEMgABSTAZMAlSBYlAriLw/yQkS8FADfW/AAAAAElFTkSuQmCC"/>
          <p:cNvSpPr>
            <a:spLocks noChangeAspect="1" noChangeArrowheads="1"/>
          </p:cNvSpPr>
          <p:nvPr/>
        </p:nvSpPr>
        <p:spPr bwMode="auto">
          <a:xfrm>
            <a:off x="307975" y="-166688"/>
            <a:ext cx="666750" cy="676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5404" y="1468932"/>
            <a:ext cx="4741120" cy="2736304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822325" y="811568"/>
            <a:ext cx="45833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+mj-ea"/>
                <a:ea typeface="+mj-ea"/>
              </a:rPr>
              <a:t>Netflix</a:t>
            </a:r>
            <a:r>
              <a:rPr lang="ko-KR" altLang="en-US" dirty="0">
                <a:latin typeface="+mj-ea"/>
                <a:ea typeface="+mj-ea"/>
              </a:rPr>
              <a:t>의 </a:t>
            </a:r>
            <a:r>
              <a:rPr lang="en-US" altLang="ko-KR" dirty="0">
                <a:latin typeface="+mj-ea"/>
                <a:ea typeface="+mj-ea"/>
              </a:rPr>
              <a:t>MSA </a:t>
            </a:r>
            <a:r>
              <a:rPr lang="ko-KR" altLang="en-US" dirty="0">
                <a:latin typeface="+mj-ea"/>
                <a:ea typeface="+mj-ea"/>
              </a:rPr>
              <a:t>전환 기술 오픈소스 공개</a:t>
            </a:r>
            <a:endParaRPr lang="en-US" altLang="ko-KR" dirty="0">
              <a:latin typeface="+mj-ea"/>
              <a:ea typeface="+mj-ea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325" y="4293096"/>
            <a:ext cx="7803084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500" dirty="0">
              <a:latin typeface="+mj-ea"/>
              <a:ea typeface="+mj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500" dirty="0" err="1">
                <a:latin typeface="+mj-ea"/>
                <a:ea typeface="+mj-ea"/>
              </a:rPr>
              <a:t>넷플릭스가</a:t>
            </a:r>
            <a:r>
              <a:rPr lang="ko-KR" altLang="en-US" sz="1500" dirty="0">
                <a:latin typeface="+mj-ea"/>
                <a:ea typeface="+mj-ea"/>
              </a:rPr>
              <a:t> </a:t>
            </a:r>
            <a:r>
              <a:rPr lang="en-US" altLang="ko-KR" sz="1500" dirty="0">
                <a:latin typeface="+mj-ea"/>
                <a:ea typeface="+mj-ea"/>
              </a:rPr>
              <a:t>MSA</a:t>
            </a:r>
            <a:r>
              <a:rPr lang="ko-KR" altLang="en-US" sz="1500" dirty="0">
                <a:latin typeface="+mj-ea"/>
                <a:ea typeface="+mj-ea"/>
              </a:rPr>
              <a:t>로 전화하기 위해 </a:t>
            </a:r>
            <a:r>
              <a:rPr lang="en-US" altLang="ko-KR" sz="1500" dirty="0">
                <a:latin typeface="+mj-ea"/>
                <a:ea typeface="+mj-ea"/>
              </a:rPr>
              <a:t>7</a:t>
            </a:r>
            <a:r>
              <a:rPr lang="ko-KR" altLang="en-US" sz="1500" dirty="0">
                <a:latin typeface="+mj-ea"/>
                <a:ea typeface="+mj-ea"/>
              </a:rPr>
              <a:t>년에 걸쳐 </a:t>
            </a:r>
            <a:r>
              <a:rPr lang="ko-KR" altLang="en-US" sz="1500" dirty="0" err="1">
                <a:latin typeface="+mj-ea"/>
                <a:ea typeface="+mj-ea"/>
              </a:rPr>
              <a:t>클라우드</a:t>
            </a:r>
            <a:r>
              <a:rPr lang="ko-KR" altLang="en-US" sz="1500" dirty="0">
                <a:latin typeface="+mj-ea"/>
                <a:ea typeface="+mj-ea"/>
              </a:rPr>
              <a:t> 환경으로 이전하며</a:t>
            </a:r>
            <a:r>
              <a:rPr lang="en-US" altLang="ko-KR" sz="1500" dirty="0">
                <a:latin typeface="+mj-ea"/>
                <a:ea typeface="+mj-ea"/>
              </a:rPr>
              <a:t> </a:t>
            </a:r>
            <a:r>
              <a:rPr lang="ko-KR" altLang="en-US" sz="1500" dirty="0">
                <a:latin typeface="+mj-ea"/>
                <a:ea typeface="+mj-ea"/>
              </a:rPr>
              <a:t>겪은 노하우와 문제점을 공유</a:t>
            </a:r>
            <a:endParaRPr lang="en-US" altLang="ko-KR" sz="1500" dirty="0">
              <a:latin typeface="+mj-ea"/>
              <a:ea typeface="+mj-ea"/>
            </a:endParaRPr>
          </a:p>
          <a:p>
            <a:pPr lvl="1"/>
            <a:endParaRPr lang="en-US" altLang="ko-KR" sz="1500" dirty="0">
              <a:latin typeface="+mj-ea"/>
              <a:ea typeface="+mj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500" dirty="0">
                <a:latin typeface="+mj-ea"/>
                <a:ea typeface="+mj-ea"/>
              </a:rPr>
              <a:t>MSA </a:t>
            </a:r>
            <a:r>
              <a:rPr lang="ko-KR" altLang="en-US" sz="1500" dirty="0">
                <a:latin typeface="+mj-ea"/>
                <a:ea typeface="+mj-ea"/>
              </a:rPr>
              <a:t>구현이 조금이나마 </a:t>
            </a:r>
            <a:r>
              <a:rPr lang="ko-KR" altLang="en-US" sz="1500" dirty="0" err="1">
                <a:latin typeface="+mj-ea"/>
                <a:ea typeface="+mj-ea"/>
              </a:rPr>
              <a:t>쉬워짐</a:t>
            </a:r>
            <a:endParaRPr lang="en-US" altLang="ko-KR" sz="15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7502595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1BEF1B6D-EDD0-46B0-8C4B-4503BA8E5168}"/>
              </a:ext>
            </a:extLst>
          </p:cNvPr>
          <p:cNvSpPr txBox="1">
            <a:spLocks/>
          </p:cNvSpPr>
          <p:nvPr/>
        </p:nvSpPr>
        <p:spPr>
          <a:xfrm>
            <a:off x="294114" y="264068"/>
            <a:ext cx="7444968" cy="42862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400" b="1" kern="1200" baseline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</a:lstStyle>
          <a:p>
            <a:r>
              <a:rPr lang="en-US" altLang="ko-KR" sz="2000" dirty="0">
                <a:solidFill>
                  <a:prstClr val="black"/>
                </a:solidFill>
                <a:latin typeface="+mj-lt"/>
                <a:ea typeface="+mn-ea"/>
                <a:cs typeface="Arial" charset="0"/>
              </a:rPr>
              <a:t>4. Netflix OSS</a:t>
            </a:r>
            <a:endParaRPr lang="ko-KR" altLang="en-US" sz="2200" dirty="0">
              <a:latin typeface="+mj-lt"/>
              <a:ea typeface="+mn-ea"/>
            </a:endParaRPr>
          </a:p>
        </p:txBody>
      </p:sp>
      <p:sp>
        <p:nvSpPr>
          <p:cNvPr id="9" name="AutoShape 2" descr="data:image/png;base64,iVBORw0KGgoAAAANSUhEUgAAARgAAAEcCAYAAAAcH6uaAAAAAXNSR0IArs4c6QAAAp50RVh0bXhmaWxlACUzQ214R3JhcGhNb2RlbCUzRSUzQ3Jvb3QlM0UlM0NteENlbGwlMjBpZCUzRCUyMjAlMjIlMkYlM0UlM0NteENlbGwlMjBpZCUzRCUyMjElMjIlMjBwYXJlbnQlM0QlMjIwJTIyJTJGJTNFJTNDbXhDZWxsJTIwaWQlM0QlMjIyJTIyJTIwdmFsdWUlM0QlMjIlMjIlMjBzdHlsZSUzRCUyMnZlcnRpY2FsTGFiZWxQb3NpdGlvbiUzRGJvdHRvbSUzQnNrZXRjaCUzRDAlM0JodG1sJTNEMSUzQmZpbGxDb2xvciUzRCUyM0YwNjY1MCUzQnN0cm9rZUNvbG9yJTNEJTIzZmZmZmZmJTNCdmVydGljYWxBbGlnbiUzRHRvcCUzQmFsaWduJTNEY2VudGVyJTNCcG9pbnRzJTNEJTVCJTVEJTNCcG9pbnRlckV2ZW50cyUzRDElM0JzaGFwZSUzRG14Z3JhcGguY2lzY29fc2FmZS5jb21wb3NpdGVJY29uJTNCYmdJY29uJTNEdGhyZWF0MSUzQnJlc0ljb24lM0RteGdyYXBoLmNpc2NvX3NhZmUudGhyZWF0LnRocmVhdF9hNiUzQiUyMiUyMHZlcnRleCUzRCUyMjElMjIlMjBwYXJlbnQlM0QlMjIxJTIyJTNFJTNDbXhHZW9tZXRyeSUyMHglM0QlMjItMjAwMCUyMiUyMHklM0QlMjI5NjAlMjIlMjB3aWR0aCUzRCUyMjQ5JTIyJTIwaGVpZ2h0JTNEJTIyNTAlMjIlMjBhcyUzRCUyMmdlb21ldHJ5JTIyJTJGJTNFJTNDJTJGbXhDZWxsJTNFJTNDJTJGcm9vdCUzRSUzQyUyRm14R3JhcGhNb2RlbCUzRV5Rg9QAACAASURBVHhe7V0HeFvV2X6/eyV5xpKdAUkIK4SyV8JeoYyyYssJpqUFCiSWCRAg/IxSoJhRRqFlEywnJYwCJSSWE1YZBcoKK8xAIOxAQkhiSXa8JN37/c+5joOHxpUsyZJ8zvPw0KJzvvOd95z7+oxvEGSRCEgEJAIpQoBSJFeKlQhIBCQCkAQjF4F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0BWI+CvmTbBXrdwZVYPIoeVlwSTw5M7FIbmrXYucRQWzKA7Hl07FMabbWOUBJNtMyb17YWA1+X8UgW/MMzdeA4BuoQnsxCQBJNZ8yG1iQMBBhS/q/J7AHbW9fNL5zbeH0dzWTUNCEiCSQPIsovUIMC1tRbv6g++V4DRAFY53J6tU9OTlJooApJgEkVOtht0BPoQDBNwtd3tuW7QFZMKbEZAEkwGLwaeXVW2trltTLFitbAeDMFi0UPFamsglNfR5l/TuW3ryDZasCCQwUNIqWp9CAYErLa7PWNT2qkUHhcCkmDigis9ldk1ZYSflcdBdETYHhkaEdoAtDDjEyLlgRL3oscy+ZKzqaZiSlld45JkIhiGYKCDLih1N9yZzH6krMQRkASTOHYpb+mrdl7OoNkgHhltohgQf70Z4BaF8Jwe0u5zzHvyxZQrGKMDrqoqbi4NPaYz78bES8vcjb9Lpk59CaZLNv3ocDdslcx+pKzEEZAEkzh2aWkpjkn+1sBFAF0KwGqmUyKEWMeHrGgPlNYtuctMm2TW4dqq4ubV2sU69IsIGEZApwqUF7s9zyW1H0DxVVesIqIxm+Uy0BbUdh4zf8mKZPYlZSWGgCSYxHBLe6ufZ5x4vFWx1BEQz19ncfG50gblmgL3okfSobR3evneiqo8qQNjeiyu7x1uzzap6N/nqvQBbO8pm5kfLK1v/GMq+pMy40NAEkx8eA1qba6dnO9f43gSjCPjUUTsaHQdzzrcngqi1Bmjbag+6SALaS8yOL+Hfkyk/MVet+j6eHQ2W9frcoYIUHsRDNDiCDi2pvnzfWblyHqpQUASTGpwTalU34zyW6GQODbFNX/ilaXE7RmXistg/4xpx7OiLwFY6Tl4AnW0IjRujHvJ+mSDIi7Dfayu64cCA2TRDrTPWbI02X1KefEhENcCjU+0rJ1KBHznnngkBy3PEdDrg47VJzO3QlFOL61rWBSrrtnffTWVR4PxFMD974gIbzrqPAeZlRVPveYZJ1WwGvKwuOXuW5huddQ3XBKPPFk3+QhIgkk+pmmT6KuuuAlElyXQYTtZ9Kn2exc/m0DbXk2WV1UVj3EE1xKhMKws4kscdY23DrSfcO391c6nmHB8WNnMSx31jQemol8p0zwCkmDMY5VxNZmhNJ9d/ijrysninTqeQqCm5iLLhHG3LWiKp13fur5q5/MgHBVOBgP+IGPyqHrPBwPpI6xsl6vQj59/AjAsPLHRD/k6jsyvb/gi2X1LeeYRiHNZmhcsa6YPAb+rci2DR8Xbo868uqy+MWHLV5+rsopZ/zdR+LsgJvqktK5h93j1MlO/ZfoJu2mq9eModYMBTS8fNW/guzQz+sg64RGQBJMDK8M/c8oBrFle73vBamZoBHrK7m440UzdnnW4qsrmLw2KQE8RHQwZ8JS6PZXxyjZT31ddeQuIL45al/FnR73nRjPyZJ3UICAJJjW4pl2qv6ZyDjOfnUDHDGvoaMc98Vn++qZPnQFVrx+MD3yda+poK+kfgTEiWv8EvdbuXnxNApjIJklCQBJMkoAcbDHrZ5841tpq+ZiB0nh10RmflY717UO1L3eYbet3OZcysH+0+opCrpL7GqKTkNkOe9Tzzaj4MxT6a6ymBNxtd3tmxaonf08dApJgUodtTMnGC0yJNrx03qLvYlY2UcHvct7GwIUmqvarwrpycencRX8307bJVXmISvrzzNTToK5XU7GwdOKzSuuSGwRqVVVVWbEjuIwIMS2DFeInSuoaq8yMSdZJDQKSYFKDa0yprTOrJgb14F0WRm2yfHS806duQ4r+AQiOmAr0qUDM35T4bDuZCf9g5v5D2KZYFJo2LIn2NkJls7sXY3iMFxz1nqPjxSKe+sLYj1JgRBiPDplcVxLMIM2O/2zn06zjaCsrBxXVL3onWWp4q8s9REpFAvJ0C6mnFtctfDRWW2+181UiHBKjXiAU5MNG3N/4Vix5Zn8XrhLe1Y6vN0Wwi92M8Zyj3vOb2BUTr7HR5bywCMq/yb1oTeJScrelJJhBmNuWmVWHa6Gg8Cy2tfisw8ctGJgtSs8h+Fy/HQ90fpnIsBhYUur2lMdq66upWAOmLaPVI6A1xJZjhtc/8UYseWZ/97oq/wHos8mk0Q+DFpS6G042Kz+Rel6Xcz4zWsrq5V1POPwkwSSyqgbYxldT+QqYDwOYHe7GuEz9Y3Vt3FGUBlcRIljWRhVATXZ3g4g9EzE6f+v08r2DqvIqgKKoohiBkI0PG3FPcnYwIv8RWF/BfXydoumggG4pcTeIMBcpKz5XxRqAfmrxWo9M5h+KlCmcZsGSYNIM+PrTTxxrybd8BSBPEIw34C/bbv7LSfP6FUGY/D++/yqIDoh3aATSFMLJ0e5NmlwVNRbQnTpgi7GDYY24IhlR7N51TSwcz1t/S8Qj4xlTiPSrRtQtTokXt9CDzzjD4bf5NwD6RpBykqOu4fl49BsKdSXBpHmW/dUVDzPRH7q6ZdahHFbmbngtmWr4XeVXM5TaRGQy8xOl9ZFfXsy+VCXzFak3ZuZGxWAEdZw1KoWpTLwznPNJwR9BCCGkzHTMWzTXnHZDp5YkmDTPta+moglMhq0KgXRd044onbf4f8lUY/25FftbgpRYqAKmHxz1DeMi6eOd4XyBFHPxaJJhByPcEQB+PG58GOutun5M0bzF78fd1kSD2lpYLlzt9AMoZEBnnc8vm9t4j4mmQ6qKJJg0TjdfcMoWvvb2n34BnZksfHwyvJr7DEPxVTs1k3ehfZqS7nA39Arg1LNCVA/mvpJIuWoggaa6wkDwM+gTUMrMlDHwhQPK5FS97mw4u7Ja1dndrYuu83mSYPrPjCQYM6s1SXXChVdIRXhHkfGw2eXsYJMxfHsNj4GOjrYttnzouZ97/nfxRLzuR8dONsITAMabgYRBi0vdDYk8maPlnKknaSFdPJlbzPTVt44CWlCSohcknjw53z+hdCWIN4cvlQQTfpYkwSSyehNoIy5ffas/+JSACb0+XOAHEa82mVHmNhHMBkb8BneGbsQrSEeeTlDBSgGI88mInsd5RLCGDfAUBhMCAgT6l0b6q2D+ttS9+CUz0HlrKs5UQG7mxMjFGIKC0+33eR4y01+8dXyuiusBuqJnO0kwkmDiXUdJrc+zjivxBfJ+JEZxL8HEIXuTrciMBa1ZhbgWFv+Pzh9A2MJsmxTXCzK4XcSgYcZqRcE7pFleYpU//U+T8t3Jm5LHCYz8nfl/J/B0EfUyUZ3E3RbDtqPD/W/xWpfU0mVn1LEMoBJJMLGhTXgSY4uWNXoi8NNpx4zKLyhcHe4+IZ/pV8kMjGTsYKqdqzlzCCbsYhCEozN/quuhB1TYQKpew8Ckga4cBi//4Av/pCNeNu+8abbPZlfl4zq4n3+T3MHIHYzZNZSSelEDJDFesdd7fp3MY1KTq2KNgujWtikZaEYI1S9zuBf/Ldmq+F2V1+vQr+hrSSxCArO85I3wRyTZsyDlhUVA5AsiVVkW7kdiCpQUB7en2578caDwrZt5wkQbW6/TdT62695kaBVxPPqP11LQfexK1uibayqm6EyNXUk0+5WAxvrM4fWL/5ms/nJFzpBbgIM1ca2zyvcOdoYnGKETMf/LXt94aiL6iSPRxpppLo21Cwk0IR5z+kT6y+Q2RPjUXufZNZk6Gl7qqi7Cc4aN/0vAWgqok0vmL5TZJPsALwkmmSsxiqyWmopddKbl4TJsiGY6c0eezgfFYxgmUrS2rdWPCmnabQzaOpGQmWkafnq6YbDGoZOHz31SPKUnpQgfKIb2IhgRjQ/FnU+pu3G3pHSYY0IkwaRpQjec87txaqhDBJaKjDnjP456z7GxVBJWpBesmnYiVO1vxNhBmATHajM0fuevHO7GHZI11o0zp+0RDIU8RLRdVJkm5y1ZemWTHLkw0zRbXU+weSJmSPj8QZv0iBXmsXX61BMCin47EZL2IaUJgtR2Q9AVXa8uSdI9SJehnzYfoOhe48ZfDOUau3tRQr5fqQVl8KVLgknTHBhezqs/+ATAr6J1KY5QShgjMRE5zc/qo6TgKLOGbmkaWkZ0I+5eVvKqfSe532sbqEIi7gyBZ5uRI17+dFWdVjpnocdM/aFWRxJMGmfcW+18UCGcFukeplsVQSC6Sq7hmwJmN9c4b9AYFyQW4yWNAxzUrigILXiOY96TCXs0r6+euq8K/XYCDjJ76BS5pUpJnZQqn6dBhTQJnUuCSQKIZkV4p5cfpqjKK7EIpkse6QR+h4HRBIwbiGWrWf1yoF6AGC+ErPlnD7/3sVVmx7MpSNctBDotbH7tKIIG8vpnVr9sricJJs2z53M5A0jECTHNemZ1d4T1FsYfYgVT59lVZd7WQJVCyp/AvG1CY9ZCRznmxZdTKqF+srSRJJg0T1yziOEK+qMIiCRLChEQABPPdLgb6/r2sto1ZUQ+lP9TgHP6+hTFo5GRiaG+cYdkWmDH03821JUEk+ZZWnvBKVvktbeL7bs1zV0Pze4Y79lJmQL3orXtrsppnaRfoLByAIMjxrwxC5QCOqPE3fCA2fpDsZ4kmEGYdW91xQNEdPogdD1Uu+w04sowVLOXt7GAEo6adnfD8Fj1hvrvkmAGYQWIXYytrW0ZEY0ZhO5llwNFgKCrujJrWP2iewcqKtfbS4IZpBn2VTsvB9H1Q968f5DwT7Rbw2iasdRe33BgojKGUjtJMIM02yK/M7H+YEwz9EHST3YbHgECvCXQdpTpYs2tEEkwMXASnsq+6VPH2YDdWNWDsZ4+zcAuZPpdlXMB/QwMwZAKZjDKzDoUtKjKpOI5Cz/KTP0yTytJMH3mZNXsqrKi1sAlKmgqE7YnQGFmAndBJf6XSMWoAx0K4xMQnizxWm82G/KyKzbvsncJyp6ZtxykRtEQsFksBxfem7xUuEMBbUkwm2bZP2Pa8aSEbtSJdjFeG8zEhBWmLCQM+ykA0Aqm0LzSuiV3RVs4flfl2wzedygsrlwZo7h10UG3l7obLsqVMaVrHEOeYDaFUbgTjONB0dOhxpwUNvY5K8DqxSXK8JfJ7e7leOevmXolWL9OmtjFRDJjKhBEgkhcWur23J4xSmWRIkOaYIRzm0XRnwZjRFLnTBAN0ZetgVD56PlLvvhy1nHFozvzzgox/pH62C0EKijoOs51dghf36QOLR3CyGIB8gqAYAAcECYsg1MY3GoFTU3GvdvgjGDwex2yBCN2E8z61Ykm9jI1dQxxe3M/KbqXdHV2qkNZqqPHwXrIUbDuPtFQT/vuKwSXvYngJ8uMjzXjCxFsh/0Glp33hLrlWOjNPoRWfIzQsjeg/TTgcMWmh298FAotLdFHHtl3F2paiKxoIDAkCcbrci5WgBM3eyizcXmbGjCMe5rUrjbxFz//5OmwHXQkYO3vgaD7vWi94xroP4qAeplZ1O13RMHva6CO276fghwKob3uZgQ/ejflyuvAGmhKddm8RU+lvLMh0EGKl37mIeitrryGwCdsCuD8jaaHniCydOSx4hU3MAHQ5i9UoWCHppGVmMaD9clEJIyrRmba07LtiBOQf9IfQZbI7k3aF8vReue14AzcydCIUSia8X9Qt9sx8oIJBbHxhkugpZgkdfDnpWP23o1qa0OZt3qzT6MhRzAtM6sOJy2Y12nJ/yyemCFiate5po7Op1CFzspVAMZkymVt8VW3Qd0qRrSBUBCtt9citPLTjFuleUeVI7/qzJh6dT69AB2Nj8SsN7AKzLqmTpE7mIGh2N16yBFMcmAD/DXOh3TGKQTjSXvQChUUYtiN9RD/jlqY0fH4P9H53ycHTddIHRe6LoF14kEx9Qq++zra6m+NWW/AFRjrNWv+PvH+ARpwvzkoQBLMACbVP3PKAawpLwOUNwAxA2pKefko/ut9UIbZY8rpeGI+Op8XucMyqxRddB0sv4qd9SOw9GW0339HWpQnoteDhcHfjuhKhqewy5WPOneHuE+T8V/MT4EkGPNYha25sdq5V5Dw/mACWTT7Wlh22j3mDmZj7fnQfvphgCNOfvO831Qif2rs6BXt/7oPgf/9J/kKhJEojOsY+JpZ/4QUZRR0TADBz4wfFPAPUJQW0SykBV9UlaL3He5/f5UWxbKsk8H8LrIMqsjqeqsrFxFx5WANSFyOFlZfDGX4yKgqhD56B20P3A3e2DxYqvbrV3GUoeiym6GURTdF0r77Eq23XJEhl9TcZVIpCrFIWyLeITUGtxPTh4qiLCiuW3SP3Omk/AE1Y9ZxShURzovNLqeXgZKUdhRFuGWHnWH7zVRYd90bUCNfCwXf+C/an5gPbjX+AA9qEce6oouuhTJm64h6iCd2beWnaH+sHtziH1R9zXQuwjmIpBAAt4LwtqpYrxs2Z8ErZtrmYh25g0nSrHpdlfUEnp56q5fIClN+IdRf7QZ17NbgQAB5hx8LZdTofg0Cr72AjoUPgNs2Jmn08YuhEgeKzr0C6rb988cF3n0dvPZH8MYWaD98i9DK5V0HluwsRqaDYGfINeJB4z5nSBVJMEma7g1nV1arzHeA0WWnnwFFvCwVzboK6vid+pPMW6+g46F7B+XIoZQ4UDjzT1C375+DLiguch+6B8K4LpcKgToooOxdMn/hilwaV6yxSIKJhZDJ3/2uyie5y4AvowrlF6Dw7MsM8/u+JfTh22i97+a0+ispxSUonH1NWLudwGvPo/3hOdm8W4kx96QT8Q32Oo+woxoSJasJRsRu2aq1tGOw/UXWn37iWGuB5VtmWDJx1YijU6HrYljE/UyfEvrsQ+N+Q4/L16fvsjF3fKGiYSi+5K9QRo/rp0fni0vQ2fDwoOyo0jlnRAhpuj6rrH7xfensd7D6ymqC8bkqrmfGuNL6xj8OFoCiX5/L2QCGM9U+RwMaY34Bis67EpYJu/QTI+45xM5B++aL3r+pKtRtJ8Aybjso2+wAKiruMugj6gqD012YobduhP7zGmjffwV93U/QVq8CQsHNVcSFbuHsa437ob4l8MISdCx5FNzRPqAhDn5j6gA4SMAGJu7QdTJAElfuTGwjUop01tZayDJvWN2iqHGDBn8sydEg2wnmUQIdWeL2bDlYT4LfnDHZUWpzrEupV3Zy5hrCKK/wgqthCXMnI0im86nHoX37JWiYHdbd9oa6wy7GC494So6n6OvXIvTlZwh9/B70H78FCopQ8HtXWEfGwMvPoGPRg12hJbKsiNciBfCzjhW6Qq9B549Um77efu/iZ7NsKClTN6sJxu9yLmXG/jrjtLK5nodThlIUwSKhPRFOG4y+E+nTIJnz/wLxrN2viJ2I3xs3oUTVQ+x0dA1Q+58ejSfzh+eAtey60CWQrrP+MCnKw466hucTmYeh0iarCcZX7fwchB0HKwnWylnHlYzozPuJkDkvR6YWbl6+8URsxjzflLwEKgVef9F4Lcq252cGfCEou4x0L1qTwLCHXJOsJhi/y/kOA5PErGmEO4bXeS5M5ww21ThvUBiXp7PPZPVFZSNQePp5YV+XktVHJDniGNZ2383QvetT3VXy5YtLWi10yvC5Tz6RfOG5JzG7Caba+RQTjhfTQoAW0kO/S9fEs2vKCD/U9wBENkPN4PVi2f5XyD/FBXXr/gGeUq62phk+RR1P/juj3BZMj5voUUddw+9N1x/CFbObYFwVdzPo3O75I9DP7VrgyC3nPfVJqufUf075sRxSnkl1P6mQr249HgUnnwU1zItSKvoLK5MZoa9WoH3eP6A3Zd1OZoPD7UluHOe0AZ/ejrKaYDZMP3GGqlrqe0FGWMUh5dDSeYtSGh8yWxPYi8BUBWdeEDtAVZrWob5hHTbeegW4STzEZU1hnZXzymRu6pgTltUE01FduWMHsciy1ysei9jJ/JzXMWHCXc+kxG3Yf7bzNNZx/yYTh5ggZ0oFZeSWKLrgaoh/Z1LRfU1ovfUKw34mWwoBb9ndngP66ltbC8vhL0+2TJ7cfyQLlo/UP911gX51LfTBMqtIN75ZTTAvTZ6cv8+Ojle7L3p7gicsJsG42+72zE4GqN7p5YcpVuVPuo7JJPyNsgw5stpQfNU/oGwxNhlwJF2G9tUKIzB5FtnDaKRqh+iaZT8CHwHmnUDKKDDbjfgNYYybxZIRmUEhwjoQNWma/prFynfa5yxZmnRAM0Rgln0m/VFrqik/W2FlTkQ8GesJeKykuOQmuu1B096s66ord7SSfgQznagQDmSGsDYT3vhZWay7TUThrCszV/f2VrTe9zeEVmRP2mci6MwiIgwL2+b4sTUyTpAu8i8R83KLqj5RVKDeT7ctaIpfWGa2SACVzBoIV1UV+0uDqzdlCQivnJhIBe3EWMXE70PHtyqUzqDCm8PwM+sBYioj0HYKMJ6JxgBcnG3HoEizQ8LJ8PTzQKPHQi0dGTa9yWDMrIjxIi55A2+9gsCrzwGDmGhtMMbfs08RxgqAn4jvCUK9JxdsbbKeYMQEbahxXmdhXGnO5W6wl9Hg9U+KApSNgHXH3WHZY5IRLkH4Fonjk/AvSksRZ4fODmi+DdBWfIzgO68abgWy9EBAHKJA68B8Q+nc7E5Zm6ZVldrlIy7WLljt/IaArVLbU3ZJF97TyvBRCH74DtgfZtetWiDsYSx77QfLr3Y3Ln+FK4FRkkU43ZcR4ln6848R/Pg9hD79ALqIDRwhiFS+81TDCC/4+ovgHg6T2YV+crQlpqUlHcUV9NBDPydHYnql5ATBCMjWnn7sHnn5+cty5Ugz0GUgIsYV/+X2rmwDoSBEOITAGy91fdiRii0PqnBuLBsBdZsdjEBVIs6vIUPsckwUcUkr8klrn39sRKPj9T8j9ON30Nesiu4WoFqQd+gxsB56NNSx24DbWtF629XQVn1totdcr0IbdZ1nDpa/3UDQzRmCESD4XOWXgpWbsvcq9pepJHtpV57m8TuBVAtCq79DcOkr/UMqRJj9glNnwnboMb1+FR+/9uVnCLzzGkQA8IhxeUVMX3FtKTJFWqwgq9XwsI4awpl1cDDY9Qokdh0d7WBN63J0jFDEbkkc06x77w/LbhOhlPVOminuZdr/eXv09U1kZIS07rW/8W+y2RD471PGnU4uFQJpOvMjpfWe2OkXMmjgOUUwm0kGyl+zIXxC5HVARoAo694HAOLeZFMRyeD1dWsQ+uhd46ihr/4+7K5AxG0pubEe6D7u9OlIpI/lpvXQ1qxCaPn70NeuNo4kvH4tWNdTtjzFXQ8NHwl1y62MWLzqDjtDHbONEWcmXNF9G9A25yYjhETfIo5zwlnTsuf+sGy/I8Ql9uaiaWi96zqIYFrZVHp+jH3vE40Tq7gEZrxur/ccmi3jyjmCEcALM36ElIcZGJ4tE9FTT3KUYdi19/xyHxJmEHrTOoRWfIzQB28h9PUKcIvIEtC1LPOOcSJ/WhwxuAKdCH3/NfSfV3cFi/r6c6CzE3qnkWesi3Q628Ht7eCOtsg7ksIikC0fIkyn+BLEDkjsUsRxTexUlNLhRjS7mGlue/TQMxeSseMZvxOse+4Hy467QRnTPzJed9PgsjfRVve3zJl+AYgCDYxOYmwk4rU6k7hX0Znoe2L+2kJoDxFbmKEpRGWk09Y62LCKJMK2DIxl4Kd2aAeMcS/JCv+KnCQYMSFcW2vxrf5gLoDTSDxSZ1FRRm6B4tq7oiaz7zkcQQrBt//XdSwIBVF04TVhswnEDYGuGcG3SQsZT8naTz8aux5xBOl1vFJViPzS4uNXy0aCRCYDccSyWgEaGPTB95eifd5tsB4w2fgnbBybMAMz4g3fe2PcQ052A4K4P9GXWVUs6WjXHh1qmQVylmC6F8ryqqri0fbOv5FCZxBT1ljgFp77Z1j32De+9R4luFN8giLX5vY2tNffiuDy9zdXEqlRiv98a+z82MlSwoSczqefQEfjv0zUTH4VkUGACc/k6/hTfn1Dnzikye8vkyXmPMF0g89VVTZ/qTJOQeBGjTCRmLfJ9BcncdTJO74qoz5cgac4eogjSHcR7geGj1OMzJLp+BD0Fj9Cb76EdhHgUFwyp7EQ4NVB8x0B+7U0f74vjV1nbFdDhmB6zgBfcMoWGwOhnTQtsJOqKmNCGsaAmXQFW6tMowj65viODEX4NH3NJDKD0lRKln2ImSVBBMUx3LjMtB58pPF8KyLzD3Zpc9+C4Htv9CIYseNStxgzaKqJJ3FxnAq+9QpETOA0R8rTSv9fwAAAIABJREFUGXjIUVBwGd3x6NpBAyEDOx6SBJPIPLDLVeindWvBhvtA2ot4aVHGbmtka1S33xGKvSxqitiUKcjctYN5/xf/PLGDKb7oWojL6XQWkZkytPLTrovuFR9DXHwPRiHgC7vb0z+L3GAok2F9SoIxOSHe/5u6DbXwSuAX/yWTTZNeTeQ5su1/GCwTD+669IySizrZnYuPuG3uPyC8nzcfkUpHdOWYDpOmNtn9C3nGMeiDtxF840WExIvX4JcvHJJgws6CJJgwsIhk9j3/s4jdIV6lmtd8sJG5d+yZwV7bZC+D7aAjkHf4caDSFL3Kd7RBW7vGsKo1jiJv/Ld3WAUi2CYdAnWn3Y28SyRekkxa/saDn0gO1/H0AoSWvZlRCdp0xmdl9Z7+CafiGVyO1h3SBLNx5rF7hLSCWcw8CWC7QjScCYWGxUKPQoYJKwm3/IxdBsLvyPCWTtIxRV+3FsFP3kXo7VcRWvW1iEnQlV4kWhJ6cT8lDAMVxXgBs+xzIGwTD06OX5OmoflyV3ifqkGeFUkwkSdgSBHM+nMr9reFqEIHTiWdRzKRVXwSHNUGfpBXr8nuhfFZwRnngwqLTLYIX01b/T2CrzyL4AdvQ2/2DihvtTC0U8Zth7yjphjGcWb9mSINoPlPM8DeDQMaXyoaS4IZ4gTTVDPlFBXqLJ2x56YcRjlHrOI5O79iAIHuO9oNQ73O5zxdrzDJLKoKy4RdDevigWQxaLv3RgQ/fDuZmiVFliSYIUowvprKo4n5Bh3YJ9useeNd+QVnXQjb/ofH28yoL+5VOp6Yn3LfHbLlIf/k6bAd/GtAERmb4yudTy9AR+Mj8TVKQ21JMEOQYHyuynowT88Fz2oz30jx5X8zEtXHW0SMljb3renLT0SE/MpTkXdMZdx3M8F3XkPb3L/HO8SU15cEM4QIRrgGjHWEPgPxkAk+RaqKoiv/YcRyiacI/6W2ebfF0yQ5dRUVecdNQ375KXHJEwTT/mgduHVjXO1SXVkSzBAhmLUXnLJFXnu7OKTH96WlegWmWL5h6PZ/10HEkDFbQl98gnb3rYZNyaAU1YKCqjNgO+IE092HvliO9vl3QORSyqjC+MJRLw3tws1Jzlx28uyqsubW4DIGhI/RkCrW3fZBYfXFQH6BqXELj+j2+++E9l3/OCsRBQi3hS3GGrFbehrZifoiPIOIgCdenYStilkzfRF+oUgc7UZHDrvQUx8jf9LNl2VcJkgCrSupa9hSZBkwNQEmKjFDaa6edqzOvDzVSQRNqJNwlZwhGJ/L+Q2AbRNGIkMaiiDcIm4KCooQy+9JhFIQYRPyK0+DdeJBpkYggk21P3Sv4bNjulhtRvArpXSEYWwnYur2LgTrfodCHTOuK0PAa8+bft4WaWyLxO7LJDl2LHwAoU+WxXyOZxGi37sBgpSiRdUzjUHUiszEeKSEtnCR2x05YI7JzkSmjKay4CKFsT3ZtKMddy8RazsrS04QjP9s59Os47jIMyCWG20kcCcDbdBpJam8Xhf5bHTkESm7ieBUBIiwaIrIcTMYRnXWPSYh76QzU+o0GPr4XbTOucm0pzEVFht3JSJQVOvd1wPBQESYlS3HIr/894ahnRHsKZpRXg8pha5LTBNkXF8Zs+H13eF5GPrPa+JqmlhlbobC9fYtm6+k2pc74pUhLMj91RU3gGgWgEKxVkvdnoEZNsWrRJLrZz3BeGsqp5LOT4R5LWoV4QVDrN07vCD0Eu56ZiNqaxWqrQ0ZrgC1wlq3FqitNdJ4drsH/HzBKSMLOjvKdY1PhsITwWT+YmMAkyPi0Radf5XxIaes6Dpa//EXhFYuN91FwannwHbA4dh402XGc3asIo474tgj7Gk6n3rcFMmI41XRuX+O6w4plh49fxfJ3EQA8TSWIDPeslmUmwrnLHomVppY33lTttMDymUK6FQAmwmFgQdK3Z4z0qh30rvKaoLh2sn5vh/tnxLRdgYywiRXIb/O+KcDI68cyHbVIJzZVY7OjaERHeBpAJ0D8NhUPXtbJx2MglNcvWPLJnm6ta8+Q+sd15pOzyqcFwvP+TOUEjuaL+oTa1pRoBQVg9vawCKwd/duRVFRfM2dhi9S6+3XRM9i0HMXM+tKiOyTqSgi4l/LlTNTITq6TLEeCUFmWsukNwGkEeNnVrgFzNsTlCKCEQpTpGzo9S0yod2qqAcUz1mYPakuw6CR1QTTfHZltaaze9MgmIgW6CG6NBWXYuurp+6rQPMoRsbH5Bd13HYoPPsyKCO2SL7wTRLbH74XgVefNy3fOukQiOwEIjdRy8VnGnFpxEuVuBsysp7m5Ru/CQM6BALQfvgG7Pei8Lwrjdg17Y/VI/C//5jqz3rI0Sg87RxTdeOtFHj5GbQ/6o632aDWJ+D2ZOVVH8yBZDXB+GY434CCAwHSWadLS+cuSqkVltflbCDAmaoJy/tNJfJOOLnrg01yYCvhqNhiOAt6Tasv4uzmVZ4GYkZL7SzjnoQ3tkAX/kAi+LdIVaKoUIpLjMDevLEZ3OwzCEb4RHV4/oXOZ54w1Z86equu3VISQz6IC22RpqXtvpvBHe2m9MiESgxe/hV+2G+S+70BXxgP9niylmDaXZWHdEAXQVeHWwj7Datr/DTVYG6sqbhYY+WWVF4Aq9uMNyLmGz47Ii9RNKIRH3ggAMvW46NG2Be4iOfjjbXng9n8S6rtwCNQIHYVqgWdSx5DxwuLjXxH0Ypl5z1RdGGtUaXt7r8i+PG7pqZFHKkKzrwg5mWv/v3XCP30Q8RwEN1ZENi3AaEvVyD44VumL7RNKZriSgR0UkDdq2T+wl8C7qS4z1SKz1qC8bkq/wnwEapqPWPYnAVxvLkmDqf/bOdprOPBxCXE2VKQS9QIEV0/Gvc3IlRDhDxIoo646Gy745q48h6JGLuF5//FyGMkdgOtt9caO4JIpecxTwQH33jtBXHZrOSf+FvkTfldRPniWb7l8mpjlxTdAT5zw2pEXQFGrhf6rcPdsCDOlZKx1bOWYNbPmFJhIctOjvqGm9OFblfg8GBnuvoz24/Y9RTNumpT9sXwrYw8Qe5bYr7qiJi/4rlc3Wo7WA6cDKVPDODAGy8i8Opz0L79arN9iQh0ZTtgsmGVq/SwJhbpX0Xys9DnnyD4/pubiCHyqMTxMJr7AHvXY+PfrzJyN+VaIUJIgTprWN3C+3JpbFlLMKtmV5XNsy9orq1FKJ0T4qt2doKMW/+MKcJWRaQNEfmUwhWRKzrw4pIuT+QotinW/Q5DQcUfuiLjRQrDqWmbM0KK4491171h3euArr7Fka5vEQZvgU5wix/tj/8TIl9RpGI7/FgU/L4m4u+GY+b9d2RkTJgBLoY2QL/G4V6cQZniBjiiTc2zlmCSM/z4pXhdFd8RKON8nYZd+Q8juFOiBGM79GjkC3IpLgG3t4IKiowdR+jblcDGlq6Ur2O2BhUPMy56RewY4SwpMjYW/K66665IZIP0rYf2/TdAYaFxlyQcMYV1r7ACFulpOx6p65VTqae+sQgmsPRltM+/M+YuLP5ZHbwWzPgOFvXC0jkLPYOnRep6lgQTJ7Zel3MxMab0tlqIU0gKqouXG+vuke1Ioh2RhBtA/u+qoRQUIrDsTXS+uAQFzj8AgU60L34U+pofDI2FEaAIaiUIo/PZhV1HHiIUX36LYb0b+O+TRs5ssVsRz+0ilQl3dhikIGxcbEeeCIRCaH98HkIfv9cPhVhHpMALi9G+4P4UoJd+keJ2TQO7O6BfmS1pYBNBSRJMnKj9PKPiTJtKc/vG7Y1TTNKrC3+kvGOnRj5eRLrkFQRx5T+MJ+eOpxYYKUDEMcp26DGw7nsoAi891StFiXhCN3Y5zV4jraxBPCO3hL7h517+R8IxUhCMJry2H55j1BPpVkRaW0FQrX+7HCLtSM8iyEtE5otU2h+8G4HXX0w6dmkVSGgnYGFHfsHFWwyBHEqSYOJcXSK7QMvqD1r1LuvLjCniklU880YqkZ6pRVaCollXIvDmS8YOpPuORjhcFs68HLpvA9rqbgFEwG/xYrXbRFj23Nd4+hUvS8JpMpwLQb7zD7Bs/6su0vr8481qiYtgy857IPi/5xD85JddjHB2LKy5FJZd9oowBEbLpdOhx2HHkwmTQ0Q6s/4Ng16zEP+tuK5xRSzXgUzQO1k6SIJJAMlM9NyORTCRDO3EUUYEf+p6GeodvsF28FGwHfRriEDgwmhOeG4L+5z8384wyEPsQFqEbU3PmDJEBkkImSK9SOfLz/byZhZP3iJLpe5vQuCFJZvRt4zfGYXn/Cmiq4TYIbVceU4aPKPNLwiRcA3g5wF1vaJy17cUAgKk6QpxE7Hlp5BV/779Z9vKcQsWNJmXnDs1JcEkMJf+syvfZJ0PSKBpUpuIC1SxAxFHGUEEwps5Wml/6B4EXnuhVxUaVoK830w1jh76mlW9m4v0I/sdZsjmZj8C7/wPpFqQV/F7wzZG7GL85528+WikDB8Fyx6TYBm/k7Gr6XzlWaC9jzGqLQ+2g4+EeMLuGTLCdnQFCk6K7Ncn7nva6m9F6OsvgFAwqTgmIkw8xmnFoa1G3Pbkj4m0HyptcppgRFwNWrAgqfEVReoTa1B5msHpzZPac0UKR8Mtxnbdk+wxEcrI0abWqwgwJexI0NkzkgAh74QqhJa9AW3TZW5fYda99oftGKcRqkFv9sO6y55dOw1m+C/4vXHfrWwzHqKeeC0Sr0vBD9+JuNsQtjbipQr6L1bFRRdcHeV41KWRcEUQl8MBkavpq8/6jMMUBEmrRIT19jrPyKQJzFFBOU0w3pqK5aQrn7NOs5PhAOk/p/xYDinCuWZQYnSIewrLr3aH7bBjYNl1n4T8lYQ1rjB+61lEiAVx1yKsbyMVslhg2esA5B05xSATsXsSpWPRgwi88V9j9ySM8oIfvRv3MUY8Zxed8ycjyJbZIgJJBd99zcgyKY5wZmPPmJUfsx7Ro466hgHkiYnZQ05UyG2CmVHxCil0qDC3Z+JPVCh/L3E3PBDvzPlcvx3P3PkgEQvHyrRjJo4jtqPLYd190oBjpoQ+ehet9/UOOCVcDISXdKygTOJupXDG/0FE3RPGc+JFyXiGfvAehN5fGtXPSRm91ebn7r74F519GSx7J37iFHqLS2qxc0p6Tqfwi0ULMCaNqvf0De0X79LK+fpp/1jSiWjzedN20gPaMgBGsNpNHiotpOMTTcWLwVDw31vOe+qTcDp5XeVHEOhIguJi8IgYzi8pGZZwHMw7usLI9wzhYZ2kIgJBdSx+tJc0yx77QvgeCWdCcX8iiKO7KFuMMchNXNyKXU7gpacRXPGRYXcjLoJpmN2w0BX2M8JmRrwuGUXE8R09zojQJ7yZ++6cRBUj5W3NpVH9qEwNW1gMt200fKU6nl0ITdzVpKgwc6uD1AnkXpSOMHkpGkV6xOY0wQgIfTOm3gtFDxNtiHQQd4KxEYQOYvqJwcLW3QFGMRQUgTl/MHYsQm/b5OOQd+JvoQyzJ30liLuM1rpbDBuV7iJ2McrYbbriAYvE9eIiVaR+FfFfxD95BUbc3M7/PQvti+VdRxJFgbrVtrAdfpxBEJrICClCNnS2G5fCglSMf1r8YWPjihAPxZfdFD0Gjq4bNjbC1sZsEZkS2u68Dtr3X5ltkkA9+lGDVq+z+ujI+obUsVkCmmVSk5wnGAG2v9r5FhP2yyTgo+lifHhX3ArFMdyUyuK4InYdIhi3eGomRUHhzMtEeL+I7cXH1zrnZnBT7xQg4vijjt8Z6lbbGAQjFoje4kPos4+iHqFEyE9BNjRySyi2PGg/r4H247ddWQbCFCM8w/TZRjDxiEXE1H33NQReeRaW3ScZmSvJ7og6rm5ZwaUvG35LqS5E5Nd13OEI2m+j+fOFm7csPRAYEgRjkIyr8m0G75sNsy+eeQtnXxMx5snmMQSDxtOxuGTVVvYOh1N03hXGRxmtaN9/bYRgEPYtaS2qirxjYydeC339Odruvn5zojWRMsW63+GwHf6bmKlOgh+9g7Z7bkjbsBjcSkx/ddR7bkxbp1nQ0ZAhGDEXXlfl4wSObIueIRMmnoCHXXuPkYOoXwkFEVr+vmEYF1zxccQo/+r4nVB80bXhPZx7CBUvMO2P1PUjqJRBYctD4SkuWA88IkYwLUbrrVcgFC7+DBHU7SYYOxrLpEOhFA/rp+5gpZlViJ8oqWvM+DWWsvntI3hIEcwmkjlfAdcykJZsAYlOpLhAzSv/fVdkO5Gg/ruvup5l330d7G8Ca1pM0XnHnQRhsh+riB1M5+JH0fnyM7GqDuh3cYwqnHWlqRS34lVIGAYKY77IhQCbDdY990XeYcdCnbCzcXwSr0qtt/wZuhGYKv2FGfNK6z0z0t9z5vU45AhGTMGGc343Tgl1XEegaQCH2SZkxkSRo6zrY2TuetnZ2ByXvQflF6Lg9HNjhqHsYjDNcGoUMXS11avitmWJhpiIV2PZbR/kO081XqpiFUEMrTddGl+K2MIiI9C4Omo0gp8siyv2cCx94v1dvFYqpFxlr1t0fbxtc63+kCSY7knsqK7csQOoZugnKQqNZmbbYL0apWphKWPGoXD6RcYFrJlixID56F10vvy0sRPo+Vxtpn3POkZK2Qm7Iu83Tlh22MUUtKI/kcNI+ybbH2bID9gmOtz/TuVTVrxTkvb6Q5pgeqItjOkIwdPA+q918HgQ7AAVCIBEpseeReQJJZ1COuBXCM0gflNn2ouYd8u0ODFCb3HcKph+kWEgZ7qEQgh98QmCH7xteEMbr03Cg3qTV3VYOYoCsuVDcZQZZv/W/Q+Duu0E012KWDFtc//eKzyE+caZV5MIt9vrPLMzT7P0aSQJJgbW3Rkfe/1lRv8k52svOGWL/PaOTwfVRynKWNQddjai/Yvn4USKvrHFiAEjAlcFnvP03tkQGb5KtokHQdlyq4SN5joWPYTO/yxKRL2MbEOAz+72ZPRdX6qBkwSTRISbXZX/1MFnJlFkUkUJy2CRPVJY5iZaRE6k9rl/7/W6o5SNQOHsa437j4QKMzqeehyBp5+IvkNKSPjAGolg3NDUimBeaIOi0wRotIcqXEaYJjGEIWbkQswdKujA4iHsUiAJZmDrb3Nr7/RpTqjaI7TJLSFJYpMuRvgEiRi6lp32SEw2s5HYXlwIdxfh2V00u9bwpI67hIJodd9i3Puk3WEx5u6VRQLze+zuxvN6VhUpizeusW+vsrJrELiRmbcPl1JYRHSwgC4a5m64M25ccqSBJJgkTGTLmVWHa9bg0wDiuORIQscJihCWwvknnGy4IyRSRPqT4Htv9CIYER5T+BzFU8TzuLhzCX3a27s7HhmprEuET+11nl1j9eFzVVwPpnNBcPSvS/c73A1nxZKRq79LghngzIo7Gl915U9EHPv9dYB9Jbu58CEq+O30yClKInSYDIIRl8atd13fFWohAwsD7SE1eOjIOU/1j04eRt/VZ0zZqdCmPgJg714/E9501HkOysAhpkUlSTADgFnE5/WveX8VmMx74g2gv1Q0Fc6N+SdP7/IJMhmJYkAE09mBzucb0fHsoohWyKkYZ1wyWUChXGN3L+rKgRtH8dc4lzNjl+4mDP641N2Y4Hk0jo4ztKokmAFMTHNNxQKd6aQBiMiYpurW4w2rXyPodgyiSYhgmA2fKRGgyjAYzODCxP9zjN77SKqtTSipX5OrYo0C2lIY3JGuP+qYu3jIBqaSBJPgQm+uLj+LFapjJkuCIjKvmcVqGOSJ9K3CQI5s4Z+04yWY0Kfvo/OlZyD+LWxdMr3ooEPL3A2vJapnc03FFGbFw8zERLeXuhsuSlRWtreTBJPADP502jGjCgoK32ZgmwSaZ3wTwwJ3+x1hO+QYWHbaHSKG7uai612vPn1fkS661jCw23w0EPFzv1qB4DuvIiRM96OE48w0QEIdoa1GPDiwYN6+6orPmGgsgy8pczfWZdoY06WPJJgEkG6qcd6gMC5PoGnWNbHssLORtcA68SBAtRixe9sfq4f2+S/BqkTqk6Lz/2LEgkGLv8vb+7XnDYLJxqIS7zqsrrF3/Is4B7JhxoknkaIeFSwovHooJFiLBI8kmDgXjqjuczl/BpB1r0YJDPWXJkSw7rIXaMzWCInYtz0SoIlodiL8gshZLeKwiJSz2VwY+q9L3YtfGugY3nVNLJzkfi9yJPWBdpAF7SXBxDlJ62dMqbCQ2hDOsKqvKGYGEX2lQX8Imv6jRbXcx0BXOH5ZMhYBZrq2tL7h6oxVMIsUkwQT52R5XRUfEij2syNhPan6aSWj9nmh+zVCWPuSqj0u/A/j7FZWTyMCDFpQ6m44OY1d5mxXkmDimNrHq6psR5cG2yj6LiTIxI1au3ZhuItCn6uiBkx3gjIrt3UcMOR8VWb+tJ30w8e4l6zP+cGmeICSYOIA2D9j2vGsaE9FbMLwWS3KqUVzFkWuI0J31kyZRbp6qySZOMBPZ1Xmjnwoe+bLbAEDRl0STBwQeqsrHiCi0yM0WddZULC72RcDb03FmcTkFqmB4lBBVk0TAlZVOTHWH4o0qZLV3UiCMTl9L02enL/PBMcyJuzctwmBVpaM2XOXeC0/m2oqphCThyCcdmXJLAT4MYe78ZTM0in7tJEEY3LO1p9+4lhLgWUluCtL5ObC8NnH7jUyXnLpbt86c+oJoZD2BBNFjS1iUk1ZLQoCIlecSXcrkWv4h+d8lvEnL1iwKU2lhDYRBCTBmERNxO/tJP6Ee7wAiYBCwWJthxG3DdDq01XxGEC/NamKrJYAAjrzCkVR5oP5CgD985z0kUki7LmKP5bN8TycQHeyySYEJMGYXApraip2yWf6qPsFSTiysYYby+Z5/mxSRMRqfpfzKgZfE8ff14F2OaTaE6gDauiIkjlL3m6uqXyUmU09QRPoHbu7IWsygmbipEqCMTkrLTUVu+hMYgdjYMaMtY56zxjxl86kiIjVvK7yhQRl6kDlyPbhESAgGLTyoSPuaXzr5xknHp9HlgY2ZSZAusJadUn94n9KbBNDQBKMSdyaXJWHKOBXRXWxYHXov0mGObmQ56uuXAXirUyqIqslhAB/Za9r3FE0bampbNDB5WbEMPCDY8xe2yV6x2amj1yuIwnG5Oyur566r4X0t43dC+ApdXsqTTaNWc3vcnYwkBezoqwwMASIL3HUNd4qUtQAnR+ZDXFKoKfs7oYTB9b50GwtCcbkvPvOm7IdBdUvWIeuWqzHDJuz4BWTTaNWW39mxf6qlZbKiUgGmjFkEP3QmZ8/SdgqGUclxfKUuEszU0SOo5W86oqh7rxoBquedeS6NonYateUEYVQPgPR+/Ym64mUpOdLf7XzaSYkFn3bpO6y2i8IhEi/akTdYiOlq9flbADgNPsREPCuolovTtYfl6EwL2axHQpYRB2jcL0fj3GvaazUjKhf9E4yABHJ2vLaOsT9SzzOjxqI1ExL8ZEMPOKVYYSkjLORyBRQUufZvfty3lft/A+AY0wLIrSD6bHOgvzLR60OeZP1hybOYWRN9XjnJ2sGlgpFfWdPvddx36JzkiXbN6O8DoriMiuPdf6flodL1QBVg+gsAg/l+ftC15SLFAvvBuabzGII0MagGpjcM1vAJheQ0+LiKwYzkVez6seL1ynz/Q+tmkN5gcY90zy7qoxuW9AUd8MwDXj26WP9rc2fmTH6Es0JaLG7PSXif6+cdVzJiE7bGwSKmbMnGbpmkgzxggcF0+33eR7q1qupeuo5KvFdDDbjcsE64aayut72S/6aaROg6w8yYT/EkEPAeh3kIVvoBsfdS77JJHwyTRdJMIM0I74Zzjeg4ECT3esWqBcXuxfeJuqLj4FZXwrwL0FwTQrK9mrMeKe03tPP+E14qCus3mYqoBfjP456z7F9seBaWFrXTtulLRiamKfysdCV0SzsnBQw6WgDKe+wFni1IxD4eMuHnhNRDWWJgYAkmEFYIv4a5+2s43wzUfHEBOlMDaX1DZsN8bwu54UEGGQz1IoOvFXm9hwQbtwbZpRfrSpKzFxGzPxtaX3jdkMNu8EYrySYNKPuc5VfClZuAJkLncnEn5bWNfY6CvlqnC+BMTnNqmdGd4z1bUHt0DHzl4SNKO51lb9HUPaJoWyLY9NxMzMGlbtaSIJJ49x2xYDBPLM+Rwxe7nA37tHXHcFXU+kDsz2NqmdMV0QIatD+WFa35NFwSomXOVt7++poITBEWtjVXuuoXRcs2JgxA8tRRSTBpGlim2ZUnKsqdFe3L1O0bsW5n5hvcdQ3/qlvvZYzqw7XrKHngbietn8RQ/wToLRBUbaBpg1aAPJNT8zvqyrPK7YEHvJ35v8d4BlmpkPX9TllcxdHfM3zVVfcRESXRTGia/3Ra91SEowZtAdWRxLMwPCL2bqLEIJzibCDiEcSszC+UNhyacncJxrD1fW7Ku5mpnPM3N/0a094Hpw3c11e87qRbBluCagTAuByIuU4Yt4+pm7JrRBUteA+w+Y9ZSRY+uaMyY7hNvsruomA6grxEyV1jVXR1PHVVDSBqTRcHQa3rvbaJMEkdz7DSpMEkyKQDX8XClxHjEoGRw0mRTAsWjaC6KF11vY/TbjrmYjJm/2uyrcZvG8Can9g91r3j2QY5q+p/JKZx5uXSx3M+nqFSBj+hRj8MzGGM2OCGfIjkA41dLB9zpKl3X16p5cfRqoi8hFFfW6O9JLUU3d/dcXDTPQHSTDmZzQVNSXBJBFVrp2c710zrFKFOguM3XRgWGSAhZ0WBRj8jR6iBnIodaV/X/RdLHV8LqeIdD88Vr2evzNzq4O2GEVud8QkYC01lVM1ZpFSJeaxiYBOTef/84f8/9pu/su+Xh+2q/JJBp8QSz+xmVPA99jdjef1bu8UT80XRmvPwJelbs+EaHVaZlYdrmnB54D+2RvkDibW7CTvd0kwycMS3mqnOAr9sWcgbxKhY4xlpZgJAAANhUlEQVQLBwZB6WRwC5g+UQme9QHvg30/0Fjq+GoqgmAyHyicSRimneCoa3g+hmylyVXxqQL6VSwdAKxr2agePO6RhSv71t20CzHlCMrQl5W6F0/sK8PncnYginc5EX1tr2uIudvyVld8TUThnqPlHYyJSU5GFUkwyUCxjwyurbUALxsk8PLLwLqRI/WqBQtC4v8PJEDVhnN+N86idX7LbMpitUsrxp8d9Z4bzQxzU6YDE8GVKMjgS0vdntv7yhW7uObVpd5Yx8JN7XxfYtXYvh7Kza7KJ/XouyBh1eyIhaXXVfkPAs8OM/b2H+UrkpklMeA6kmAGDGH6BBgxaRR9KdhsFgJeH4S6x0j3ojVmtPy52rmXjSBi3sR2voxAXFxVZfOXBpcD2CFWnwxuduQFxlGfOycjNEZA/SrSi5vRbszew2MFgfK5KqsAfqzvnQ4DvlK3J+wFcCyd5e/xISAJJj68BrV2c3X5WTqUuWYuUQ1FNwVYMqs0u6aMaIHlvzp491htGHRbqbvhon47GEDxVTtfIcIhsWQQkb+kybIVhbFH8bkq1gC0ZXgZ5LeP2XNEbIL57XjmzteJsEVPOcS0zl7fMCqWfvL3gSMgCWbgGKZNgvDmhq7PNNmhzx5wbEfz5/e6hI3V1uuqfJzAUZ+Au2TQIoe7YVo4ed5qp0iNOyvW4tJBP5aO2XPbcEThqymvg664wodRMEcwQjd/TeVrzHxwTz3DWUfHwkX+nhgCsdZAYlJlq6QjYNxt/OhYZDY4FTHuttd7ZsWrSLOr8m86+JJY7YjodXtdQ9hdipFil7QnY+60Ijgdir590088EhbLs+D+mS8Z8DvcnrJYdzBCTrOr4j4dVNOLYHQ8UDrXc0asMcrfB46AJJiBY5gWCVxVVdw8PPg46yai3zHY7vZYiOLPeLDhnJMOUkOh12MOinmpo74xrDe4QQ6qRTwRR7ZnMd6p6U+OuoabI/Xld1Vu4HAe4wyfo97cHUpLTfnZGitzevShMeiiUnfDnTHHKCsMGAFJMAOGMD0C4iIY4p8cdY2jE9HMcMaEEvGj75YZLRC2QTCK5floOxgi7igZ7S+l2pfFk3TY4nc5P2fAyATQsxDjO3u9Z1sz4/PWVE4l5oU96vpULXhotwWxGRmyTuIISIJJHLu0toyLYHRljmNuYpH3/C6n8JfqZfwWdqC6/nfH3MUXh/utZUbFuZpCd0cDiJlfKq1v/HW0Or4a53/AOKZfHaJvHXUNpsItiNS8gZD+ZHfKWCL61F7XMOQCdaV1sfboTBLMYCEfZ78vTZ6cv88EE3cwDFYV3m1YXeOncXZhVPdVO58F4TfR21JQZ+38svrF94Wr53U55xFwVkQZzB0arEcOr3/ijWj9eF3O+QTDcLH3Dkahpfb7GkwF62qqqZiisOLpjlLHjLtK6z3nJ4KNbBM/ApJg4sdsUFowoDTXOB9gxqnRFBAhJe1ujy0RJb3Tp24DVX+RgKhWskxo7wBPGh2GxISePpfzXQL2jqgDUYOj7pcAWpHqRTKUI+B2u9sTzoCunyhBMCpoETMsIoVsMKhPHnG/jKGbyPpIpI0kmERQG6Q2G6rLz7KQMjd6yAf+yuFujGnkFm4IwpDPSvpzDDiiDpH4W0dd+IhwYqe1944OEbe4IJwM4RdlUbCfmR1Wi6vyfI35jj5P1QEF5CpxNzxgZhqMHYxODSLAF4M+cXgtE2UmADPIJaeOJJjk4JgWKYYDXyj4UtTL0wFkIVw/Y0qFqige4d0ddZdEuMNe5wnrkCgCoze3BteHI0EhVSGaNqyuYZEZwDbWTDslxNq/ekX7J/ZaFMvk4jkLRWbGmKXriETiktfKwOxw7g0xhcgKCSMgCSZh6NLfcJ1r6mgL9B8iRmsj6KpO1w+rb7g6Ee18Myv+DI3+Gr0td2ps/XWk+5NNT9QvhN+94EuHz7qr2R1Em6uyqpP539SD8UTyM7vbYzpcRdcOBo+DSLcXFGxPdzy6NhFsZJvEEJAEkxhug9bKV+0MRYrnK8IotBHvE+5uxIzCvurKRSCOmnNbYXqwpL6h38Vrt/yW6sprNOK/hOmPQ0E+MJ77D79r6u911v5F3U9AxlZGucbuXhQzsHd3/15X+REKFA8Yr9nrPTHDSJjBSdYxj4AkGPNYZURNb7WzlQiF4ZQxfHvqGkxZuIZr762uWE5Eu0QaqLhADkDZJpLzpLA29q9xLAbj6J4yjA0I4T57XYNZNwej+UaX88IQ47buExuBOxUtNCkeG5bVZ0zZqcCqLgl0dkzb4sFnTR2rMmKic0QJSTBZNpH+audbXcnB+hcGe0vdjQnlSmqdecLEkGZ9hoGRkSGh+x3uhojPzyKZXHNr8zsM9DLyY+bVjrF7bxPLObFvv/6ayjnMfHb3f2fmF0rrG3uRV6zpY5er0Id114dzzIzVVv4+cAQkwQwcw7RK8FVX3sLEF4ebOJF32V7nSciIrLmmYorOJEIbhN0dAYiZ6mNT/GER8rKneqwHtT+U3R8+C0A08ATBgLmm+8K4DdrIMe4lIqJfXKX5vGk7ldy9MGyak7gEycpxIyAJJm7IBreB4Uioao3hnAAJvNzubtwtEQ2bXBU3KqB+WQyELCN+rsJn9EzXGq6PppoppyisPtLrN8KLjjrPUYno5HNVLgTYSDhHTEvt9eaM6xLpS7ZJDQKSYFKDa0ql+lxOEbt3676dDMQMvslV8agC+l04xRm0uNTdUBFrUN4ZzgtJ+SXjJDEFFIvlmGFzFpgKodlXvjDYA2MiFITsnY6R8YaeiKWv/D31CEiCST3GSe/BW13xABGdnkyC8c6oeIUUOqyvTHF/UlrfONbMIPwu51UMXNtdlxmvltZ7+sk0I0vU8VY7vyXC1jpRXVmcF8Rm+5D1UouAJJjU4psS6eIookJ9UJi/9+xgIDsYr8u5kvqEuSRCCJpaYZ+78GkzA/G7ymsZSpcNjvAZULi8pK5xiZm2fevU1sJy4eqKFToQunNM4261tTBiGsuSXQhIgsmu+er6dkVsmLLQB33zGCWdYIB3S9ye/c0EdhJ69SQY8aQdtPKhI+5JzO/HO718b1ZpekdAvztSHuosnLohp7IkmCyd8r73HWIYAyEYX03FGnDvGLg6ab+PlAM6HGxel/NCwuY7mLagGjxs5Jyn3stSiKXaSUBAEkwSQBwMEcJtwAptBUAl3f0PiGCqnV7QL06ORPRTSaFlV7ptgXBcNFWEL5OFVI/xSE3sDVlwXKI7GFMdykoZj4AkmIyfosgKbkr0Nn2gBMO1sPhXV2zoSVY6uK7M3bjZyM0MTCJdLnPHh0RUxIy1OixTY8V8MSNX1sleBCTBZO/coWX6CbtpqvXD7ti3xPjMXu+JaOofaaiCYJpXO9f1DNOggw4tcze8Fi88vhrnS2BMBvgnja3TJMHEi2Bu1ZcEk+Xz6auuuAlEl4lhMNHXpSZSqvYdcl+CEa9HJTzKHi2XdSTYNpxdWa3q7CZgbYjlDibLl9eA1ZcEM2AIB1+Ar6aiCUylIql7qbuxOF6NBMH4VjubCBi2qe0HDrcnckS6KB0YmR0doY0MfaXNYju9aM4Ceckb74TkUH1JMDkwmetryq+0QLmGmNpK3A12s8/KPYfudzlXb3ZSjCOfdTj4DENAhSYUKnkX2eb8e2kOQCyHkCACkmASBC7TmvmrK98E6SNLimz7xfPy0z0On8u5DJvi6CoBdeeS+Yk7B4qwDb7VjnsKmG7Or2/4ItOwkvqkDwFJMOnDOqU9bTjnd+OgdbiCoeC/t5z31CfxduZzlS8EK1OJSC+pa7AmkrStZ58iTEIidzjx6i3rZzYCkmAye37i1k5Y6Cd2RCq/mqFeDPB6h9tjKudQ3MrJBkMOAUkwQ27Kww94/bkV+1uDyl1gaDIsglwUyUJAEkyykMwBOc3V5WfpUHd21DdckgPDkUPIAAQkwWTAJEgVJAK5ioAkmFydWTkuiUAGICAJJgMmQaogEchVBCTB5OrMynFJBDIAAUkwGTAJUgWJQK4iIAkmV2dWjksikAEISILJgEmQKkgEchUBSTC5OrNyXBKBDEBAEkwGTIJUQSKQqwhIgsnVmZXjkghkAAKSYDJgEqQKEoFcRUASTK7OrByXRCADEJAEkwGTIFWQCOQqApJgcnVm5bgkAhmAgCSYDJgEqYJEIFcRkASTqzMrxyURyAAEJMFkwCRIFSQCuYqAJJhcnVk5LolABiAgCSYDJkGqIBHIVQQkweTqzMpxSQQyAAFJMBkwCVIFiUCuIiAJJldnVo5LIpABCEiCyYBJkCpIBHIVAUkwuTqzclwSgQxAQBJMBkyCVEEikKsISILJ1ZmV45IIZAACkmAyYBKkChKBXEVAEkyuzqwcl0QgAxCQBJMBkyBVkAjkKgKSYHJ1ZuW4JAIZgIAkmAyYBKmCRCBXEZAEk6szK8clEcgABCTBZMAkSBUkArmKgCSYXJ1ZOS6JQAYgIAkmAyZBqiARyFUEJMHk6szKcUkEMgABSTAZMAlSBYlAriIgCSZXZ1aOSyKQAQhIgsmASZAqSARyFQFJMLk6s3JcEoEMQEASTAZMglRBIpCrCEiCydWZleOSCGQAApJgMmASpAoSgVxF4P8BJDBLwZvO5hIAAAAASUVORK5CYII="/>
          <p:cNvSpPr>
            <a:spLocks noChangeAspect="1" noChangeArrowheads="1"/>
          </p:cNvSpPr>
          <p:nvPr/>
        </p:nvSpPr>
        <p:spPr bwMode="auto">
          <a:xfrm>
            <a:off x="155575" y="-319088"/>
            <a:ext cx="666750" cy="676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" name="AutoShape 6" descr="data:image/png;base64,iVBORw0KGgoAAAANSUhEUgAAARgAAAEcCAYAAAAcH6uaAAAAAXNSR0IArs4c6QAAAp50RVh0bXhmaWxlACUzQ214R3JhcGhNb2RlbCUzRSUzQ3Jvb3QlM0UlM0NteENlbGwlMjBpZCUzRCUyMjAlMjIlMkYlM0UlM0NteENlbGwlMjBpZCUzRCUyMjElMjIlMjBwYXJlbnQlM0QlMjIwJTIyJTJGJTNFJTNDbXhDZWxsJTIwaWQlM0QlMjIyJTIyJTIwdmFsdWUlM0QlMjIlMjIlMjBzdHlsZSUzRCUyMnZlcnRpY2FsTGFiZWxQb3NpdGlvbiUzRGJvdHRvbSUzQnNrZXRjaCUzRDAlM0JodG1sJTNEMSUzQmZpbGxDb2xvciUzRCUyM0YwNjY1MCUzQnN0cm9rZUNvbG9yJTNEJTIzZmZmZmZmJTNCdmVydGljYWxBbGlnbiUzRHRvcCUzQmFsaWduJTNEY2VudGVyJTNCcG9pbnRzJTNEJTVCJTVEJTNCcG9pbnRlckV2ZW50cyUzRDElM0JzaGFwZSUzRG14Z3JhcGguY2lzY29fc2FmZS5jb21wb3NpdGVJY29uJTNCYmdJY29uJTNEdGhyZWF0MSUzQnJlc0ljb24lM0RteGdyYXBoLmNpc2NvX3NhZmUudGhyZWF0LnRocmVhdF9hNiUzQiUyMiUyMHZlcnRleCUzRCUyMjElMjIlMjBwYXJlbnQlM0QlMjIxJTIyJTNFJTNDbXhHZW9tZXRyeSUyMHglM0QlMjItMjAwMCUyMiUyMHklM0QlMjI5NjAlMjIlMjB3aWR0aCUzRCUyMjQ5JTIyJTIwaGVpZ2h0JTNEJTIyNTAlMjIlMjBhcyUzRCUyMmdlb21ldHJ5JTIyJTJGJTNFJTNDJTJGbXhDZWxsJTNFJTNDJTJGcm9vdCUzRSUzQyUyRm14R3JhcGhNb2RlbCUzRV5Rg9QAACAASURBVHhe7V0HeFvV2X6/eyV5xpKdAUkIK4SyV8JeoYyyYssJpqUFCiSWCRAg/IxSoJhRRqFlEywnJYwCJSSWE1YZBcoKK8xAIOxAQkhiSXa8JN37/c+5joOHxpUsyZJ8zvPw0KJzvvOd95z7+oxvEGSRCEgEJAIpQoBSJFeKlQhIBCQCkAQjF4F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0BWI+CvmTbBXrdwZVYPIoeVlwSTw5M7FIbmrXYucRQWzKA7Hl07FMabbWOUBJNtMyb17YWA1+X8UgW/MMzdeA4BuoQnsxCQBJNZ8yG1iQMBBhS/q/J7AHbW9fNL5zbeH0dzWTUNCEiCSQPIsovUIMC1tRbv6g++V4DRAFY53J6tU9OTlJooApJgEkVOtht0BPoQDBNwtd3tuW7QFZMKbEZAEkwGLwaeXVW2trltTLFitbAeDMFi0UPFamsglNfR5l/TuW3ryDZasCCQwUNIqWp9CAYErLa7PWNT2qkUHhcCkmDigis9ldk1ZYSflcdBdETYHhkaEdoAtDDjEyLlgRL3oscy+ZKzqaZiSlld45JkIhiGYKCDLih1N9yZzH6krMQRkASTOHYpb+mrdl7OoNkgHhltohgQf70Z4BaF8Jwe0u5zzHvyxZQrGKMDrqoqbi4NPaYz78bES8vcjb9Lpk59CaZLNv3ocDdslcx+pKzEEZAEkzh2aWkpjkn+1sBFAF0KwGqmUyKEWMeHrGgPlNYtuctMm2TW4dqq4ubV2sU69IsIGEZApwqUF7s9zyW1H0DxVVesIqIxm+Uy0BbUdh4zf8mKZPYlZSWGgCSYxHBLe6ufZ5x4vFWx1BEQz19ncfG50gblmgL3okfSobR3evneiqo8qQNjeiyu7x1uzzap6N/nqvQBbO8pm5kfLK1v/GMq+pMy40NAEkx8eA1qba6dnO9f43gSjCPjUUTsaHQdzzrcngqi1Bmjbag+6SALaS8yOL+Hfkyk/MVet+j6eHQ2W9frcoYIUHsRDNDiCDi2pvnzfWblyHqpQUASTGpwTalU34zyW6GQODbFNX/ilaXE7RmXistg/4xpx7OiLwFY6Tl4AnW0IjRujHvJ+mSDIi7Dfayu64cCA2TRDrTPWbI02X1KefEhENcCjU+0rJ1KBHznnngkBy3PEdDrg47VJzO3QlFOL61rWBSrrtnffTWVR4PxFMD974gIbzrqPAeZlRVPveYZJ1WwGvKwuOXuW5huddQ3XBKPPFk3+QhIgkk+pmmT6KuuuAlElyXQYTtZ9Kn2exc/m0DbXk2WV1UVj3EE1xKhMKws4kscdY23DrSfcO391c6nmHB8WNnMSx31jQemol8p0zwCkmDMY5VxNZmhNJ9d/ijrysninTqeQqCm5iLLhHG3LWiKp13fur5q5/MgHBVOBgP+IGPyqHrPBwPpI6xsl6vQj59/AjAsPLHRD/k6jsyvb/gi2X1LeeYRiHNZmhcsa6YPAb+rci2DR8Xbo868uqy+MWHLV5+rsopZ/zdR+LsgJvqktK5h93j1MlO/ZfoJu2mq9eModYMBTS8fNW/guzQz+sg64RGQBJMDK8M/c8oBrFle73vBamZoBHrK7m440UzdnnW4qsrmLw2KQE8RHQwZ8JS6PZXxyjZT31ddeQuIL45al/FnR73nRjPyZJ3UICAJJjW4pl2qv6ZyDjOfnUDHDGvoaMc98Vn++qZPnQFVrx+MD3yda+poK+kfgTEiWv8EvdbuXnxNApjIJklCQBJMkoAcbDHrZ5841tpq+ZiB0nh10RmflY717UO1L3eYbet3OZcysH+0+opCrpL7GqKTkNkOe9Tzzaj4MxT6a6ymBNxtd3tmxaonf08dApJgUodtTMnGC0yJNrx03qLvYlY2UcHvct7GwIUmqvarwrpycencRX8307bJVXmISvrzzNTToK5XU7GwdOKzSuuSGwRqVVVVWbEjuIwIMS2DFeInSuoaq8yMSdZJDQKSYFKDa0yprTOrJgb14F0WRm2yfHS806duQ4r+AQiOmAr0qUDM35T4bDuZCf9g5v5D2KZYFJo2LIn2NkJls7sXY3iMFxz1nqPjxSKe+sLYj1JgRBiPDplcVxLMIM2O/2zn06zjaCsrBxXVL3onWWp4q8s9REpFAvJ0C6mnFtctfDRWW2+181UiHBKjXiAU5MNG3N/4Vix5Zn8XrhLe1Y6vN0Wwi92M8Zyj3vOb2BUTr7HR5bywCMq/yb1oTeJScrelJJhBmNuWmVWHa6Gg8Cy2tfisw8ctGJgtSs8h+Fy/HQ90fpnIsBhYUur2lMdq66upWAOmLaPVI6A1xJZjhtc/8UYseWZ/97oq/wHos8mk0Q+DFpS6G042Kz+Rel6Xcz4zWsrq5V1POPwkwSSyqgbYxldT+QqYDwOYHe7GuEz9Y3Vt3FGUBlcRIljWRhVATXZ3g4g9EzE6f+v08r2DqvIqgKKoohiBkI0PG3FPcnYwIv8RWF/BfXydoumggG4pcTeIMBcpKz5XxRqAfmrxWo9M5h+KlCmcZsGSYNIM+PrTTxxrybd8BSBPEIw34C/bbv7LSfP6FUGY/D++/yqIDoh3aATSFMLJ0e5NmlwVNRbQnTpgi7GDYY24IhlR7N51TSwcz1t/S8Qj4xlTiPSrRtQtTokXt9CDzzjD4bf5NwD6RpBykqOu4fl49BsKdSXBpHmW/dUVDzPRH7q6ZdahHFbmbngtmWr4XeVXM5TaRGQy8xOl9ZFfXsy+VCXzFak3ZuZGxWAEdZw1KoWpTLwznPNJwR9BCCGkzHTMWzTXnHZDp5YkmDTPta+moglMhq0KgXRd044onbf4f8lUY/25FftbgpRYqAKmHxz1DeMi6eOd4XyBFHPxaJJhByPcEQB+PG58GOutun5M0bzF78fd1kSD2lpYLlzt9AMoZEBnnc8vm9t4j4mmQ6qKJJg0TjdfcMoWvvb2n34BnZksfHwyvJr7DEPxVTs1k3ehfZqS7nA39Arg1LNCVA/mvpJIuWoggaa6wkDwM+gTUMrMlDHwhQPK5FS97mw4u7Ja1dndrYuu83mSYPrPjCQYM6s1SXXChVdIRXhHkfGw2eXsYJMxfHsNj4GOjrYttnzouZ97/nfxRLzuR8dONsITAMabgYRBi0vdDYk8maPlnKknaSFdPJlbzPTVt44CWlCSohcknjw53z+hdCWIN4cvlQQTfpYkwSSyehNoIy5ffas/+JSACb0+XOAHEa82mVHmNhHMBkb8BneGbsQrSEeeTlDBSgGI88mInsd5RLCGDfAUBhMCAgT6l0b6q2D+ttS9+CUz0HlrKs5UQG7mxMjFGIKC0+33eR4y01+8dXyuiusBuqJnO0kwkmDiXUdJrc+zjivxBfJ+JEZxL8HEIXuTrciMBa1ZhbgWFv+Pzh9A2MJsmxTXCzK4XcSgYcZqRcE7pFleYpU//U+T8t3Jm5LHCYz8nfl/J/B0EfUyUZ3E3RbDtqPD/W/xWpfU0mVn1LEMoBJJMLGhTXgSY4uWNXoi8NNpx4zKLyhcHe4+IZ/pV8kMjGTsYKqdqzlzCCbsYhCEozN/quuhB1TYQKpew8Ckga4cBi//4Av/pCNeNu+8abbPZlfl4zq4n3+T3MHIHYzZNZSSelEDJDFesdd7fp3MY1KTq2KNgujWtikZaEYI1S9zuBf/Ldmq+F2V1+vQr+hrSSxCArO85I3wRyTZsyDlhUVA5AsiVVkW7kdiCpQUB7en2578caDwrZt5wkQbW6/TdT62695kaBVxPPqP11LQfexK1uibayqm6EyNXUk0+5WAxvrM4fWL/5ms/nJFzpBbgIM1ca2zyvcOdoYnGKETMf/LXt94aiL6iSPRxpppLo21Cwk0IR5z+kT6y+Q2RPjUXufZNZk6Gl7qqi7Cc4aN/0vAWgqok0vmL5TZJPsALwkmmSsxiqyWmopddKbl4TJsiGY6c0eezgfFYxgmUrS2rdWPCmnabQzaOpGQmWkafnq6YbDGoZOHz31SPKUnpQgfKIb2IhgRjQ/FnU+pu3G3pHSYY0IkwaRpQjec87txaqhDBJaKjDnjP456z7GxVBJWpBesmnYiVO1vxNhBmATHajM0fuevHO7GHZI11o0zp+0RDIU8RLRdVJkm5y1ZemWTHLkw0zRbXU+weSJmSPj8QZv0iBXmsXX61BMCin47EZL2IaUJgtR2Q9AVXa8uSdI9SJehnzYfoOhe48ZfDOUau3tRQr5fqQVl8KVLgknTHBhezqs/+ATAr6J1KY5QShgjMRE5zc/qo6TgKLOGbmkaWkZ0I+5eVvKqfSe532sbqEIi7gyBZ5uRI17+dFWdVjpnocdM/aFWRxJMGmfcW+18UCGcFukeplsVQSC6Sq7hmwJmN9c4b9AYFyQW4yWNAxzUrigILXiOY96TCXs0r6+euq8K/XYCDjJ76BS5pUpJnZQqn6dBhTQJnUuCSQKIZkV4p5cfpqjKK7EIpkse6QR+h4HRBIwbiGWrWf1yoF6AGC+ErPlnD7/3sVVmx7MpSNctBDotbH7tKIIG8vpnVr9sricJJs2z53M5A0jECTHNemZ1d4T1FsYfYgVT59lVZd7WQJVCyp/AvG1CY9ZCRznmxZdTKqF+srSRJJg0T1yziOEK+qMIiCRLChEQABPPdLgb6/r2sto1ZUQ+lP9TgHP6+hTFo5GRiaG+cYdkWmDH03821JUEk+ZZWnvBKVvktbeL7bs1zV0Pze4Y79lJmQL3orXtrsppnaRfoLByAIMjxrwxC5QCOqPE3fCA2fpDsZ4kmEGYdW91xQNEdPogdD1Uu+w04sowVLOXt7GAEo6adnfD8Fj1hvrvkmAGYQWIXYytrW0ZEY0ZhO5llwNFgKCrujJrWP2iewcqKtfbS4IZpBn2VTsvB9H1Q968f5DwT7Rbw2iasdRe33BgojKGUjtJMIM02yK/M7H+YEwz9EHST3YbHgECvCXQdpTpYs2tEEkwMXASnsq+6VPH2YDdWNWDsZ4+zcAuZPpdlXMB/QwMwZAKZjDKzDoUtKjKpOI5Cz/KTP0yTytJMH3mZNXsqrKi1sAlKmgqE7YnQGFmAndBJf6XSMWoAx0K4xMQnizxWm82G/KyKzbvsncJyp6ZtxykRtEQsFksBxfem7xUuEMBbUkwm2bZP2Pa8aSEbtSJdjFeG8zEhBWmLCQM+ykA0Aqm0LzSuiV3RVs4flfl2wzedygsrlwZo7h10UG3l7obLsqVMaVrHEOeYDaFUbgTjONB0dOhxpwUNvY5K8DqxSXK8JfJ7e7leOevmXolWL9OmtjFRDJjKhBEgkhcWur23J4xSmWRIkOaYIRzm0XRnwZjRFLnTBAN0ZetgVD56PlLvvhy1nHFozvzzgox/pH62C0EKijoOs51dghf36QOLR3CyGIB8gqAYAAcECYsg1MY3GoFTU3GvdvgjGDwex2yBCN2E8z61Ykm9jI1dQxxe3M/KbqXdHV2qkNZqqPHwXrIUbDuPtFQT/vuKwSXvYngJ8uMjzXjCxFsh/0Glp33hLrlWOjNPoRWfIzQsjeg/TTgcMWmh298FAotLdFHHtl3F2paiKxoIDAkCcbrci5WgBM3eyizcXmbGjCMe5rUrjbxFz//5OmwHXQkYO3vgaD7vWi94xroP4qAeplZ1O13RMHva6CO276fghwKob3uZgQ/ejflyuvAGmhKddm8RU+lvLMh0EGKl37mIeitrryGwCdsCuD8jaaHniCydOSx4hU3MAHQ5i9UoWCHppGVmMaD9clEJIyrRmba07LtiBOQf9IfQZbI7k3aF8vReue14AzcydCIUSia8X9Qt9sx8oIJBbHxhkugpZgkdfDnpWP23o1qa0OZt3qzT6MhRzAtM6sOJy2Y12nJ/yyemCFiate5po7Op1CFzspVAMZkymVt8VW3Qd0qRrSBUBCtt9citPLTjFuleUeVI7/qzJh6dT69AB2Nj8SsN7AKzLqmTpE7mIGh2N16yBFMcmAD/DXOh3TGKQTjSXvQChUUYtiN9RD/jlqY0fH4P9H53ycHTddIHRe6LoF14kEx9Qq++zra6m+NWW/AFRjrNWv+PvH+ARpwvzkoQBLMACbVP3PKAawpLwOUNwAxA2pKefko/ut9UIbZY8rpeGI+Op8XucMyqxRddB0sv4qd9SOw9GW0339HWpQnoteDhcHfjuhKhqewy5WPOneHuE+T8V/MT4EkGPNYha25sdq5V5Dw/mACWTT7Wlh22j3mDmZj7fnQfvphgCNOfvO831Qif2rs6BXt/7oPgf/9J/kKhJEojOsY+JpZ/4QUZRR0TADBz4wfFPAPUJQW0SykBV9UlaL3He5/f5UWxbKsk8H8LrIMqsjqeqsrFxFx5WANSFyOFlZfDGX4yKgqhD56B20P3A3e2DxYqvbrV3GUoeiym6GURTdF0r77Eq23XJEhl9TcZVIpCrFIWyLeITUGtxPTh4qiLCiuW3SP3Omk/AE1Y9ZxShURzovNLqeXgZKUdhRFuGWHnWH7zVRYd90bUCNfCwXf+C/an5gPbjX+AA9qEce6oouuhTJm64h6iCd2beWnaH+sHtziH1R9zXQuwjmIpBAAt4LwtqpYrxs2Z8ErZtrmYh25g0nSrHpdlfUEnp56q5fIClN+IdRf7QZ17NbgQAB5hx8LZdTofg0Cr72AjoUPgNs2Jmn08YuhEgeKzr0C6rb988cF3n0dvPZH8MYWaD98i9DK5V0HluwsRqaDYGfINeJB4z5nSBVJMEma7g1nV1arzHeA0WWnnwFFvCwVzboK6vid+pPMW6+g46F7B+XIoZQ4UDjzT1C375+DLiguch+6B8K4LpcKgToooOxdMn/hilwaV6yxSIKJhZDJ3/2uyie5y4AvowrlF6Dw7MsM8/u+JfTh22i97+a0+ispxSUonH1NWLudwGvPo/3hOdm8W4kx96QT8Q32Oo+woxoSJasJRsRu2aq1tGOw/UXWn37iWGuB5VtmWDJx1YijU6HrYljE/UyfEvrsQ+N+Q4/L16fvsjF3fKGiYSi+5K9QRo/rp0fni0vQ2fDwoOyo0jlnRAhpuj6rrH7xfensd7D6ymqC8bkqrmfGuNL6xj8OFoCiX5/L2QCGM9U+RwMaY34Bis67EpYJu/QTI+45xM5B++aL3r+pKtRtJ8Aybjso2+wAKiruMugj6gqD012YobduhP7zGmjffwV93U/QVq8CQsHNVcSFbuHsa437ob4l8MISdCx5FNzRPqAhDn5j6gA4SMAGJu7QdTJAElfuTGwjUop01tZayDJvWN2iqHGDBn8sydEg2wnmUQIdWeL2bDlYT4LfnDHZUWpzrEupV3Zy5hrCKK/wgqthCXMnI0im86nHoX37JWiYHdbd9oa6wy7GC494So6n6OvXIvTlZwh9/B70H78FCopQ8HtXWEfGwMvPoGPRg12hJbKsiNciBfCzjhW6Qq9B549Um77efu/iZ7NsKClTN6sJxu9yLmXG/jrjtLK5nodThlIUwSKhPRFOG4y+E+nTIJnz/wLxrN2viJ2I3xs3oUTVQ+x0dA1Q+58ejSfzh+eAtey60CWQrrP+MCnKw466hucTmYeh0iarCcZX7fwchB0HKwnWylnHlYzozPuJkDkvR6YWbl6+8URsxjzflLwEKgVef9F4Lcq252cGfCEou4x0L1qTwLCHXJOsJhi/y/kOA5PErGmEO4bXeS5M5ww21ThvUBiXp7PPZPVFZSNQePp5YV+XktVHJDniGNZ2383QvetT3VXy5YtLWi10yvC5Tz6RfOG5JzG7Caba+RQTjhfTQoAW0kO/S9fEs2vKCD/U9wBENkPN4PVi2f5XyD/FBXXr/gGeUq62phk+RR1P/juj3BZMj5voUUddw+9N1x/CFbObYFwVdzPo3O75I9DP7VrgyC3nPfVJqufUf075sRxSnkl1P6mQr249HgUnnwU1zItSKvoLK5MZoa9WoH3eP6A3Zd1OZoPD7UluHOe0AZ/ejrKaYDZMP3GGqlrqe0FGWMUh5dDSeYtSGh8yWxPYi8BUBWdeEDtAVZrWob5hHTbeegW4STzEZU1hnZXzymRu6pgTltUE01FduWMHsciy1ysei9jJ/JzXMWHCXc+kxG3Yf7bzNNZx/yYTh5ggZ0oFZeSWKLrgaoh/Z1LRfU1ovfUKw34mWwoBb9ndngP66ltbC8vhL0+2TJ7cfyQLlo/UP911gX51LfTBMqtIN75ZTTAvTZ6cv8+Ojle7L3p7gicsJsG42+72zE4GqN7p5YcpVuVPuo7JJPyNsgw5stpQfNU/oGwxNhlwJF2G9tUKIzB5FtnDaKRqh+iaZT8CHwHmnUDKKDDbjfgNYYybxZIRmUEhwjoQNWma/prFynfa5yxZmnRAM0Rgln0m/VFrqik/W2FlTkQ8GesJeKykuOQmuu1B096s66ord7SSfgQznagQDmSGsDYT3vhZWay7TUThrCszV/f2VrTe9zeEVmRP2mci6MwiIgwL2+b4sTUyTpAu8i8R83KLqj5RVKDeT7ctaIpfWGa2SACVzBoIV1UV+0uDqzdlCQivnJhIBe3EWMXE70PHtyqUzqDCm8PwM+sBYioj0HYKMJ6JxgBcnG3HoEizQ8LJ8PTzQKPHQi0dGTa9yWDMrIjxIi55A2+9gsCrzwGDmGhtMMbfs08RxgqAn4jvCUK9JxdsbbKeYMQEbahxXmdhXGnO5W6wl9Eg9i/+zg4fCeuOu8OyxyQjXILwLRLHJ+FflJYizg6dHdB8G6Ct+BjBd1413Apk6YGAOESB1oH5htK52Z2yNk2rKrXLR1ysXbDa+Q0BW6W2p+ySLrynleGjEPzwHbA/zK5btUDYw1j22g+WX+1uXP4KVwKjJItwui8jxLP05x8j+PF7CH36AXQRGzhCEKl856mGEV7w9RfBPRwmswv95GhLTEtLOoor6KGHfk6OxPRKyQmCEZCtPf3YPfLy85flypFmoMtARIwr/svtXdkGQkGIcAiBN17q+rAjFVseVOHcWDYC6jY7GIGqRJxfQ4bY5Zgo4pJW5JPWPv/YiEbH639G6MfvoK9ZFd0tQLUg79BjYD30aKhjtwG3taL1tquhrfraRK+5XoU26jrPHCx/u4GgmzMEI0DwucovBSs3Ze9V7C9TSfbSrjzN43cCqRaEVn+H4NJX+odUiDD7BafOhO3QY3r9Kj5+7cvPEHjnNYgA4BHj8oqYvuI4JTJFWqwgq9XwsI4awpl1cDDY9Qokdh0d7WBN63J0jFDEbkkc06x77w/LbhOhlPVOminuZdr/eXv09U1kZIS07rW/8W+y2RD471PGnU4uFQJpOvMjpfWe2OkXMmjgOUUwm0kGyl+zIXxC5HVARoAo694HAIqyuZpIBq+vW4PQR+8aRw199fdhdwUibkvJjfVA93GnT0cifSw3rYe2ZhVCy9+Hvna1cSTh9WvBup6y5SnuesQdkLrlVkYsXnWHnaGO2caIMxOu6L4NaJtzkxFCom8RxznhrGnZc39Ytt8R4hJ7c9E0tN51HUQwrWwqPT/GvveJxolVXAIzXrfXew7NlnHlHMEI4IUZP0LKwwwMz5aJ6KknOcow7Np7frkPCTMIvWkdQis+RuiDtxD6egW4RWQJ6FqWecc4kT8tjhhcgU6Evv8a+s+ru4JFff050NkJvdPIM9ZFOp3t4PZ2cEdb5B1JYRHIlg8RplN8CWIHJHYp4rgmdipK6XAjml3MNLc9euiZC8nY8YzfCdY994Nlx92gjOkfGa+7aXDZm2ir+1vmTL8ARIEGRicxNhLxWp1J3KvoTPQ9MX9tIbSHiC3M0BSiMtJpax1sWEUSYVsGxjLwUzu0A8a4l2SFf0VOEoyYEK6ttfhWfzAXwGkkHqmzqCgjt0Bx7V1Rk9n3HI4gheDb/+s6FoSCKLrwmrDZBOKGQNeM4NukhYynZO2nH41djziC9DpeqSpEfmnx8atlI0Eik4E4YlmtAA0M+uD7S9E+7zZYD5hs/BM2jk2YgRnxhu+9Me4hJ7sBQdyf6MusKpZ0tGuPDrXMAjlLMN0LZXlVVfFoe+ffSKEziClrLHALz/0zrHvsG996jxLcKT5BkWtzexva629FcPn7myuJ1CjFf741dn7sZClhQk7n00+go/FfJmomv4rIIMCEZ/J1/Cm/vqFPHNLk95fJEnOeYLrB56oqm79UGacgcKNGmEjM22T6i5M46uQdX5VRH67AUxw9xBGkuwj3A8PHKUZmyXR8CHqLH6E3X0K7CHAoLpnTWAjw6qD5joD9Wpo/35fGrjO2qyFDMD1ngC84ZYuNgdBOmhbYSVWVMSENY8BMuoKtVaZRBH1zfEeGInyavmYSmUFpKiXLPsTMkiCC4hhuXGZaDz7SeL4VkfkHu7S5b0HwvTd6EYzYcalbjBk01cSTuDhOBd96BSImcJoj5ekMnL5NPgAAIABJREFUPOQoKLiM7nh07aCBkIEdD0mCSWQe2OUq9NO6tWDDfSDtRby0KGO3NbI1qtvvCMVeFjVFbMoUZO7awbz/i3+e2MEUX3QtxOV0OovITBla+WnXRfeKjyEuvgejEPCF3e3pn0VuMJTJsD4lwZicEO//Td2GWngl8Iv/ksmmSa8m8hzZ9j8MlokHd116RslFnezOxUfcNvcfEN7Pm49IpSO6ckyHSVOb7P6FPOMY9MHbCL7xIkLixWvwyxcOSTBhZ0ESTBhYRDL7nv9ZxO4Qr1LNaz7YyNw79sxgr22yl8F20BHIO/w4UGmKXuU72qCtXWNY1RpHkTf+2zusAhFskw6ButPuRt4lEi9JJi1/48FPJIfreHoBQsvezKgEbTrjs7J6T/+EU/EMLkfrDmmC2Tjz2D1CWsEsZp4EsF0hGs6EQsNioUchw4SVhFt+xi4D4XdkeEsn6Ziir1uL4CfvIvT2qwit+lrEJOhKLxItCb24nxKGgYpivIBZ9jkQtokHJ8evSdPQfLkrvE/VIM+KJJjIEzCkCGb9uRX720JUoQOnks4jmcgqPgmOagM/yKvXZPfC+KzgjPNBhUUmW4Svpq3+HsFXnkXwg7ehN3sHlLdaGNop47ZD3lFTDOM4s/5MkQbQ/KcZYO+GAY0vFY0lwQxxgmmqmXKKCnWWzthzUw6jnCNW8ZydXzGAQPcd7YahXudznq5XmGQWVYVlwq6GdfFAshi03Xsjgh++nUzNkiJLEswQJRhfTeXRxHyDDuyTbda88a78grMuhG3/w+NtZtQX9yodT8xPue8O2fKQf/J02A7+NaCIjM3xlc6nF6Cj8ZH4GqWhtiSYIUgwPldlPZin54JntZlvpPjyvxmJ6uMtIkZLm/vW9OUnIkJ+5anIO6Yy7ruZ4DuvoW3u3+MdYsrrS4IZQgQjXAPGOkKfgXjIBJ8iVUXRlf8wYrnEU4T/Utu82+Jpkpy6ioq846Yhv/yUuOQJgml/tA7cujGudqmuLAlmiBDM2gtO2SKvvV0c0uP70lK9AlMs3zB0+7/rIGLImC2hLz5Bu/tWw6ZkUIpqQUHVGbAdcYLp7kNfLEf7/DsgcillVGF84aiXhnbh5iRnLjt5dlVZc2twGQPCx2hIFetu+6Cw+mIgv8DUuIVHdPv9d0L7rn+clYgChNvCFmON2C09jexEfRGeQUTAE69OwlbFrJm+CL9QJI52oyOHXeipj5E/6ebLMi4TJIHWldQ1bCmyDJiaABOVmKE0V087VmdenuokgibUSbhKzhCMz+X8BsC2CSORIQ1FEG4RNwUFRYjl9yRCKYiwCfmVp8E68SBTIxDBptofutfw2TFdrDYj+JVSOsIwthMxdXsXgnW/Q6GOGdeVIeC1500/b4s0tkVi92WSHDsWPoDQJ8tiPsezCNHv3QBBStGi6pnGIGpFZmI8UkJbuMjtjhwwx2RnIlNGU1lwkcLYnmza0Y67l4i1nZUlJwjGf7bzadZxXOQZEMuNNhK4k4E26LSSVF6vi3w2OvKIlN1EcCoCRFg0ReS4GQyjOusek5B30pkpdRoMffwuWufcZNrTmAqLjbsSESiq9e7rgWAgIszKlmORX/57w9DOCPYUzSivh5RC1yWmCTKur4zZ8Pru8DwM/ec1cTVNrDI3Q+F6+5bNV1Ltyx3xyhAW5P7qihtANAtAoVirpW7PwAyb4lUiyfWznmC8NZVTSecnwrwWtYrwgiHW7h1eEHoJdz2zEbW1CtXWhgxXgFphrVsL1NYaaTy73QN+vuCUkQWdHeW6xidD4YlgMn+xMYDJEfFoi86/yviQU1Z0Ha3/+AtCK5eb7qLg1HNgO+BwbLzpMuM5O1YRxx1x7BH2NJ1PPW6KZMTxqujcP8d1hxRLj56/i2RuIoB4GkuQGW/ZLMpNhXMWPRMrTazvvCnb6QHlMgV0KoDNhMLAA6Vuzxlp1DvpXWU1wXDt5Hzfj/ZPiWg7AxlhkquQX2f804GRVw5ku2oQzuwqR+fG0IgO8DSAzgF4bKqeva2TDkbBKa7esWWTPN3aV5+h9Y5rTadnFc6Lhef8GUqJHc0X9Yk1rShQiorBbW1gEdi7e7eiqCi+5k7DF6n19muiZzHouYuZdSVE9slUFBHxr+XKmakQHV2mWI+EIDOtZdKbANKI8TMr3ALm7QlKEcEIhSlSNvT6FpnQblXUA4rnLMyeVJdh0Mhqgmk+u7Ja09m9aRBMRAv0EF2aikux9dVT91WgeRQj42PyizpuOxSefRmUEVskX/gmie0P34vAq8+blm+ddAhEdgKRm6jl4jONuDTipUrcDRlZT/Pyjd+EAR0CAWg/fAP2e1F43pVG7Jr2x+oR+N9/TPVnPeRoFJ52jqm68VYKvPwM2h91x9tsUOsTcHuy8qoP5kCymmB8M5xvQMGBAOms06Wlcxel1ArL63I2EOBM1YTl/aYSeSec3PXBJjmwlXBUbDGcBb2m1RdxdvMqTwMxo6V2lnFPwhtboAt/IBH8W6QqUVQoxSVGYG/e2Axu9hkEI3yiOjz/QuczT5jqTx29VdduKYkhH8SFtkjT0nbfzeCOdlN6ZEIlBi//Cj/sN8n93oAvjAd7PFlLMO2uykM6oIugq8MthP2G1TV+mmowN9ZUXKyxcksqL4DVbcYbEfMNnx2Rlyga0YgPPBCAZevxUSPsC1zE8/HG2vPBbP4l1XbgESgQuwrVgs4lj6HjhcVGvqNoxbLznii6sNao0nb3XxH8+F1T0yKOVAVnXhDzslf//muEfvohYjiI7iwI7NuA0JcrEPzwLdMX2qYUTXElAjopoO5VMn/hLwF3UtxnKsVnLcH4XJX/BPgIVbWeMWzOgjjeXBOH03+28zTW8WDiEuJsKcglaoSIrh+N+xsRqiFCHiRRR1x0tt1xTVx5j0SM3cLz/2LkMRK7gdbba40dQaTS85gngoNvvPaCuGxW8k/8LfKm/C6ifPEs33J5tbFLiu4An7lhNaKuACPXC/3W4W5YEOdKydjqWUsw62dMqbCQZSdHfcPN6UK3K3B4sDNd/ZntR+x6imZdtSn7YvhWRp4g9y0xX3VEzF/xXK5utR0sB06G0icGcOCNFxF49Tlo33612b5EBLqyHTDZsMpVelgTi/SvIvlZ6PNPEHz/zU3EEHlU4ngYzX2Aveux8e9XGbmbcq0QIaRAnTWsbuF9uTS2rCWYVbOryubZFzTX1iKUzgnxVTs7Qcatf8YUYasi0oaIfErhisgVHXhxSZcnchTbFOt+h6Gg4g9dkfEiheHUtM0ZIcXxx7rr3rDudUBX3+JI17cIg7dAJ7jFj/bH/wmRryhSsR1+LAp+XxPxd8Mx8/47MjImzAAXQxugX+NwL86gTHEDHNGm5llLMMkZfvxSvK6K7wiUcb5Ow678hxHcKVGCsR16NPIFuRSXgNtbQQVFxo4j9O1KYGNLV8rXMVuDiocZF70idoxwlhQZGwt+V911VySyQfrWQ/v+G6Cw0LhLEo6YwrpXWAGL9LQdj9T1yqnUU99YBBNY+jLa598ZcxcW/6wOXgtmfAeLemHpnIWewdMidT1LgokTW6/LuZgYU3pbLcQpJAXVxcuNdffIdiTRjkjCDSD/d9VQCgoRWPYmOl9cggLnH4BAJ9oXPwp9zQ+GxsIIUAS1EoTR+ezCriMPEYovv8Ww3g3890kjZ7bYrYjndpHKhDs7DFIQNi62I08EQiG0Pz4PoY/f64dCrCNS4IXFaF9wfwrQS79Icbumgd0d0K/MljSwiaAkCSZO1H6eUXGmTaW5feP2xikm6dWFP1LesVMjHy8iXfIKgrjyH8aTc8dTC4wUIOIYZTv0GFj3PRSBl57qlaJEPKEbu5xmr5FW1iCekVtC3/BzL/8j4RgpCEYTXtsPzzHqiXQrIq2tIKjWv10OkXakZxHkJSLzRSrtD96NwOsvJh27tAoktBOwsCO/4OIthkAOJUkwca4ukV2gZfUHrXqX9WXGFHHJKp55I5VIz9QiK0HRrCsRePMlYwfSfUcjHC4LZ14O3bcBbXW3ACLgt3ix2m0iLHvuazz9ipcl4TQZzoUg3/kHWLb/VRdpff7xZrXERbBl5z0Q/N9zCH7yyy5GODsW1lwKyy57RRgCo+XS6dDjsOPJhMkhIp1Z/4ZBr1mI/1Zc17gilutAJuidLB0kwSSAZCZ6bscimEiGduIoI4I/db0M9Q7fYDv4KNgO+jVEIHBhNCc8t4V9Tv5vZxjkIXYgLcK2pmdMGSKDJIRMkV6k8+Vne3kziydvkaVS9zch8MKSzehbxu+MwnP+FNFVQuyQWq48Jw2e0eYXhEi4BvDzgLpeUbnrWwoBAdJ0hbiJ2PJTyKp/3/6zbeW4BQuazEvOnZqSYBKYS//ZlW+yzgck0DSpTcQFqtiBiKOMIALhzRyttD90DwKvvdCrCg0rQd5vphpHD33Nqt7NRfqR/Q4zZHOzH4F3/gdSLcir+L1hGyN2Mf7zTt58NFKGj4Jlj0mwjN/J2NV0vvIs0N7HGNWWB9vBR0I8YfcMGWE7ugIFJ0X26xP3PW31tyL09RdAKJhUHBMRJh7jtOLQViNue/LHRNoPlTY5TTAirgYtWJDU+Ioi9Yk1qDzN4PTmSe25IoWj4RZju+5J9pgIZeRoU+tVBJgSdiTo7BlJgJB3QhVCy96Atukyt68w6177w3aM0wjVoDf7Yd1lz66dBjP8F/zeuO9WthkPUU+8FonXpeCH70TcbQhbG/FSBf0Xq+KiC66Ocjzq0ki4IojL4YDI1fTVZ33GYQqCpFUiwnp7nWdk0gTmqKCcJhhvTcVy0pXPWafZyXCA9J9TfiyHFOFcMygxOsQ9heVXu8N22DGw7LpPQv5KwhpXGL/1LCLEgrhrEda3kQpZLLDsdQDyjpxikInYPYnSsehBBN74r7F7EkZ5wY/ejfsYI56zi875kxFky2wRgaSC775mZJkURzizsWfMyo9Zj+hRR13DAPLExOwhJyrkNsHMqHiFFDpUmNsz8ScqlL+XuBseiHfmfK7fjmfufJCIhWNl2jETxxHb0eWw7j5pwDFTQh+9i9b7egecEi4Gwks6VlAmcbdSOOP/IKLuCeM58aJkPEM/eA9C7y+N6uekjN5q83N3X/yLzr4Mlr0TP3EKvcUltdg5JT2nU/jFogUYk0bVe/qG9ot3aeV8/bR/LOlEtPm8aTvpAW0ZACNY7SYPlRbS8Ymm4sVgKPjvLec99Uk4nbyu8iMIdCRBcTF4RAznl5QMSzgO5h1dYeR7hvCwTlIRgaA6Fj/aS5plj30hfI+EM6G4PxHE0V2ULcYY5CYubsUuJ/DS0wiu+MiwuxEXwTTMbljoCvsZYTMjXpeMIuL4jh5nROgT3sx9d06iipHytubSqH5UpoYtLIbbNhq+Uh3PLoQm7mpSVJi51UHqBHIvSkeYvBSNIj1ic5pgBIS+GVPvhaKHiTZEOog7wdgIQgcx/cRgYevuAKMYCorAnD8YOxaht23yccg78bdQhtmTvhLEXUZr3S2GjUp3EbsYZew2XfGAReJ6cZEqUr+K+C/in7wCI25u5/+ehfbF8q4jiaJA3Wpb2A4/ziAITWSEFCEbOtuNS2FBKsY/Lf6wsXFFiIfiy26KHgNH1w0bG2FrY7aITAltd14H7fuvzDZJoB79qEGr11l9dGR9Q+rYLAHNMqlJzhOMANtf7XyLCftlEvDRdDE+vCtuheIYbkplcVwRuw4RjFs8NZOioHDmZSK8X8T24uNrnXMzuKl3ChBx/FHH7wx1q20MghELRG/xIfTZR1GPUCLkpyAbGrklFFsetJ/XQPvx264sA2GKEZ5h+mwjmHjEImLqvvsaAq88C8vuk4zMlWR3RB1Xt6zg0pcNv6VUFyLy6zrucATtt9H8+cLNW5YeCAwJgjFIxlX5NoP3zYbZF8+8hbOviRjzZPMYgkHj6Vhcsmore4fDKTrvCuOjjFa07782QjAI+5a0FlVF3rGxE6+Fvv4cbXdfvznRmkiZYt3vcNgO/03MVCfBj95B2z03pG1YDG4lpr866j03pq3TLOhoyBCMmAuvq/JxAke2Rc+QCRNPwMOuvcfIQdSvhIIILX/fMIwLrvg4YpR/dfxOKL7o2vAezj2EiheY9kfq+hFUyqCw5aHwFBesBx4RI5gWo/XWKxAKF3+GCOp2E4wdjWXSoVCKh/VTd7DSzCrET5TUNWb8GkvZ/PYRPKQIZhPJnK+AaxlIS7aARCdSXKDmlf++K7KdSFD/3Vddz7Lvvg72N4E1LabovONOgjDZj1XEDqZz8aPofPmZWFUH9Ls4RhXOutJUilvxKiQMA4UxX+RCgM0G6577Iu+wY6FO2Nk4PolXpdZb/gzdCEyV/sKMeaX1nhnp7znzehxyBCOmYMM5vxunhDquI9A0gMNsEzJjoshR1vUxMne97Gxsjsveg/ILUXD6uTHDUHYxmGY4NYoYutrqVXHbskRDTMSrsey2D/KdpxovVbGKIIbWmy6NL0VsYZERaFwdNRrBT5bFFXs4lj7x/i5eKxVSrrLXLbo+3ra5Vn9IEkz3JHZUV+7YAVQz9JMUhUYzs22wXo1StbCUMeNQOP0i4wLWTDFiwHz0LjpfftrYCfR8rjbTvmcdI6XshF2R9xsnLDvsYgpa0Z/IYaR9k+0PM+QHbBMd7n+n8ikr3ilJe/0hTTA90RbGdITgaWD91zp4PAh2gAoEQCLTY88i8oSSTiEd8CuEZhC/qTPtRcy7ZVqcGKG3OG4VTL/IMJAzXUIhhL74BMEP3ja8oY3XJuFBvcmrOqwcRQHZ8qE4ygyzf+v+h0HddoLpLkWsmLa5f+8VHsJ848yrSYTb7XWe2ZmnWfo0kgQTA+vujI+9/jKjf5LztRecskV+e8eng+qjFGUs6g47G9H+xfNwIkXf2GLEgBGBqwLPeXrvbIgMXyXbxIOgbLlVwkZzHYseQud/FiWiXka2IcBnd3sy+q4v1cBJgkkiws2uyn/q4DOTKDKpooRlsMgeKSxzEy0iJ1L73L/3et1RykagcPa1xv1HQoUZHU89jsDTT0TfISUkfGCNRDBuaGpFMC+0QdFpAjTaQxUuI0yTGMIQM3Ih5g4VdGDxEHYpkAQzsPW3ubV3+jQnVO0R2uSWkCSxSRcjfIJEDF3LTnskJpvZSGwvLoS7i/DsLppda3hSx11CQbS6bzHufdLusBhz98oigfk9dnfjeT2ripTFG9fYt1dZ2TUI3MjM24dLKSwiOlhAFw1zN9wZNy450kASTBImsuXMqsM1a/BpAHFcciSh4wRFCEvh/BNONtwREiki/UnwvTd6EYwIjyl8juIp4nlc3LmEPu3t3R2PjFTWJcKn9jrPrrH68LkqrgfTuSA4+tel+x3uhrNiycjV3yXBDHBmxR2Nr7ryJyKO/f46wL6S3Vz4EBX8dnrkFCUROkwGwYhL49a7ru8KtZCBhYH2kBo8dOScp/pHJw+j7+ozpuxUaFMfAbB3r58JbzrqPAdl4BDTopIkmAHALOLz+te8vwpM5j3xBtBfKpoK58b8k6d3+QSZjEQxIILp7EDn843oeHZRRCvkVIwzLpksoFCusbsXdeXAjaP4a5zLmbFLdxMGf1zqbkzwPBpHxxlaVRLMACamuaZigc500gBEZExTdevxhtWvEXQ7BtEkRDDMhs+UCFBlGAxmcGHi/zlG730k1dYmlNSvyVWxRgFtKQzuSNcfdcxdPGQDU0mCSXChN1eXn8UK1TGTJUERmdfMYjUM8kT6VmEgR7bwT9rxEkzo0/fR+dIzEP8Wti6ZXnTQoWXuhtcS1bO5pmIKs+JhZmKi20vdDRclKivb20mCSWAGfzrtmFEFBYVvM7BNAs0zvolhgbv9jrAdcgwsO+0OEUN3c9H1rlefvq9IF11rGNhtPhqI+LlfrUDwnVcREqb7UcJxZhogoY7QViMeHFgwb191xWdMNJbBl5S5G+sybYzp0kcSTAJIN9U4b1AYlyfQNOuaWHbY2chaYJ14EKBajNi97Y/VQ/v8l2BVIvVJ0fl/MWLBoMXf5e392vMGwWRjUYl3HVbX2Dv+RZwD2TDjxJNIUY8KFhRePRQSrEWCRxJMnAtHVPe5nD8DyLpXowSG+ksTIlh32Qs0ZmuEROzbHgnQRDQ7EX5B5KwWcVhEytlsLgz916XuxS8NdAzvuiYWTnK/FzmS+kA7yIL2kmDinKT1M6ZUWEhtCGdY1VcUM4OIvtKgPwRN/9GiWu5joCscvywZiwAzXVta33B1xiqYRYpJgolzsryuig8JFPvZkbCeVP20klH7vND9GiGsfUnVHhf+h3F2K6unEQEGLSh1N5ycxi5ztitJMHFM7eNVVbajS4NtFH0XEmTiRq1duzDcRaHPVVEDpjtBmZXbOg4Ycr4qM3/aTvrhY9xL1uf8YFM8QEkwcQDsnzHteFa0pyI2YfisFuXUojmLItcRoTtrpswiXb1Vkkwc4KezKnNHPpQ982W2gAGjLgkmDgi91RUPENHpEZqs6ywo2N3si4G3puJMYnKL1EBxqCCrpgkBq6qcGOsPRZpUyepuJMGYnL6XJk/O32eCYxkTdu7bhEArS8bsuUu8lp9NNRVTiMlDEE67smQWAvyYw914SmbplH3aSIIxOWfrTz9xrKXAshLclSVyc2H47GP3GhkvuXS3b5059YRQSHuCiaLGFjGppqwWBQGRK86ku5XINfzDcz7L+JMXLNiUplJCmwgCkmBMoibi93YSf8I9XoBEQKFgsbbDiNsGaPXpqngMoN+aVEVWSwABnXmFoijzwXwFgP55TvrIJBH2XMUfy+Z4Hk6gO9lkEwKSYEwuhTU1FbvkM33U/YIkHNlYw41l8zx/NikiYjW/y3kVg6+J4+/rQLscUu0J1AE1dETJnCVvN9dUPsrMpp6gCfSO3d2QNRlBM3FSJcGYnJWWmopddCaxgzEwY8ZaR71njPhLZ1JExGpeV/lCgjJ1oHJk+/AIEBAMWvnQEfc0vvXzjBOPzyNLA5syEyBdYa26pH7xPyW2iSEgCcYkbk2uykMU8KuiuliwOvTfJMOcXMjzVVeuAvFWJlWR1RJCgL+y1zXuKJq21FQ26OByM2IY+MExZq/tEr1jM9NHLteRBGNydtdXT93XQvrbxu4F8JS6PZUmm8as5nc5OxjIi1lRVhgYAsSXOOoabxUpaoDOj8yGOCXQU3Z3w4kD63xotpYEY3LefedN2Y6C6hesQ1ct1mOGzVnwismmUautP7Nif9VKS+VEJAPNGDKIfujMz58kbJWMo5JieUrcpZkpIsfRSl51xVB3XjSDVc86cl2bRGy1a8qIQiifgeh9e5P1RErS86W/2vk0ExKLvm1Sd1ntFwRCpF81om6xkdLV63I2AHCa/QgIeFdRrRcn64/LUJgXs9gOBSyijlG43o/HuNc0VmpG1C96JxmAiGRteW0d4v4lHudHDURqpqX4SAYe8cowQlLG2UhkCiip8+zefTnvq3b+B8AxpgUR2sH0WGdB/uWjVoe8yfpDE+cwsqZ6vPOTNQNLhaK+s6fe67hv0TnJku2bUV4HRXGZlcc6/0/Lw6VqgKpBdBaBh/L8faFrykWKhXcD801mMQRoY1ANTO6ZLWCTC8hpcfEVg5nIq1n148XrlPn+h1bNobxA455pnl1VRrctaIq7YZgGPPv0sf7W5s/MGH2J5gS02N2eEvG/V846rmREp+0NAsXM2ZMMXTNJhnjBg4Lp9vs8D3Xr1VQ99RyV+C4Gm3G5YJ1wU1ldb/slf820CdD1B5mwH2LIIWC9DvKQLXSD4+4l32QSPpmmiySYQZoR3wznG1BwoMnudQvUi4vdC28T9cXHwKwvBfiXILgmBWV7NWa8U1rv6Wf8JjzUFVZvMxXQi/EfR73n2L5YcC0srWun7dIWDE3MU/lY6MpoFnZOCph0tIGUd1gLvNoRCHy85UPPiaiGssRAQBLMICwRf43zdtZxvpmoeGKCdKaG0vqGzYZ4XpfzQgIMshlqRQfeKnN7Dgg37g0zyq9WFSVmLiNm/ra0vnG7oYbdYIxXEkyaUfe5yi8FKzeAzIXOZOJPS+saex2FfDXOl8CYnGbVM6M7xvq2oHbomPlLwkYU97rK3yMo+8RQtsWx6biZGYPKXS0kwaRxbrtiwGCeWZ8jBi93uBv36OuO4Kup9IHZnkbVM6YrIgQ1aH8sq1vyaDilxMucrb19dbQQGCIt7GqvddSuCxZszJiB5agikmDSNLFNMyrOVRW6q9uXKVq34txPzLc46hv/1Ldey5lVh2vW0PNAXE/bv4gh/glQ2qAo20DTBi0A+aYn5vdVlecVWwIP+Tvz/w7wDDPToev6nLK5iyO+5vmqK24iosuiGNG1/ui1bikJxgzaA6sjCWZg+MVs3UUIwblE2EHEI4lZGF8obLm0ZO4TjeHq+l0VdzPTOWbub/q1JzwPzpu5Lq953Ui2DLcE1AkBcDmRchwxbx9Tt+RWCKpacJ9h854yEix9c8Zkx3Cb/RXdREB1hfiJkrrGqmjq+GoqmsBUGq4Og1tXe22SYJI7n2GlSYJJEciGvwsFriNGJYOjBpMiGBYtG0H00Dpr+58m3PVMxOTNflfl2wzeNwG1P7B7rftHMgzz11R+yczjzculDmZ9vUIkDP9CDP6ZGMOZMcEM+RFIhxo62D5nydLuPr3Tyw8jVRH5iKI+N0d6Seqpu7+64mEm+oMkGPMzmoqakmCSiCrXTs73rhlWqUKdBcZuOjAsMsDCTosCDP5GD1EDOZS60r8v+i6WOj6XU0S6Hx6rXs/fmbnVQVuMIrc7YhKwlprKqRqzSKkS89hEQKem8//5Q/5/bTf/ZV+vD9tV+SSDT4iln9jMKeB77O7G83q3d4qn5gujtWfgy1K3Z0K0Oi0zqw7XtOBzQP/sDXIHE2t2kve7JJjkYQlvtVMchf7YM5A3idAxxoUKX7olAAANg0lEQVQDg6B0MrgFTJ+oBM/6gPfBvh9oLHV8NRVBMJkPFM4kDNNOcNQ1PB9DttLkqvhUAf0qlg4A1rVsVA8e98jClX3rbtqFmHIEZejLSt2LJ/aV4XM5OxDFu5yIvrbXNcTcbXmrK74monDP0fIOxsQkJ6OKJJhkoNhHBtfWWoCXDRJ4+WVg3ciRetWCBSHx/wcSoGrDOb8bZ9E6v2U2ZbHapRXjz456z41mhrkp04GJ4EoUZPClpW7P7X3lil1c8+pSb6xj4aZ2vi+xamxfD+VmV+WTevRdkLBqdsTC0uuq/AeBZ4cZe/uP8hXJzJIYcB1JMAOGMH0CjJg0ir4UbDYLAa8PQt1jpHvRGjNa/lzt3MtGEDFvYjtfRiAurqqy+UuDywHsEKtPBjc78gLjqM+dkxEaI6B+FenFzWg3Zu/hsYJA+VyVVQA/1vdOhwFfqdsT9gI4ls7y9/gQkAQTH16DWru5uvwsHcpcM5eohqKbAiyZVZpdU0a0wPJfHbx7rDYMuq3U3XBRvx0MoPiqna8Q4ZBYMojIX9Jk2YrC2KP4XBVrANoyvAzy28fsOSI2wfx2PHPn60TYoqccYlpnr28YFUs/+fvAEZAEM3AM0yZBeHND12ea7NBnDzi2o/nze13CxmrrdVU+TuCoT8BdMmiRw90wLZw8b7VTpMadFWtx6aAfS8fsuW04ovDVlNdBV1zhwyiYIxihm7+m8jVmPrinnuGso2PhIn9PDIFYayAxqbJV0hEw7jZ+dCwyG5yKGHfb6z2z4lWk2VX5Nx18Sax2RPS6va4h7C7FSLFL2pMxd1oRnA5F377pJx4Ji+VZcP/Mlwz4HW5PWaw7GCGn2VVxnw6q6UUwOh4ones5I9YY5e8DR0ASzMAxTIsErqoqbh4efJx1E9HvGGx3eyxE8Wc82HDOSQepodDrMQfFvNRR3xjWG9wgB9Uinogj27MY79T0J0ddw82R+vK7KjdwOI9xhs9Rb+4OpaWm/GyNlTk9+tAYdFGpu+HOmGOUFQaMgCSYAUOYHgFxEQzxT466xtGJaGY4Y0KJ+NF3y4wWCNsgGMXyfLQdDBF3lIz2l1Lty+JJOmzxu5yfM2BkAuhZiPGdvd6zrZnxeWsqpxLzwh51faoWPLTbgtiMDFkncQQkwSSOXVpbxkUwujLHMTexyHt+l1P4S/Uyfgs7UF3/u2Pu4ovD/dYyo+JcTaG7owHEzC+V1jf+OlodX43zP2Ac068O0beOugZT4RZEat5ASH+yO2UsEX1qr2sYcoG60rpYe3QmCWawkI+z35cmT87fZ4KJOxgGqwrvNqyu8dM4uzCq+6qdz4Lwm+htKaizdn5Z/eL7wtXzupzzCDgrogzmDg3WI4fXP/FGtH68Lud8gmG42HsHo9BS+30NpoJ1NdVUTFFY8XRHqWPGXaX1nvMTwUa2iR8BSTDxYzYoLRhQmmucDzDj1GgKiJCSdrfHloiS3ulTt4Gqv0hAVCtZJrR3gCeNDkNiQk+fy/kuAXtH1IGowVH3SwCtSPUiGcoRcLvd7QlnQNdPlCAYFbSIGRaRQjYY1CePuF/G0E1kfSTSRhJMIqgNUpsN1eVnWUiZGz3kA3/lcDfGNHILNwRhyGcl/TkGHFGHSPytoy58RDix09p7R4eIW1wQTobwi7Io2M/MDqvFVXm+xnxHn6fqgAJylbgbHjAzDcYORqcGEeCLQZ84vJaJMhOAGeSSU0cSTHJwTIsUw4EvFHwp6uXpALIQrp8xpUJVFI/w7o66SyLcYa/zhHVIFIHRm1uD68ORoJCqEE0bVtewyAxgG2umnRJi7V+9ov0Tey2KZXLxnIUiM2PM0nVEInHJa2Vgdjj3hphCZIWEEZAEkzB06W+4zjV1tAX6DxGjtRF0Vafrh9U3XJ2Idr6ZFX+GRn+N3pY7Nbb+OtL9yaYn6hfC717wpcNn3dXsDqLNVVnVyfxv6sF4IvmZ3e0xHa6iaweDx0Gk2wsKtqc7Hl2bCDayTWIISIJJDLdBa+WrdoYixfMVYRTaiPcJdzdiRmFfdeUiEEfNua0wPVhS39Dv4rVbfkt15TUa8V/C9MehIB8Yz/2H3zX19zpr/6LuJyBjK6NcY3cvihnYu7t/r6v8CAWKB4zX7PWemGEkzOAk65hHQBKMeawyoqa32tlKhMJwyhi+PXUNpixcw7X3VlcsJ6JdIg1UXCAHoGwTyXlSWBv71zgWg3F0TxnGBoRwn72uwaybg9F8o8t5YYhxW/eJjcCdihaaFI8Ny+ozpuxUYFWXBDo7pm3x4LOmjlUZMdE5ooQkmCybSH+1862u5GD9C4O9pe7GhHIltc48YWJIsz7DwMjIkND9DndDxOdnkUyuubX5HQZ6Gfkx82rH2L23ieWc2Ldff03lHGY+u/u/M/MLpfWNvcgr1vSxy1Xow7rrwzlmxmorfx84ApJgBo5hWiX4qitvYeKLw02cyLtsr/MkZETWXFMxRWcSoQ3C7o4AxEz1sSn+sAh52VM91oPaH8ruD58FIBp4gmDAXNN9YdwGbeQY9xIR0S+u0nzetJ1K7l4YNs1JXIJk5bgRkAQTN2SD28BwJFS1xnBOgARebnc37paIhk2uihsVUL8sBkKWET9X4TN6pmsN10dTzZRTFFYf6fUb4UVHneeoRHTyuSoXAmwknCOmpfZ6c8Z1ifQl26QGAUkwqcE1pVJ9LqeI3bt1304GYgbf5Kp4VAH9LpziDFpc6m6oiDUo7wznhaT8knGSmAKKxXLMsDkLTIXQ7CtfGOyBMREKQvZOx8h4Q0/E0lf+nnoEJMGkHuOk9+CtrniAiE5PJsF4Z1S8Qgod1lemuD8prW8ca2YQfpfzKgau7a7LjFdL6z39ZJqRJep4q53fEmFrnaiuLM4LYrN9yHqpRUASTGrxTYl0cRRRoT4ozN97djCQHYzX5VxJfcJcEiEETa2wz134tJmB+F3ltQylywZH+AwoXF5S17jETNu+dWprYblwdcUKHQjdOaZxt9paGDGNZckuBCTBZNd8dX27IjZMWeiDvnmMkk4wwLslbs/+ZgI7Cb16Eox40g5a+dAR9yTm9+OdXr43qzS9I6DfHSkPdRZO3ZBTWRJMlk553/sOMYyBEIyvpmINuHcMXJ2030fKAR0ONq/LeSFh8x1MW1ANHjZyzlPvZSnEUu0kICAJJgkgDoYI4TZghbYCoJLu/gdEMNVOL+gXJ0ci+qmk0LIr3bZAOC6aKsKXyUKqx3ikJvaGLDgu0R2MqQ5lpYxHQBJMxk9RZAU3JXqbPlCC4VpY/KsrNvQkKx1cV+Zu3GzkZgYmkS6XueNDIipixlodlqmxYr6YkSvrZC8CkmCyd+7QMv2E3TTV+mF37FtifGav90Q09Y80VEEwzaud63qGadBBh5a5G16LFx5fjfMlMCYD/JPG1mmSYOJFMLfqS4LJ8vn0VVfcBKLLxDCY6OtSEylV+w65L8GI16MSHmWPlss6Emwbzq6sVnV2E7A2xHIHk+XLa8DqS4IZMISDL8BXU9EEplKR1L3U3Vgcr0aCYHyrnU0EDNvU9gOH2xM5Il2UDozMjo7QRoa+0maxnV40Z4G85I13QnKoviSYHJjM9TXlV1qgXENMbSXuBrvZZ+WeQ/e7nKs3OynGkc86HHyGIaBCEwqVvItsc/69NAcglkNIEAFJMAkCl2nN/NWVb4L0kSVFtv3iefnpHofP5VyGTXF0lYC6c8n8xJ0DRdgG32rHPQVMN+fXN3yRaVhJfdKHgCSY9GGd0p42nPO7cdA6XMFQ8N9bznvqk3g787nKF4KVqUSkl9Q1WBNJ2tazTxEmIZE7nHj1lvUzGwFJMJk9P3FrJyz0EzsilV/NUC8GeL3D7TGVcyhu5WSDIYeAJJghN+XhB7z+3Ir9rUHlLjA0GRZBLopkISAJJllI5oCc5urys3SoOzvqGy7JgeHIIWQAApJgMmASpAoSgVxFQBJMrs6sHJdEIAMQkASTAZMgVZAI5CoCkmBydWbluCQCGYCAJJgMmASpgkQgVxGQBJOrMyvHJRHIAAQkwWTAJEgVJAK5ioAkmFydWTkuiUAGICAJJgMmQaogEchVBCTB5OrMynFJBDIAAUkwGTAJUgWJQK4iIAkmV2dWjksikAEISILJgEmQKkgEchUBSTC5OrNyXBKBDEBAEkwGTIJUQSKQqwhIgsnVmZXjkghkAAKSYDJgEqQKEoFcRUASTK7OrByXRCADEJAEkwGTIFWQCOQqApJgcnVm5bgkAhmAgCSYDJgEqYJEIFcRkASTqzMrxyURyAAEJMFkwCRIFSQCuYqAJJhcnVk5LolABiAgCSYDJkGqIBHIVQQkweTqzMpxSQQyAAFJMBkwCVIFiUCuIiAJJldnVo5LIpABCEiCyYBJkCpIBHIVAUkwuTqzclwSgQxAQBJMBkyCVEEikKsISILJ1ZmV45IIZAACkmAyYBKkChKBXEVAEkyuzqwcl0QgAxCQBJMBkyBVkAjkKgKSYHJ1ZuW4JAIZgIAkmAyYBKmCRCBXEZAEk6szK8clEcgABCTBZMAkSBUkArmKgCSYXJ1ZOS6JQAYgIAkmAyZBqiARyFUEJMHk6szKcUkEMgABSTAZMAlSBYlAriLw/yQkS8FADfW/AAAAAElFTkSuQmCC"/>
          <p:cNvSpPr>
            <a:spLocks noChangeAspect="1" noChangeArrowheads="1"/>
          </p:cNvSpPr>
          <p:nvPr/>
        </p:nvSpPr>
        <p:spPr bwMode="auto">
          <a:xfrm>
            <a:off x="307975" y="-166688"/>
            <a:ext cx="666750" cy="676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822325" y="1275852"/>
            <a:ext cx="81872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+mj-ea"/>
                <a:ea typeface="+mj-ea"/>
              </a:rPr>
              <a:t>Eureka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5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5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0331" y="1661654"/>
            <a:ext cx="6551265" cy="236247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324" y="4653136"/>
            <a:ext cx="8187278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500" dirty="0">
                <a:latin typeface="+mj-ea"/>
                <a:ea typeface="+mj-ea"/>
              </a:rPr>
              <a:t>서비스는 동적으로 확장되고 축소되기도 하여 인스턴스 정보를 수정</a:t>
            </a:r>
            <a:r>
              <a:rPr lang="en-US" altLang="ko-KR" sz="1500" dirty="0">
                <a:latin typeface="+mj-ea"/>
                <a:ea typeface="+mj-ea"/>
              </a:rPr>
              <a:t>,</a:t>
            </a:r>
            <a:r>
              <a:rPr lang="ko-KR" altLang="en-US" sz="1500" dirty="0">
                <a:latin typeface="+mj-ea"/>
                <a:ea typeface="+mj-ea"/>
              </a:rPr>
              <a:t>관리하기 힘들다</a:t>
            </a:r>
            <a:r>
              <a:rPr lang="en-US" altLang="ko-KR" sz="1500" dirty="0">
                <a:latin typeface="+mj-ea"/>
                <a:ea typeface="+mj-ea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500" dirty="0">
              <a:latin typeface="+mj-ea"/>
              <a:ea typeface="+mj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500" dirty="0">
                <a:latin typeface="+mj-ea"/>
                <a:ea typeface="+mj-ea"/>
              </a:rPr>
              <a:t>Eureka</a:t>
            </a:r>
            <a:r>
              <a:rPr lang="ko-KR" altLang="en-US" sz="1500" dirty="0">
                <a:latin typeface="+mj-ea"/>
                <a:ea typeface="+mj-ea"/>
              </a:rPr>
              <a:t>는 인스턴스의 상태를 동적으로 관리하는 서비스 </a:t>
            </a:r>
            <a:r>
              <a:rPr lang="ko-KR" altLang="en-US" sz="1500" dirty="0" err="1">
                <a:latin typeface="+mj-ea"/>
                <a:ea typeface="+mj-ea"/>
              </a:rPr>
              <a:t>디스커버리</a:t>
            </a:r>
            <a:r>
              <a:rPr lang="ko-KR" altLang="en-US" sz="1500" dirty="0">
                <a:latin typeface="+mj-ea"/>
                <a:ea typeface="+mj-ea"/>
              </a:rPr>
              <a:t> 서버이다</a:t>
            </a:r>
            <a:r>
              <a:rPr lang="en-US" altLang="ko-KR" sz="1500" dirty="0">
                <a:latin typeface="+mj-ea"/>
                <a:ea typeface="+mj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313424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1BEF1B6D-EDD0-46B0-8C4B-4503BA8E5168}"/>
              </a:ext>
            </a:extLst>
          </p:cNvPr>
          <p:cNvSpPr txBox="1">
            <a:spLocks/>
          </p:cNvSpPr>
          <p:nvPr/>
        </p:nvSpPr>
        <p:spPr>
          <a:xfrm>
            <a:off x="294114" y="264068"/>
            <a:ext cx="7444968" cy="42862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400" b="1" kern="1200" baseline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</a:lstStyle>
          <a:p>
            <a:r>
              <a:rPr lang="en-US" altLang="ko-KR" sz="2000" dirty="0">
                <a:solidFill>
                  <a:prstClr val="black"/>
                </a:solidFill>
                <a:latin typeface="+mj-lt"/>
                <a:ea typeface="+mn-ea"/>
                <a:cs typeface="Arial" charset="0"/>
              </a:rPr>
              <a:t>4. Netflix OSS</a:t>
            </a:r>
            <a:endParaRPr lang="ko-KR" altLang="en-US" sz="2200" dirty="0">
              <a:latin typeface="+mj-lt"/>
              <a:ea typeface="+mn-ea"/>
            </a:endParaRPr>
          </a:p>
        </p:txBody>
      </p:sp>
      <p:sp>
        <p:nvSpPr>
          <p:cNvPr id="9" name="AutoShape 2" descr="data:image/png;base64,iVBORw0KGgoAAAANSUhEUgAAARgAAAEcCAYAAAAcH6uaAAAAAXNSR0IArs4c6QAAAp50RVh0bXhmaWxlACUzQ214R3JhcGhNb2RlbCUzRSUzQ3Jvb3QlM0UlM0NteENlbGwlMjBpZCUzRCUyMjAlMjIlMkYlM0UlM0NteENlbGwlMjBpZCUzRCUyMjElMjIlMjBwYXJlbnQlM0QlMjIwJTIyJTJGJTNFJTNDbXhDZWxsJTIwaWQlM0QlMjIyJTIyJTIwdmFsdWUlM0QlMjIlMjIlMjBzdHlsZSUzRCUyMnZlcnRpY2FsTGFiZWxQb3NpdGlvbiUzRGJvdHRvbSUzQnNrZXRjaCUzRDAlM0JodG1sJTNEMSUzQmZpbGxDb2xvciUzRCUyM0YwNjY1MCUzQnN0cm9rZUNvbG9yJTNEJTIzZmZmZmZmJTNCdmVydGljYWxBbGlnbiUzRHRvcCUzQmFsaWduJTNEY2VudGVyJTNCcG9pbnRzJTNEJTVCJTVEJTNCcG9pbnRlckV2ZW50cyUzRDElM0JzaGFwZSUzRG14Z3JhcGguY2lzY29fc2FmZS5jb21wb3NpdGVJY29uJTNCYmdJY29uJTNEdGhyZWF0MSUzQnJlc0ljb24lM0RteGdyYXBoLmNpc2NvX3NhZmUudGhyZWF0LnRocmVhdF9hNiUzQiUyMiUyMHZlcnRleCUzRCUyMjElMjIlMjBwYXJlbnQlM0QlMjIxJTIyJTNFJTNDbXhHZW9tZXRyeSUyMHglM0QlMjItMjAwMCUyMiUyMHklM0QlMjI5NjAlMjIlMjB3aWR0aCUzRCUyMjQ5JTIyJTIwaGVpZ2h0JTNEJTIyNTAlMjIlMjBhcyUzRCUyMmdlb21ldHJ5JTIyJTJGJTNFJTNDJTJGbXhDZWxsJTNFJTNDJTJGcm9vdCUzRSUzQyUyRm14R3JhcGhNb2RlbCUzRV5Rg9QAACAASURBVHhe7V0HeFvV2X6/eyV5xpKdAUkIK4SyV8JeoYyyYssJpqUFCiSWCRAg/IxSoJhRRqFlEywnJYwCJSSWE1YZBcoKK8xAIOxAQkhiSXa8JN37/c+5joOHxpUsyZJ8zvPw0KJzvvOd95z7+oxvEGSRCEgEJAIpQoBSJFeKlQhIBCQCkAQjF4F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0BWI+CvmTbBXrdwZVYPIoeVlwSTw5M7FIbmrXYucRQWzKA7Hl07FMabbWOUBJNtMyb17YWA1+X8UgW/MMzdeA4BuoQnsxCQBJNZ8yG1iQMBBhS/q/J7AHbW9fNL5zbeH0dzWTUNCEiCSQPIsovUIMC1tRbv6g++V4DRAFY53J6tU9OTlJooApJgEkVOtht0BPoQDBNwtd3tuW7QFZMKbEZAEkwGLwaeXVW2trltTLFitbAeDMFi0UPFamsglNfR5l/TuW3ryDZasCCQwUNIqWp9CAYErLa7PWNT2qkUHhcCkmDigis9ldk1ZYSflcdBdETYHhkaEdoAtDDjEyLlgRL3oscy+ZKzqaZiSlld45JkIhiGYKCDLih1N9yZzH6krMQRkASTOHYpb+mrdl7OoNkgHhltohgQf70Z4BaF8Jwe0u5zzHvyxZQrGKMDrqoqbi4NPaYz78bES8vcjb9Lpk59CaZLNv3ocDdslcx+pKzEEZAEkzh2aWkpjkn+1sBFAF0KwGqmUyKEWMeHrGgPlNYtuctMm2TW4dqq4ubV2sU69IsIGEZApwqUF7s9zyW1H0DxVVesIqIxm+Uy0BbUdh4zf8mKZPYlZSWGgCSYxHBLe6ufZ5x4vFWx1BEQz19ncfG50gblmgL3okfSobR3evneiqo8qQNjeiyu7x1uzzap6N/nqvQBbO8pm5kfLK1v/GMq+pMy40NAEkx8eA1qba6dnO9f43gSjCPjUUTsaHQdzzrcngqi1Bmjbag+6SALaS8yOL+Hfkyk/MVet+j6eHQ2W9frcoYIUHsRDNDiCDi2pvnzfWblyHqpQUASTGpwTalU34zyW6GQODbFNX/ilaXE7RmXistg/4xpx7OiLwFY6Tl4AnW0IjRujHvJ+mSDIi7Dfayu64cCA2TRDrTPWbI02X1KefEhENcCjU+0rJ1KBHznnngkBy3PEdDrg47VJzO3QlFOL61rWBSrrtnffTWVR4PxFMD974gIbzrqPAeZlRVPveYZJ1WwGvKwuOXuW5huddQ3XBKPPFk3+QhIgkk+pmmT6KuuuAlElyXQYTtZ9Kn2exc/m0DbXk2WV1UVj3EE1xKhMKws4kscdY23DrSfcO391c6nmHB8WNnMSx31jQemol8p0zwCkmDMY5VxNZmhNJ9d/ijrysninTqeQqCm5iLLhHG3LWiKp13fur5q5/MgHBVOBgP+IGPyqHrPBwPpI6xsl6vQj59/AjAsPLHRD/k6jsyvb/gi2X1LeeYRiHNZmhcsa6YPAb+rci2DR8Xbo868uqy+MWHLV5+rsopZ/zdR+LsgJvqktK5h93j1MlO/ZfoJu2mq9eModYMBTS8fNW/guzQz+sg64RGQBJMDK8M/c8oBrFle73vBamZoBHrK7m440UzdnnW4qsrmLw2KQE8RHQwZ8JS6PZXxyjZT31ddeQuIL45al/FnR73nRjPyZJ3UICAJJjW4pl2qv6ZyDjOfnUDHDGvoaMc98Vn++qZPnQFVrx+MD3yda+poK+kfgTEiWv8EvdbuXnxNApjIJklCQBJMkoAcbDHrZ5841tpq+ZiB0nh10RmflY717UO1L3eYbet3OZcysH+0+opCrpL7GqKTkNkOe9Tzzaj4MxT6a6ymBNxtd3tmxaonf08dApJgUodtTMnGC0yJNrx03qLvYlY2UcHvct7GwIUmqvarwrpycencRX8307bJVXmISvrzzNTToK5XU7GwdOKzSuuSGwRqVVVVWbEjuIwIMS2DFeInSuoaq8yMSdZJDQKSYFKDa0yprTOrJgb14F0WRm2yfHS806duQ4r+AQiOmAr0qUDM35T4bDuZCf9g5v5D2KZYFJo2LIn2NkJls7sXY3iMFxz1nqPjxSKe+sLYj1JgRBiPDplcVxLMIM2O/2zn06zjaCsrBxXVL3onWWp4q8s9REpFAvJ0C6mnFtctfDRWW2+181UiHBKjXiAU5MNG3N/4Vix5Zn8XrhLe1Y6vN0Wwi92M8Zyj3vOb2BUTr7HR5bywCMq/yb1oTeJScrelJJhBmNuWmVWHa6Gg8Cy2tfisw8ctGJgtSs8h+Fy/HQ90fpnIsBhYUur2lMdq66upWAOmLaPVI6A1xJZjhtc/8UYseWZ/97oq/wHos8mk0Q+DFpS6G042Kz+Rel6Xcz4zWsrq5V1POPwkwSSyqgbYxldT+QqYDwOYHe7GuEz9Y3Vt3FGUBlcRIljWRhVATXZ3g4g9EzE6f+v08r2DqvIqgKKoohiBkI0PG3FPcnYwIv8RWF/BfXydoumggG4pcTeIMBcpKz5XxRqAfmrxWo9M5h+KlCmcZsGSYNIM+PrTTxxrybd8BSBPEIw34C/bbv7LSfP6FUGY/D++/yqIDoh3aATSFMLJ0e5NmlwVNRbQnTpgi7GDYY24IhlR7N51TSwcz1t/S8Qj4xlTiPSrRtQtTokXt9CDzzjD4bf5NwD6RpBykqOu4fl49BsKdSXBpHmW/dUVDzPRH7q6ZdahHFbmbngtmWr4XeVXM5TaRGQy8xOl9ZFfXsy+VCXzFak3ZuZGxWAEdZw1KoWpTLwznPNJwR9BCCGkzHTMWzTXnHZDp5YkmDTPta+moglMhq0KgXRd044onbf4f8lUY/25FftbgpRYqAKmHxz1DeMi6eOd4XyBFHPxaJJhByPcEQB+PG58GOutun5M0bzF78fd1kSD2lpYLlzt9AMoZEBnnc8vm9t4j4mmQ6qKJJg0TjdfcMoWvvb2n34BnZksfHwyvJr7DEPxVTs1k3ehfZqS7nA39Arg1LNCVA/mvpJIuWoggaa6wkDwM+gTUMrMlDHwhQPK5FS97mw4u7Ja1dndrYuu83mSYPrPjCQYM6s1SXXChVdIRXhHkfGw2eXsYJMxfHsNj4GOjrYttnzouZ97/nfxRLzuR8dONsITAMabgYRBi0vdDYk8maPlnKknaSFdPJlbzPTVt44CWlCSohcknjw53z+hdCWIN4cvlQQTfpYkwSSyehNoIy5ffas/+JSACb0+XOAHEa82mVHmNhHMBkb8BneGbsQrSEeeTlDBSgGI88mInsd5RLCGDfAUBhMCAgT6l0b6q2D+ttS9+CUz0HlrKs5UQG7mxMjFGIKC0+33eR4y01+8dXyuiusBuqJnO0kwkmDiXUdJrc+zjivxBfJ+JEZxL8HEIXuTrciMBa1ZhbgWFv+Pzh9A2MJsmxTXCzK4XcSgYcZqRcE7pFleYpU//U+T8t3Jm5LHCYz8nfl/J/B0EfUyUZ3E3RbDtqPD/W/xWpfU0mVn1LEMoBJJMLGhTXgSY4uWNXoi8NNpx4zKLyhcHe4+IZ/pV8kMjGTsYKqdqzlzCCbsYhCEozN/quuhB1TYQKpew8Ckga4cBi//4Av/pCNeNu+8abbPZlfl4zq4n3+T3MHIHYzZNZSSelEDJDFesdd7fp3MY1KTq2KNgujWtikZaEYI1S9zuBf/Ldmq+F2V1+vQr+hrSSxCArO85I3wRyTZsyDlhUVA5AsiVVkW7kdiCpQUB7en2578caDwrZt5wkQbW6/TdT62695kaBVxPPqP11LQfexK1uibayqm6EyNXUk0+5WAxvrM4fWL/5ms/nJFzpBbgIM1ca2zyvcOdoYnGKETMf/LXt94aiL6iSPRxpppLo21Cwk0IR5z+kT6y+Q2RPjUXufZNZk6Gl7qqi7Cc4aN/0vAWgqok0vmL5TZJPsALwkmmSsxiqyWmopddKbl4TJsiGY6c0eezgfFYxgmUrS2rdWPCmnabQzaOpGQmWkafnq6YbDGoZOHz31SPKUnpQgfKIb2IhgRjQ/FnU+pu3G3pHSYY0IkwaRpQjec87txaqhDBJaKjDnjP456z7GxVBJWpBesmnYiVO1vxNhBmATHajM0fuevHO7GHZI11o0zp+0RDIU8RLRdVJkm5y1ZemWTHLkw0zRbXU+weSJmSPj8QZv0iBXmsXX61BMCin47EZL2IaUJgtR2Q9AVXa8uSdI9SJehnzYfoOhe48ZfDOUau3tRQr5fqQVl8KVLgknTHBhezqs/+ATAr6J1KY5QShgjMRE5zc/qo6TgKLOGbmkaWkZ0I+5eVvKqfSe532sbqEIi7gyBZ5uRI17+dFWdVjpnocdM/aFWRxJMGmfcW+18UCGcFukeplsVQSC6Sq7hmwJmN9c4b9AYFyQW4yWNAxzUrigILXiOY96TCXs0r6+euq8K/XYCDjJ76BS5pUpJnZQqn6dBhTQJnUuCSQKIZkV4p5cfpqjKK7EIpkse6QR+h4HRBIwbiGWrWf1yoF6AGC+ErPlnD7/3sVVmx7MpSNctBDotbH7tKIIG8vpnVr9sricJJs2z53M5A0jECTHNemZ1d4T1FsYfYgVT59lVZd7WQJVCyp/AvG1CY9ZCRznmxZdTKqF+srSRJJg0T1yziOEK+qMIiCRLChEQABPPdLgb6/r2sto1ZUQ+lP9TgHP6+hTFo5GRiaG+cYdkWmDH03821JUEk+ZZWnvBKVvktbeL7bs1zV0Pze4Y79lJmQL3orXtrsppnaRfoLByAIMjxrwxC5QCOqPE3fCA2fpDsZ4kmEGYdW91xQNEdPogdD1Uu+w04sowVLOXt7GAEo6adnfD8Fj1hvrvkmAGYQWIXYytrW0ZEY0ZhO5llwNFgKCrujJrWP2iewcqKtfbS4IZpBn2VTsvB9H1Q968f5DwT7Rbw2iasdRe33BgojKGUjtJMIM02yK/M7H+YEwz9EHST3YbHgECvCXQdpTpYs2tEEkwMXASnsq+6VPH2YDdWNWDsZ4+zcAuZPpdlXMB/QwMwZAKZjDKzDoUtKjKpOI5Cz/KTP0yTytJMH3mZNXsqrKi1sAlKmgqE7YnQGFmAndBJf6XSMWoAx0K4xMQnizxWm82G/KyKzbvsncJyp6ZtxykRtEQsFksBxfem7xUuEMBbUkwm2bZP2Pa8aSEbtSJdjFeG8zEhBWmLCQM+ykA0Aqm0LzSuiV3RVs4flfl2wzedygsrlwZo7h10UG3l7obLsqVMaVrHEOeYDaFUbgTjONB0dOhxpwUNvY5K8DqxSXK8JfJ7e7leOevmXolWL9OmtjFRDJjKhBEgkhcWur23J4xSmWRIkOaYIRzm0XRnwZjRFLnTBAN0ZetgVD56PlLvvhy1nHFozvzzgox/pH62C0EKijoOs51dghf36QOLR3CyGIB8gqAYAAcECYsg1MY3GoFTU3GvdvgjGDwex2yBCN2E8z61Ykm9jI1dQxxe3M/KbqXdHV2qkNZqqPHwXrIUbDuPtFQT/vuKwSXvYngJ8uMjzXjCxFsh/0Glp33hLrlWOjNPoRWfIzQsjeg/TTgcMWmh298FAotLdFHHtl3F2paiKxoIDAkCcbrci5WgBM3eyizcXmbGjCMe5rUrjbxFz//5OmwHXQkYO3vgaD7vWi94xroP4qAeplZ1O13RMHva6CO276fghwKob3uZgQ/ejflyuvAGmhKddm8RU+lvLMh0EGKl37mIeitrryGwCdsCuD8jaaHniCydOSx4hU3MAHQ5i9UoWCHppGVmMaD9clEJIyrRmba07LtiBOQf9IfQZbI7k3aF8vReue14AzcydCIUSia8X9Qt9sx8oIJBbHxhkugpZgkdfDnpWP23o1qa0OZt3qzT6MhRzAtM6sOJy2Y12nJ/yyemCFiate5po7Op1CFzspVAMZkymVt8VW3Qd0qRrSBUBCtt9citPLTjFuleUeVI7/qzJh6dT69AB2Nj8SsN7AKzLqmTpE7mIGh2N16yBFMcmAD/DXOh3TGKQTjSXvQChUUYtiN9RD/jlqY0fH4P9H53ycHTddIHRe6LoF14kEx9Qq++zra6m+NWW/AFRjrNWv+PvH+ARpwvzkoQBLMACbVP3PKAawpLwOUNwAxA2pKefko/ut9UIbZY8rpeGI+Op8XucMyqxRddB0sv4qd9SOw9GW0339HWpQnoteDhcHfjuhKhqewy5WPOneHuE+T8V/MT4EkGPNYha25sdq5V5Dw/mACWTT7Wlh22j3mDmZj7fnQfvphgCNOfvO831Qif2rs6BXt/7oPgf/9J/kKhJEojOsY+JpZ/4QUZRR0TADBz4wfFPAPUJQW0SykBV9UlaL3He5/f5UWxbKsk8H8LrIMqsjqeqsrFxFx5WANSFyOFlZfDGX4yKgqhD56B20P3A3e2DxYqvbrV3GUoeiym6GURTdF0r77Eq23XJEhl9TcZVIpCrFIWyLeITUGtxPTh4qiLCiuW3SP3Omk/AE1Y9ZxShURzovNLqeXgZKUdhRFuGWHnWH7zVRYd90bUCNfCwXf+C/an5gPbjX+AA9qEce6oouuhTJm64h6iCd2beWnaH+sHtziH1R9zXQuwjmIpBAAt4LwtqpYrxs2Z8ErZtrmYh25g0nSrHpdlfUEnp56q5fIClN+IdRf7QZ17NbgQAB5hx8LZdTofg0Cr72AjoUPgNs2Jmn08YuhEgeKzr0C6rb988cF3n0dvPZH8MYWaD98i9DK5V0HluwsRqaDYGfINeJB4z5nSBVJMEma7g1nV1arzHeA0WWnnwFFvCwVzboK6vid+pPMW6+g46F7B+XIoZQ4UDjzT1C375+DLiguch+6B8K4LpcKgToooOxdMn/hilwaV6yxSIKJhZDJ3/2uyie5y4AvowrlF6Dw7MsM8/u+JfTh22i97+a0+ispxSUonH1NWLudwGvPo/3hOdm8W4kx96QT8Q32Oo+woxoSJasJRsRu2aq1tGOw/UXWn37iWGuB5VtmWDJx1YijU6HrYljE/UyfEvrsQ+N+Q4/L16fvsjF3fKGiYSi+5K9QRo/rp0fni0vQ2fDwoOyo0jlnRAhpuj6rrH7xfensd7D6ymqC8bkqrmfGuNL6xj8OFoCiX5/L2QCGM9U+RwMaY34Bis67EpYJu/QTI+45xM5B++aL3r+pKtRtJ8Aybjso2+wAKiruMugj6gqD012YobduhP7zGmjffwV93U/QVq8CQsHNVcSFbuHsa437ob4l8MISdCx5FNzRPqAhDn5j6gA4SMAGJu7QdTJAElfuTGwjUop01tZayDJvWN2iqHGDBn8sydEg2wnmUQIdWeL2bDlYT4LfnDHZUWpzrEupV3Zy5hrCKK/wgqthCXMnI0im86nHoX37JWiYHdbd9oa6wy7GC494So6n6OvXIvTlZwh9/B70H78FCopQ8HtXWEfGwMvPoGPRg12hJbKsiNciBfCzjhW6Qq9B549Um77efu/iZ7NsKClTN6sJxu9yLmXG/jrjtLK5nodThlIUwSKhPRFOG4y+E+nTIJnz/wLxrN2viJ2I3xs3oUTVQ+x0dA1Q+58ejSfzh+eAtey60CWQrrP+MCnKw466hucTmYeh0iarCcZX7fwchB0HKwnWylnHlYzozPuJkDkvR6YWbl6+8URsxjzflLwEKgVef9F4Lcq252cGfCEou4x0L1qTwLCHXJOsJhi/y/kOA5PErGmEO4bXeS5M5ww21ThvUBiXp7PPZPVFZSNQePp5YV+XktVHJDniGNZ2383QvetT3VXy5YtLWi10yvC5Tz6RfOG5JzG7Caba+RQTjhfTQoAW0kO/S9fEs2vKCD/U9wBENkPN4PVi2f5XyD/FBXXr/gGeUq62phk+RR1P/juj3BZMj5voUUddw+9N1x/CFbObYFwVdzPo3O75I9DP7VrgyC3nPfVJqufUf075sRxSnkl1P6mQr249HgUnnwU1zItSKvoLK5MZoa9WoH3eP6A3Zd1OZoPD7UluHOe0AZ/ejrKaYDZMP3GGqlrqe0FGWMUh5dDSeYtSGh8yWxPYi8BUBWdeEDtAVZrWob5hHTbeegW4STzEZU1hnZXzymRu6pgTltUE01FduWMHsciy1ysei9jJ/JzXMWHCXc+kxG3Yf7bzNNZx/yYTh5ggZ0oFZeSWKLrgaoh/Z1LRfU1ovfUKw34mWwoBb9ndngP66ltbC8vhL0+2TJ7cfyQLlo/UP911gX51LfTBMqtIN75ZTTAvTZ6cv8+Ojle7L3p7gicsJsG42+72zE4GqN7p5YcpVuVPuo7JJPyNsgw5stpQfNU/oGwxNhlwJF2G9tUKIzB5FtnDaKRqh+iaZT8CHwHmnUDKKDDbjfgNYYybxZIRmUEhwjoQNWma/prFynfa5yxZmnRAM0Rgln0m/VFrqik/W2FlTkQ8GesJeKykuOQmuu1B096s66ord7SSfgQznagQDmSGsDYT3vhZWay7TUThrCszV/f2VrTe9zeEVmRP2mci6MwiIgwL2+b4sTUyTpAu8i8R83KLqj5RVKDeT7ctaIpfWGa2SACVzBoIV1UV+0uDqzdlCQivnJhIBe3EWMXE70PHtyqUzqDCm8PwM+sBYioj0HYKMJ6JxgBcnG3HoEizQ8LJ8PTzQKPHQi0dGTa9yWDMrIjxIi55A2+9gsCrzwGDmGhtMMbfs08RxgqAn4jvCUK9JxdsbbKeYMQEbahxXmdhXGnO5W6wl9Hg9U+KApSNgHXH3WHZY5IRLkH4Fonjk/AvSksRZ4fODmi+DdBWfIzgO68abgWy9EBAHKJA68B8Q+nc7E5Zm6ZVldrlIy7WLljt/IaArVLbU3ZJF97TyvBRCH74DtgfZtetWiDsYSx77QfLr3Y3Ln+FK4FRkkU43ZcR4ln6848R/Pg9hD79ALqIDRwhiFS+81TDCC/4+ovgHg6T2YV+crQlpqUlHcUV9NBDPydHYnql5ATBCMjWnn7sHnn5+cty5Ugz0GUgIsYV/+X2rmwDoSBEOITAGy91fdiRii0PqnBuLBsBdZsdjEBVIs6vIUPsckwUcUkr8klrn39sRKPj9T8j9ON30Nesiu4WoFqQd+gxsB56NNSx24DbWtF629XQVn1totdcr0IbdZ1nDpa/3UDQzRmCESD4XOWXgpWbsvcq9pepJHtpV57m8TuBVAtCq79DcOkr/UMqRJj9glNnwnboMb1+FR+/9uVnCLzzGkQA8IhxeUVMX3FtKTJFWqwgq9XwsI4awpl1cDDY9Qokdh0d7WBN63J0jFDEbkkc06x77w/LbhOhlPVOminuZdr/eXv09U1kZIS07rW/8W+y2RD471PGnU4uFQJpOvMjpfWe2OkXMmjgOUUwm0kGyl+zIXxC5HVARoAo694HAOLeZFMRyeD1dWsQ+uhd46ihr/4+7K5AxG0pubEe6D7u9OlIpI/lpvXQ1qxCaPn70NeuNo4kvH4tWNdTtjzFXQ8NHwl1y62MWLzqDjtDHbONEWcmXNF9G9A25yYjhETfIo5zwlnTsuf+sGy/I8Ql9uaiaWi96zqIYFrZVHp+jH3vE40Tq7gEZrxur/ccmi3jyjmCEcALM36ElIcZGJ4tE9FTT3KUYdi19/xyHxJmEHrTOoRWfIzQB28h9PUKcIvIEtC1LPOOcSJ/WhwxuAKdCH3/NfSfV3cFi/r6c6CzE3qnkWesi3Q628Ht7eCOtsg7ksIikC0fIkyn+BLEDkjsUsRxTexUlNLhRjS7mGlue/TQMxeSseMZvxOse+4Hy467QRnTPzJed9PgsjfRVve3zJl+AYgCDYxOYmwk4rU6k7hX0Znoe2L+2kJoDxFbmKEpRGWk09Y62LCKJMK2DIxl4Kd2aAeMcS/JCv+KnCQYMSFcW2vxrf5gLoDTSDxSZ1FRRm6B4tq7oiaz7zkcQQrBt//XdSwIBVF04TVhswnEDYGuGcG3SQsZT8naTz8aux5xBOl1vFJViPzS4uNXy0aCRCYDccSyWgEaGPTB95eifd5tsB4w2fgnbBybMAMz4g3fe2PcQ052A4K4P9GXWVUs6WjXHh1qmQVylmC6F8ryqqri0fbOv5FCZxBT1ljgFp77Z1j32De+9R4luFN8giLX5vY2tNffiuDy9zdXEqlRiv98a+z82MlSwoSczqefQEfjv0zUTH4VkUGACc/k6/hTfn1Dnzikye8vkyXmPMF0g89VVTZ/qTJOQeBGjTCRmLfJ9BcncdTJO74qoz5cgac4eogjSHcR7geGj1OMzJLp+BD0Fj9Cb76EdhHgUFwyp7EQ4NVB8x0B+7U0f74vjV1nbFdDhmB6zgBfcMoWGwOhnTQtsJOqKmNCGsaAmXQFW6tMowj65viODEX4NH3NJDKD0lRKln2ImSVBBMUx3LjMtB58pPF8KyLzD3Zpc9+C4Htv9CIYseNStxgzaKqJJ3FxnAq+9QpETOA0R8rTSv9fwAAAIABJREFUGXjIUVBwGd3x6NpBAyEDOx6SBJPIPLDLVeindWvBhvtA2ot4aVHGbmtka1S33xGKvSxqitiUKcjctYN5/xf/PLGDKb7oWojL6XQWkZkytPLTrovuFR9DXHwPRiHgC7vb0z+L3GAok2F9SoIxOSHe/5u6DbXwSuAX/yWTTZNeTeQ5su1/GCwTD+669IySizrZnYuPuG3uPyC8nzcfkUpHdOWYDpOmNtn9C3nGMeiDtxF840WExIvX4JcvHJJgws6CJJgwsIhk9j3/s4jdIV6lmtd8sJG5d+yZwV7bZC+D7aAjkHf4caDSFL3Kd7RBW7vGsKo1jiJv/Ld3WAUi2CYdAnWn3Y28SyRekkxa/saDn0gO1/H0AoSWvZlRCdp0xmdl9Z7+CafiGVyO1h3SBLNx5rF7hLSCWcw8CWC7QjScCYWGxUKPQoYJKwm3/IxdBsLvyPCWTtIxRV+3FsFP3kXo7VcRWvW1iEnQlV4kWhJ6cT8lDAMVxXgBs+xzIGwTD06OX5OmoflyV3ifqkGeFUkwkSdgSBHM+nMr9reFqEIHTiWdRzKRVXwSHNUGfpBXr8nuhfFZwRnngwqLTLYIX01b/T2CrzyL4AdvQ2/2DihvtTC0U8Zth7yjphjGcWb9mSINoPlPM8DeDQMaXyoaS4IZ4gTTVDPlFBXqLJ2x56YcRjlHrOI5O79iAIHuO9oNQ73O5zxdrzDJLKoKy4RdDevigWQxaLv3RgQ/fDuZmiVFliSYIUowvprKo4n5Bh3YJ9useeNd+QVnXQjb/ofH28yoL+5VOp6Yn3LfHbLlIf/k6bAd/GtAERmb4yudTy9AR+Mj8TVKQ21JMEOQYHyuynowT88Fz2oz30jx5X8zEtXHW0SMljb3renLT0SE/MpTkXdMZdx3M8F3XkPb3L/HO8SU15cEM4QIRrgGjHWEPgPxkAk+RaqKoiv/YcRyiacI/6W2ebfF0yQ5dRUVecdNQ375KXHJEwTT/mgduHVjXO1SXVkSzBAhmLUXnLJFXnu7OKTH96WlegWmWL5h6PZ/10HEkDFbQl98gnb3rYZNyaAU1YKCqjNgO+IE092HvliO9vl3QORSyqjC+MJRLw3tws1Jzlx28uyqsubW4DIGhI/RkCrW3fZBYfXFQH6BqXELj+j2+++E9l3/OCsRBQi3hS3GGrFbehrZifoiPIOIgCdenYStilkzfRF+oUgc7UZHDrvQUx8jf9LNl2VcJkgCrSupa9hSZBkwNQEmKjFDaa6edqzOvDzVSQRNqJNwlZwhGJ/L+Q2AbRNGIkMaiiDcIm4KCooQy+9JhFIQYRPyK0+DdeJBpkYggk21P3Sv4bNjulhtRvArpXSEYWwnYur2LgTrfodCHTOuK0PAa8+bft4WaWyLxO7LJDl2LHwAoU+WxXyOZxGi37sBgpSiRdUzjUHUiszEeKSEtnCR2x05YI7JzkSmjKay4CKFsT3ZtKMddy8RazsrS04QjP9s59Os47jIMyCWG20kcCcDbdBpJam8Xhf5bHTkESm7ieBUBIiwaIrIcTMYRnXWPSYh76QzU+o0GPr4XbTOucm0pzEVFht3JSJQVOvd1wPBQESYlS3HIr/894ahnRHsKZpRXg8pha5LTBNkXF8Zs+H13eF5GPrPa+JqmlhlbobC9fYtm6+k2pc74pUhLMj91RU3gGgWgEKxVkvdnoEZNsWrRJLrZz3BeGsqp5LOT4R5LWoV4QVDrN07vCD0Eu56ZiNqaxWqrQ0ZrgC1wlq3FqitNdJ4drsH/HzBKSMLOjvKdY1PhsITwWT+YmMAkyPi0Radf5XxIaes6Dpa//EXhFYuN91FwannwHbA4dh402XGc3asIo474tgj7Gk6n3rcFMmI41XRuX+O6w4plh49fxfJ3EQA8TSWIDPeslmUmwrnLHomVppY33lTttMDymUK6FQAmwmFgQdK3Z4z0qh30rvKaoLh2sn5vh/tnxLRdgYywiRXIb/O+KcDI68cyHbVIJzZVY7OjaERHeBpAJ0D8NhUPXtbJx2MglNcvWPLJnm6ta8+Q+sd15pOzyqcFwvP+TOUEjuaL+oTa1pRoBQVg9vawCKwd/duRVFRfM2dhi9S6+3XRM9i0HMXM+tKiOyTqSgi4l/LlTNTITq6TLEeCUFmWsukNwGkEeNnVrgFzNsTlCKCEQpTpGzo9S0yod2qqAcUz1mYPakuw6CR1QTTfHZltaaze9MgmIgW6CG6NBWXYuurp+6rQPMoRsbH5Bd13HYoPPsyKCO2SL7wTRLbH74XgVefNy3fOukQiOwEIjdRy8VnGnFpxEuVuBsysp7m5Ru/CQM6BALQfvgG7Pei8Lwrjdg17Y/VI/C//5jqz3rI0Sg87RxTdeOtFHj5GbQ/6o632aDWJ+D2ZOVVH8yBZDXB+GY434CCAwHSWadLS+cuSqkVltflbCDAmaoJy/tNJfJOOLnrg01yYCvhqNhiOAt6Tasv4uzmVZ4GYkZL7SzjnoQ3tkAX/kAi+LdIVaKoUIpLjMDevLEZ3OwzCEb4RHV4/oXOZ54w1Z86equu3VISQz6IC22RpqXtvpvBHe2m9MiESgxe/hV+2G+S+70BXxgP9niylmDaXZWHdEAXQVeHWwj7Datr/DTVYG6sqbhYY+WWVF4Aq9uMNyLmGz47Ii9RNKIRH3ggAMvW46NG2Be4iOfjjbXng9n8S6rtwCNQIHYVqgWdSx5DxwuLjXxH0Ypl5z1RdGGtUaXt7r8i+PG7pqZFHKkKzrwg5mWv/v3XCP30Q8RwEN1ZENi3AaEvVyD44VumL7RNKZriSgR0UkDdq2T+wl8C7qS4z1SKz1qC8bkq/wnwEapqPWPYnAVxvLkmDqf/bOdprOPBxCXE2VKQS9QIEV0/Gvc3IlRDhDxIoo646Gy745q48h6JGLuF5//FyGMkdgOtt9caO4JIpecxTwQH33jtBXHZrOSf+FvkTfldRPniWb7l8mpjlxTdAT5zw2pEXQFGrhf6rcPdsCDOlZKx1bOWYNbPmFJhIctOjvqGm9OFblfg8GBnuvoz24/Y9RTNumpT9sXwrYw8Qe5bYr7qiJi/4rlc3Wo7WA6cDKVPDODAGy8i8Opz0L79arN9iQh0ZTtgsmGVq/SwJhbpX0Xys9DnnyD4/pubiCHyqMTxMJr7AHvXY+PfrzJyN+VaIUJIgTprWN3C+3JpbFlLMKtmV5XNsy9orq1FKJ0T4qt2doKMW/+MKcJWRaQNEfmUwhWRKzrw4pIuT+QotinW/Q5DQcUfuiLjRQrDqWmbM0KK4491171h3euArr7Fka5vEQZvgU5wix/tj/8TIl9RpGI7/FgU/L4m4u+GY+b9d2RkTJgBLoY2QL/G4V6cQZniBjiiTc2zlmCSM/z4pXhdFd8RKON8nYZd+Q8juFOiBGM79GjkC3IpLgG3t4IKiowdR+jblcDGlq6Ur2O2BhUPMy56RewY4SwpMjYW/K66665IZIP0rYf2/TdAYaFxlyQcMYV1r7ACFulpOx6p65VTqae+sQgmsPRltM+/M+YuLP5ZHbwWzPgOFvXC0jkLPYOnRep6lgQTJ7Zel3MxMab0tlqIU0gKqouXG+vuke1Ioh2RhBtA/u+qoRQUIrDsTXS+uAQFzj8AgU60L34U+pofDI2FEaAIaiUIo/PZhV1HHiIUX36LYb0b+O+TRs5ssVsRz+0ilQl3dhikIGxcbEeeCIRCaH98HkIfv9cPhVhHpMALi9G+4P4UoJd+keJ2TQO7O6BfmS1pYBNBSRJMnKj9PKPiTJtKc/vG7Y1TTNKrC3+kvGOnRj5eRLrkFQRx5T+MJ+eOpxYYKUDEMcp26DGw7nsoAi891StFiXhCN3Y5zV4jraxBPCO3hL7h517+R8IxUhCMJry2H55j1BPpVkRaW0FQrX+7HCLtSM8iyEtE5otU2h+8G4HXX0w6dmkVSGgnYGFHfsHFWwyBHEqSYOJcXSK7QMvqD1r1LuvLjCniklU880YqkZ6pRVaCollXIvDmS8YOpPuORjhcFs68HLpvA9rqbgFEwG/xYrXbRFj23Nd4+hUvS8JpMpwLQb7zD7Bs/6su0vr8481qiYtgy857IPi/5xD85JddjHB2LKy5FJZd9oowBEbLpdOhx2HHkwmTQ0Q6s/4Ng16zEP+tuK5xRSzXgUzQO1k6SIJJAMlM9NyORTCRDO3EUUYEf+p6GeodvsF28FGwHfRriEDgwmhOeG4L+5z8384wyEPsQFqEbU3PmDJEBkkImSK9SOfLz/byZhZP3iJLpe5vQuCFJZvRt4zfGYXn/Cmiq4TYIbVceU4aPKPNLwiRcA3g5wF1vaJy17cUAgKk6QpxE7Hlp5BV/779Z9vKcQsWNJmXnDs1JcEkMJf+syvfZJ0PSKBpUpuIC1SxAxFHGUEEwps5Wml/6B4EXnuhVxUaVoK830w1jh76mlW9m4v0I/sdZsjmZj8C7/wPpFqQV/F7wzZG7GL85528+WikDB8Fyx6TYBm/k7Gr6XzlWaC9jzGqLQ+2g4+EeMLuGTLCdnQFCk6K7Ncn7nva6m9F6OsvgFAwqTgmIkw8xmnFoa1G3Pbkj4m0HyptcppgRFwNWrAgqfEVReoTa1B5msHpzZPac0UKR8Mtxnbdk+wxEcrI0abWqwgwJexI0NkzkgAh74QqhJa9AW3TZW5fYda99oftGKcRqkFv9sO6y55dOw1m+C/4vXHfrWwzHqKeeC0Sr0vBD9+JuNsQtjbipQr6L1bFRRdcHeV41KWRcEUQl8MBkavpq8/6jMMUBEmrRIT19jrPyKQJzFFBOU0w3pqK5aQrn7NOs5PhAOk/p/xYDinCuWZQYnSIewrLr3aH7bBjYNl1n4T8lYQ1rjB+61lEiAVx1yKsbyMVslhg2esA5B05xSATsXsSpWPRgwi88V9j9ySM8oIfvRv3MUY8Zxed8ycjyJbZIgJJBd99zcgyKY5wZmPPmJUfsx7Ro466hgHkiYnZQ05UyG2CmVHxCil0qDC3Z+JPVCh/L3E3PBDvzPlcvx3P3PkgEQvHyrRjJo4jtqPLYd190oBjpoQ+ehet9/UOOCVcDISXdKygTOJupXDG/0FE3RPGc+JFyXiGfvAehN5fGtXPSRm91ebn7r74F519GSx7J37iFHqLS2qxc0p6Tqfwi0ULMCaNqvf0De0X79LK+fpp/1jSiWjzedN20gPaMgBGsNpNHiotpOMTTcWLwVDw31vOe+qTcDp5XeVHEOhIguJi8IgYzi8pGZZwHMw7usLI9wzhYZ2kIgJBdSx+tJc0yx77QvgeCWdCcX8iiKO7KFuMMchNXNyKXU7gpacRXPGRYXcjLoJpmN2w0BX2M8JmRrwuGUXE8R09zojQJ7yZ++6cRBUj5W3NpVH9qEwNW1gMt200fKU6nl0ITdzVpKgwc6uD1AnkXpSOMHkpGkV6xOY0wQgIfTOm3gtFDxNtiHQQd4KxEYQOYvqJwcLW3QFGMRQUgTl/MHYsQm/b5OOQd+JvoQyzJ30liLuM1rpbDBuV7iJ2McrYbbriAYvE9eIiVaR+FfFfxD95BUbc3M7/PQvti+VdRxJFgbrVtrAdfpxBEJrICClCNnS2G5fCglSMf1r8YWPjihAPxZfdFD0Gjq4bNjbC1sZsEZkS2u68Dtr3X5ltkkA9+lGDVq+z+ujI+obUsVkCmmVSk5wnGAG2v9r5FhP2yyTgo+lifHhX3ArFMdyUyuK4InYdIhi3eGomRUHhzMtEeL+I7cXH1zrnZnBT7xQg4vijjt8Z6lbbGAQjFoje4kPos4+iHqFEyE9BNjRySyi2PGg/r4H247ddWQbCFCM8w/TZRjDxiEXE1H33NQReeRaW3ScZmSvJ7og6rm5ZwaUvG35LqS5E5Nd13OEI2m+j+fOFm7csPRAYEgRjkIyr8m0G75sNsy+eeQtnXxMx5snmMQSDxtOxuGTVVvYOh1N03hXGRxmtaN9/bYRgEPYtaS2qirxjYydeC339Odruvn5zojWRMsW63+GwHf6bmKlOgh+9g7Z7bkjbsBjcSkx/ddR7bkxbp1nQ0ZAhGDEXXlfl4wSObIueIRMmnoCHXXuPkYOoXwkFEVr+vmEYF1zxccQo/+r4nVB80bXhPZx7CBUvMO2P1PUjqJRBYctD4SkuWA88IkYwLUbrrVcgFC7+DBHU7SYYOxrLpEOhFA/rp+5gpZlViJ8oqWvM+DWWsvntI3hIEcwmkjlfAdcykJZsAYlOpLhAzSv/fVdkO5Gg/ruvup5l330d7G8Ca1pM0XnHnQRhsh+riB1M5+JH0fnyM7GqDuh3cYwqnHWlqRS34lVIGAYKY77IhQCbDdY990XeYcdCnbCzcXwSr0qtt/wZuhGYKv2FGfNK6z0z0t9z5vU45AhGTMGGc343Tgl1XEegaQCH2SZkxkSRo6zrY2TuetnZ2ByXvQflF6Lg9HNjhqHsYjDNcGoUMXS11avitmWJhpiIV2PZbR/kO081XqpiFUEMrTddGl+K2MIiI9C4Omo0gp8siyv2cCx94v1dvFYqpFxlr1t0fbxtc63+kCSY7knsqK7csQOoZugnKQqNZmbbYL0apWphKWPGoXD6RcYFrJlixID56F10vvy0sRPo+Vxtpn3POkZK2Qm7Iu83Tlh22MUUtKI/kcNI+ybbH2bID9gmOtz/TuVTVrxTkvb6Q5pgeqItjOkIwdPA+q918HgQ7AAVCIBEpseeReQJJZ1COuBXCM0gflNn2ouYd8u0ODFCb3HcKph+kWEgZ7qEQgh98QmCH7xteEMbr03Cg3qTV3VYOYoCsuVDcZQZZv/W/Q+Duu0E012KWDFtc//eKzyE+caZV5MIt9vrPLMzT7P0aSQJJgbW3Rkfe/1lRv8k52svOGWL/PaOTwfVRynKWNQddjai/Yvn4USKvrHFiAEjAlcFnvP03tkQGb5KtokHQdlyq4SN5joWPYTO/yxKRL2MbEOAz+72ZPRdX6qBkwSTRISbXZX/1MFnJlFkUkUJy2CRPVJY5iZaRE6k9rl/7/W6o5SNQOHsa437j4QKMzqeehyBp5+IvkNKSPjAGolg3NDUimBeaIOi0wRotIcqXEaYJjGEIWbkQswdKujA4iHsUiAJZmDrb3Nr7/RpTqjaI7TJLSFJYpMuRvgEiRi6lp32SEw2s5HYXlwIdxfh2V00u9bwpI67hIJodd9i3Puk3WEx5u6VRQLze+zuxvN6VhUpizeusW+vsrJrELiRmbcPl1JYRHSwgC4a5m64M25ccqSBJJgkTGTLmVWHa9bg0wDiuORIQscJihCWwvknnGy4IyRSRPqT4Htv9CIYER5T+BzFU8TzuLhzCX3a27s7HhmprEuET+11nl1j9eFzVVwPpnNBcPSvS/c73A1nxZKRq79LghngzIo7Gl915U9EHPv9dYB9Jbu58CEq+O30yClKInSYDIIRl8atd13fFWohAwsD7SE1eOjIOU/1j04eRt/VZ0zZqdCmPgJg714/E9501HkOysAhpkUlSTADgFnE5/WveX8VmMx74g2gv1Q0Fc6N+SdP7/IJMhmJYkAE09mBzucb0fHsoohWyKkYZ1wyWUChXGN3L+rKgRtH8dc4lzNjl+4mDP641N2Y4Hk0jo4ztKokmAFMTHNNxQKd6aQBiMiYpurW4w2rXyPodgyiSYhgmA2fKRGgyjAYzODCxP9zjN77SKqtTSipX5OrYo0C2lIY3JGuP+qYu3jIBqaSBJPgQm+uLj+LFapjJkuCIjKvmcVqGOSJ9K3CQI5s4Z+04yWY0Kfvo/OlZyD+LWxdMr3ooEPL3A2vJapnc03FFGbFw8zERLeXuhsuSlRWtreTBJPADP502jGjCgoK32ZgmwSaZ3wTwwJ3+x1hO+QYWHbaHSKG7uai612vPn1fkS661jCw23w0EPFzv1qB4DuvIiRM96OE48w0QEIdoa1GPDiwYN6+6orPmGgsgy8pczfWZdoY06WPJJgEkG6qcd6gMC5PoGnWNbHssLORtcA68SBAtRixe9sfq4f2+S/BqkTqk6Lz/2LEgkGLv8vb+7XnDYLJxqIS7zqsrrF3/Is4B7JhxoknkaIeFSwovHooJFiLBI8kmDgXjqjuczl/BpB1r0YJDPWXJkSw7rIXaMzWCInYtz0SoIlodiL8gshZLeKwiJSz2VwY+q9L3YtfGugY3nVNLJzkfi9yJPWBdpAF7SXBxDlJ62dMqbCQ2hDOsKqvKGYGEX2lQX8Imv6jRbXcx0BXOH5ZMhYBZrq2tL7h6oxVMIsUkwQT52R5XRUfEij2syNhPan6aSWj9nmh+zVCWPuSqj0u/A/j7FZWTyMCDFpQ6m44OY1d5mxXkmDimNrHq6psR5cG2yj6LiTIxI1au3ZhuItCn6uiBkx3gjIrt3UcMOR8VWb+tJ30w8e4l6zP+cGmeICSYOIA2D9j2vGsaE9FbMLwWS3KqUVzFkWuI0J31kyZRbp6qySZOMBPZ1Xmjnwoe+bLbAEDRl0STBwQeqsrHiCi0yM0WddZULC72RcDb03FmcTkFqmB4lBBVk0TAlZVOTHWH4o0qZLV3UiCMTl9L02enL/PBMcyJuzctwmBVpaM2XOXeC0/m2oqphCThyCcdmXJLAT4MYe78ZTM0in7tJEEY3LO1p9+4lhLgWUluCtL5ObC8NnH7jUyXnLpbt86c+oJoZD2BBNFjS1iUk1ZLQoCIlecSXcrkWv4h+d8lvEnL1iwKU2lhDYRBCTBmERNxO/tJP6Ee7wAiYBCwWJthxG3DdDq01XxGEC/NamKrJYAAjrzCkVR5oP5CgD985z0kUki7LmKP5bN8TycQHeyySYEJMGYXApraip2yWf6qPsFSTiysYYby+Z5/mxSRMRqfpfzKgZfE8ff14F2OaTaE6gDauiIkjlL3m6uqXyUmU09QRPoHbu7IWsygmbipEqCMTkrLTUVu+hMYgdjYMaMtY56zxjxl86kiIjVvK7yhQRl6kDlyPbhESAgGLTyoSPuaXzr5xknHp9HlgY2ZSZAusJadUn94n9KbBNDQBKMSdyaXJWHKOBXRXWxYHXov0mGObmQ56uuXAXirUyqIqslhAB/Za9r3FE0bampbNDB5WbEMPCDY8xe2yV6x2amj1yuIwnG5Oyur566r4X0t43dC+ApdXsqTTaNWc3vcnYwkBezoqwwMASIL3HUNd4qUtQAnR+ZDXFKoKfs7oYTB9b50GwtCcbkvPvOm7IdBdUvWIeuWqzHDJuz4BWTTaNWW39mxf6qlZbKiUgGmjFkEP3QmZ8/SdgqGUclxfKUuEszU0SOo5W86oqh7rxoBquedeS6NonYateUEYVQPgPR+/Ym64mUpOdLf7XzaSYkFn3bpO6y2i8IhEi/akTdYiOlq9flbADgNPsREPCuolovTtYfl6EwL2axHQpYRB2jcL0fj3GvaazUjKhf9E4yABHJ2vLaOsT9SzzOjxqI1ExL8ZEMPOKVYYSkjLORyBRQUufZvfty3lft/A+AY0wLIrSD6bHOgvzLR60OeZP1hybOYWRN9XjnJ2sGlgpFfWdPvddx36JzkiXbN6O8DoriMiuPdf6flodL1QBVg+gsAg/l+ftC15SLFAvvBuabzGII0MagGpjcM1vAJheQ0+LiKwYzkVez6seL1ynz/Q+tmkN5gcY90zy7qoxuW9AUd8MwDXj26WP9rc2fmTH6Es0JaLG7PSXif6+cdVzJiE7bGwSKmbMnGbpmkgzxggcF0+33eR7q1qupeuo5KvFdDDbjcsE64aayut72S/6aaROg6w8yYT/EkEPAeh3kIVvoBsfdS77JJHwyTRdJMIM0I74Zzjeg4ECT3esWqBcXuxfeJuqLj4FZXwrwL0FwTQrK9mrMeKe03tPP+E14qCus3mYqoBfjP456z7F9seBaWFrXTtulLRiamKfysdCV0SzsnBQw6WgDKe+wFni1IxD4eMuHnhNRDWWJgYAkmEFYIv4a5+2s43wzUfHEBOlMDaX1DZsN8bwu54UEGGQz1IoOvFXm9hwQbtwbZpRfrSpKzFxGzPxtaX3jdkMNu8EYrySYNKPuc5VfClZuAJkLncnEn5bWNfY6CvlqnC+BMTnNqmdGd4z1bUHt0DHzl4SNKO51lb9HUPaJoWyLY9NxMzMGlbtaSIJJ49x2xYDBPLM+Rwxe7nA37tHXHcFXU+kDsz2NqmdMV0QIatD+WFa35NFwSomXOVt7++poITBEWtjVXuuoXRcs2JgxA8tRRSTBpGlim2ZUnKsqdFe3L1O0bsW5n5hvcdQ3/qlvvZYzqw7XrKHngbietn8RQ/wToLRBUbaBpg1aAPJNT8zvqyrPK7YEHvJ35v8d4BlmpkPX9TllcxdHfM3zVVfcRESXRTGia/3Ra91SEowZtAdWRxLMwPCL2bqLEIJzibCDiEcSszC+UNhyacncJxrD1fW7Ku5mpnPM3N/0a094Hpw3c11e87qRbBluCagTAuByIuU4Yt4+pm7JrRBUteA+w+Y9ZSRY+uaMyY7hNvsruomA6grxEyV1jVXR1PHVVDSBqTRcHQa3rvbaJMEkdz7DSpMEkyKQDX8XClxHjEoGRw0mRTAsWjaC6KF11vY/TbjrmYjJm/2uyrcZvG8Can9g91r3j2QY5q+p/JKZx5uXSx3M+nqFSBj+hRj8MzGGM2OCGfIjkA41dLB9zpKl3X16p5cfRqoi8hFFfW6O9JLUU3d/dcXDTPQHSTDmZzQVNSXBJBFVrp2c710zrFKFOguM3XRgWGSAhZ0WBRj8jR6iBnIodaV/X/RdLHV8LqeIdD88Vr2evzNzq4O2GEVud8QkYC01lVM1ZpFSJeaxiYBOTef/84f8/9pu/su+Xh+2q/JJBp8QSz+xmVPA99jdjef1bu8UT80XRmvPwJelbs+EaHVaZlYdrmnB54D+2RvkDibW7CTvd0kwycMS3mqnOAr9sWcgbxKhY4xlpZgJAAANhUlEQVQLBwZB6WRwC5g+UQme9QHvg30/0Fjq+GoqgmAyHyicSRimneCoa3g+hmylyVXxqQL6VSwdAKxr2agePO6RhSv71t20CzHlCMrQl5W6F0/sK8PncnYginc5EX1tr2uIudvyVld8TUThnqPlHYyJSU5GFUkwyUCxjwyurbUALxsk8PLLwLqRI/WqBQtC4v8PJEDVhnN+N86idX7LbMpitUsrxp8d9Z4bzQxzU6YDE8GVKMjgS0vdntv7yhW7uObVpd5Yx8JN7XxfYtXYvh7Kza7KJ/XouyBh1eyIhaXXVfkPAs8OM/b2H+UrkpklMeA6kmAGDGH6BBgxaRR9KdhsFgJeH4S6x0j3ojVmtPy52rmXjSBi3sR2voxAXFxVZfOXBpcD2CFWnwxuduQFxlGfOycjNEZA/SrSi5vRbszew2MFgfK5KqsAfqzvnQ4DvlK3J+wFcCyd5e/xISAJJj68BrV2c3X5WTqUuWYuUQ1FNwVYMqs0u6aMaIHlvzp491htGHRbqbvhon47GEDxVTtfIcIhsWQQkb+kybIVhbFH8bkq1gC0ZXgZ5LeP2XNEbIL57XjmzteJsEVPOcS0zl7fMCqWfvL3gSMgCWbgGKZNgvDmhq7PNNmhzx5wbEfz5/e6hI3V1uuqfJzAUZ+Au2TQIoe7YVo4ed5qp0iNOyvW4tJBP5aO2XPbcEThqymvg664wodRMEcwQjd/TeVrzHxwTz3DWUfHwkX+nhgCsdZAYlJlq6QjYNxt/OhYZDY4FTHuttd7ZsWrSLOr8m86+JJY7YjodXtdQ9hdipFil7QnY+60Ijgdir590088EhbLs+D+mS8Z8DvcnrJYdzBCTrOr4j4dVNOLYHQ8UDrXc0asMcrfB46AJJiBY5gWCVxVVdw8PPg46yai3zHY7vZYiOLPeLDhnJMOUkOh12MOinmpo74xrDe4QQ6qRTwRR7ZnMd6p6U+OuoabI/Xld1Vu4HAe4wyfo97cHUpLTfnZGitzevShMeiiUnfDnTHHKCsMGAFJMAOGMD0C4iIY4p8cdY2jE9HMcMaEEvGj75YZLRC2QTCK5floOxgi7igZ7S+l2pfFk3TY4nc5P2fAyATQsxDjO3u9Z1sz4/PWVE4l5oU96vpULXhotwWxGRmyTuIISIJJHLu0toyLYHRljmNuYpH3/C6n8JfqZfwWdqC6/nfH3MUXh/utZUbFuZpCd0cDiJlfKq1v/HW0Or4a53/AOKZfHaJvHXUNpsItiNS8gZD+ZHfKWCL61F7XMOQCdaV1sfboTBLMYCEfZ78vTZ6cv88EE3cwDFYV3m1YXeOncXZhVPdVO58F4TfR21JQZ+38svrF94Wr53U55xFwVkQZzB0arEcOr3/ijWj9eF3O+QTDcLH3Dkahpfb7GkwF62qqqZiisOLpjlLHjLtK6z3nJ4KNbBM/ApJg4sdsUFowoDTXOB9gxqnRFBAhJe1ujy0RJb3Tp24DVX+RgKhWskxo7wBPGh2GxISePpfzXQL2jqgDUYOj7pcAWpHqRTKUI+B2u9sTzoCunyhBMCpoETMsIoVsMKhPHnG/jKGbyPpIpI0kmERQG6Q2G6rLz7KQMjd6yAf+yuFujGnkFm4IwpDPSvpzDDiiDpH4W0dd+IhwYqe1944OEbe4IJwM4RdlUbCfmR1Wi6vyfI35jj5P1QEF5CpxNzxgZhqMHYxODSLAF4M+cXgtE2UmADPIJaeOJJjk4JgWKYYDXyj4UtTL0wFkIVw/Y0qFqige4d0ddZdEuMNe5wnrkCgCoze3BteHI0EhVSGaNqyuYZEZwDbWTDslxNq/ekX7J/ZaFMvk4jkLRWbGmKXriETiktfKwOxw7g0xhcgKCSMgCSZh6NLfcJ1r6mgL9B8iRmsj6KpO1w+rb7g6Ee18Myv+DI3+Gr0td2ps/XWk+5NNT9QvhN+94EuHz7qr2R1Em6uyqpP539SD8UTyM7vbYzpcRdcOBo+DSLcXFGxPdzy6NhFsZJvEEJAEkxhug9bKV+0MRYrnK8IotBHvE+5uxIzCvurKRSCOmnNbYXqwpL6h38Vrt/yW6sprNOK/hOmPQ0E+MJ77D79r6u911v5F3U9AxlZGucbuXhQzsHd3/15X+REKFA8Yr9nrPTHDSJjBSdYxj4AkGPNYZURNb7WzlQiF4ZQxfHvqGkxZuIZr762uWE5Eu0QaqLhADkDZJpLzpLA29q9xLAbj6J4yjA0I4T57XYNZNwej+UaX88IQ47buExuBOxUtNCkeG5bVZ0zZqcCqLgl0dkzb4sFnTR2rMmKic0QJSTBZNpH+audbXcnB+hcGe0vdjQnlSmqdecLEkGZ9hoGRkSGh+x3uhojPzyKZXHNr8zsM9DLyY+bVjrF7bxPLObFvv/6ayjnMfHb3f2fmF0rrG3uRV6zpY5er0Id114dzzIzVVv4+cAQkwQwcw7RK8FVX3sLEF4ebOJF32V7nSciIrLmmYorOJEIbhN0dAYiZ6mNT/GER8rKneqwHtT+U3R8+C0A08ATBgLmm+8K4DdrIMe4lIqJfXKX5vGk7ldy9MGyak7gEycpxIyAJJm7IBreB4Uioao3hnAAJvNzubtwtEQ2bXBU3KqB+WQyELCN+rsJn9EzXGq6PppoppyisPtLrN8KLjjrPUYno5HNVLgTYSDhHTEvt9eaM6xLpS7ZJDQKSYFKDa0ql+lxOEbt3676dDMQMvslV8agC+l04xRm0uNTdUBFrUN4ZzgtJ+SXjJDEFFIvlmGFzFpgKodlXvjDYA2MiFITsnY6R8YaeiKWv/D31CEiCST3GSe/BW13xABGdnkyC8c6oeIUUOqyvTHF/UlrfONbMIPwu51UMXNtdlxmvltZ7+sk0I0vU8VY7vyXC1jpRXVmcF8Rm+5D1UouAJJjU4psS6eIookJ9UJi/9+xgIDsYr8u5kvqEuSRCCJpaYZ+78GkzA/G7ymsZSpcNjvAZULi8pK5xiZm2fevU1sJy4eqKFToQunNM4261tTBiGsuSXQhIgsmu+er6dkVsmLLQB33zGCWdYIB3S9ye/c0EdhJ69SQY8aQdtPKhI+5JzO/HO718b1ZpekdAvztSHuosnLohp7IkmCyd8r73HWIYAyEYX03FGnDvGLg6ab+PlAM6HGxel/NCwuY7mLagGjxs5Jyn3stSiKXaSUBAEkwSQBwMEcJtwAptBUAl3f0PiGCqnV7QL06ORPRTSaFlV7ptgXBcNFWEL5OFVI/xSE3sDVlwXKI7GFMdykoZj4AkmIyfosgKbkr0Nn2gBMO1sPhXV2zoSVY6uK7M3bjZyM0MTCJdLnPHh0RUxIy1OixTY8V8MSNX1sleBCTBZO/coWX6CbtpqvXD7ti3xPjMXu+JaOofaaiCYJpXO9f1DNOggw4tcze8Fi88vhrnS2BMBvgnja3TJMHEi2Bu1ZcEk+Xz6auuuAlEl4lhMNHXpSZSqvYdcl+CEa9HJTzKHi2XdSTYNpxdWa3q7CZgbYjlDibLl9eA1ZcEM2AIB1+Ar6aiCUylIql7qbuxOF6NBMH4VjubCBi2qe0HDrcnckS6KB0YmR0doY0MfaXNYju9aM4Ceckb74TkUH1JMDkwmetryq+0QLmGmNpK3A12s8/KPYfudzlXb3ZSjCOfdTj4DENAhSYUKnkX2eb8e2kOQCyHkCACkmASBC7TmvmrK98E6SNLimz7xfPy0z0On8u5DJvi6CoBdeeS+Yk7B4qwDb7VjnsKmG7Or2/4ItOwkvqkDwFJMOnDOqU9bTjnd+OgdbiCoeC/t5z31CfxduZzlS8EK1OJSC+pa7AmkrStZ58iTEIidzjx6i3rZzYCkmAye37i1k5Y6Cd2RCq/mqFeDPB6h9tjKudQ3MrJBkMOAUkwQ27Kww94/bkV+1uDyl1gaDIsglwUyUJAEkyykMwBOc3V5WfpUHd21DdckgPDkUPIAAQkwWTAJEgVJAK5ioAkmFydWTkuiUAGICAJJgMmQaogEchVBCTB5OrMynFJBDIAAUkwGTAJUgWJQK4iIAkmV2dWjksikAEISILJgEmQKkgEchUBSTC5OrNyXBKBDEBAEkwGTIJUQSKQqwhIgsnVmZXjkghkAAKSYDJgEqQKEoFcRUASTK7OrByXRCADEJAEkwGTIFWQCOQqApJgcnVm5bgkAhmAgCSYDJgEqYJEIFcRkASTqzMrxyURyAAEJMFkwCRIFSQCuYqAJJhcnVk5LolABiAgCSYDJkGqIBHIVQQkweTqzMpxSQQyAAFJMBkwCVIFiUCuIiAJJldnVo5LIpABCEiCyYBJkCpIBHIVAUkwuTqzclwSgQxAQBJMBkyCVEEikKsISILJ1ZmV45IIZAACkmAyYBKkChKBXEVAEkyuzqwcl0QgAxCQBJMBkyBVkAjkKgKSYHJ1ZuW4JAIZgIAkmAyYBKmCRCBXEZAEk6szK8clEcgABCTBZMAkSBUkArmKgCSYXJ1ZOS6JQAYgIAkmAyZBqiARyFUEJMHk6szKcUkEMgABSTAZMAlSBYlAriIgCSZXZ1aOSyKQAQhIgsmASZAqSARyFQFJMLk6s3JcEoEMQEASTAZMglRBIpCrCEiCydWZleOSCGQAApJgMmASpAoSgVxF4P8BJDBLwZvO5hIAAAAASUVORK5CYII="/>
          <p:cNvSpPr>
            <a:spLocks noChangeAspect="1" noChangeArrowheads="1"/>
          </p:cNvSpPr>
          <p:nvPr/>
        </p:nvSpPr>
        <p:spPr bwMode="auto">
          <a:xfrm>
            <a:off x="155575" y="-319088"/>
            <a:ext cx="666750" cy="676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" name="AutoShape 6" descr="data:image/png;base64,iVBORw0KGgoAAAANSUhEUgAAARgAAAEcCAYAAAAcH6uaAAAAAXNSR0IArs4c6QAAAp50RVh0bXhmaWxlACUzQ214R3JhcGhNb2RlbCUzRSUzQ3Jvb3QlM0UlM0NteENlbGwlMjBpZCUzRCUyMjAlMjIlMkYlM0UlM0NteENlbGwlMjBpZCUzRCUyMjElMjIlMjBwYXJlbnQlM0QlMjIwJTIyJTJGJTNFJTNDbXhDZWxsJTIwaWQlM0QlMjIyJTIyJTIwdmFsdWUlM0QlMjIlMjIlMjBzdHlsZSUzRCUyMnZlcnRpY2FsTGFiZWxQb3NpdGlvbiUzRGJvdHRvbSUzQnNrZXRjaCUzRDAlM0JodG1sJTNEMSUzQmZpbGxDb2xvciUzRCUyM0YwNjY1MCUzQnN0cm9rZUNvbG9yJTNEJTIzZmZmZmZmJTNCdmVydGljYWxBbGlnbiUzRHRvcCUzQmFsaWduJTNEY2VudGVyJTNCcG9pbnRzJTNEJTVCJTVEJTNCcG9pbnRlckV2ZW50cyUzRDElM0JzaGFwZSUzRG14Z3JhcGguY2lzY29fc2FmZS5jb21wb3NpdGVJY29uJTNCYmdJY29uJTNEdGhyZWF0MSUzQnJlc0ljb24lM0RteGdyYXBoLmNpc2NvX3NhZmUudGhyZWF0LnRocmVhdF9hNiUzQiUyMiUyMHZlcnRleCUzRCUyMjElMjIlMjBwYXJlbnQlM0QlMjIxJTIyJTNFJTNDbXhHZW9tZXRyeSUyMHglM0QlMjItMjAwMCUyMiUyMHklM0QlMjI5NjAlMjIlMjB3aWR0aCUzRCUyMjQ5JTIyJTIwaGVpZ2h0JTNEJTIyNTAlMjIlMjBhcyUzRCUyMmdlb21ldHJ5JTIyJTJGJTNFJTNDJTJGbXhDZWxsJTNFJTNDJTJGcm9vdCUzRSUzQyUyRm14R3JhcGhNb2RlbCUzRV5Rg9QAACAASURBVHhe7V0HeFvV2X6/eyV5xpKdAUkIK4SyV8JeoYyyYssJpqUFCiSWCRAg/IxSoJhRRqFlEywnJYwCJSSWE1YZBcoKK8xAIOxAQkhiSXa8JN37/c+5joOHxpUsyZJ8zvPw0KJzvvOd95z7+oxvEGSRCEgEJAIpQoBSJFeKlQhIBCQCkAQjF4F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0BWI+CvmTbBXrdwZVYPIoeVlwSTw5M7FIbmrXYucRQWzKA7Hl07FMabbWOUBJNtMyb17YWA1+X8UgW/MMzdeA4BuoQnsxCQBJNZ8yG1iQMBBhS/q/J7AHbW9fNL5zbeH0dzWTUNCEiCSQPIsovUIMC1tRbv6g++V4DRAFY53J6tU9OTlJooApJgEkVOtht0BPoQDBNwtd3tuW7QFZMKbEZAEkwGLwaeXVW2trltTLFitbAeDMFi0UPFamsglNfR5l/TuW3ryDZasCCQwUNIqWp9CAYErLa7PWNT2qkUHhcCkmDigis9ldk1ZYSflcdBdETYHhkaEdoAtDDjEyLlgRL3oscy+ZKzqaZiSlld45JkIhiGYKCDLih1N9yZzH6krMQRkASTOHYpb+mrdl7OoNkgHhltohgQf70Z4BaF8Jwe0u5zzHvyxZQrGKMDrqoqbi4NPaYz78bES8vcjb9Lpk59CaZLNv3ocDdslcx+pKzEEZAEkzh2aWkpjkn+1sBFAF0KwGqmUyKEWMeHrGgPlNYtuctMm2TW4dqq4ubV2sU69IsIGEZApwqUF7s9zyW1H0DxVVesIqIxm+Uy0BbUdh4zf8mKZPYlZSWGgCSYxHBLe6ufZ5x4vFWx1BEQz19ncfG50gblmgL3okfSobR3evneiqo8qQNjeiyu7x1uzzap6N/nqvQBbO8pm5kfLK1v/GMq+pMy40NAEkx8eA1qba6dnO9f43gSjCPjUUTsaHQdzzrcngqi1Bmjbag+6SALaS8yOL+Hfkyk/MVet+j6eHQ2W9frcoYIUHsRDNDiCDi2pvnzfWblyHqpQUASTGpwTalU34zyW6GQODbFNX/ilaXE7RmXistg/4xpx7OiLwFY6Tl4AnW0IjRujHvJ+mSDIi7Dfayu64cCA2TRDrTPWbI02X1KefEhENcCjU+0rJ1KBHznnngkBy3PEdDrg47VJzO3QlFOL61rWBSrrtnffTWVR4PxFMD974gIbzrqPAeZlRVPveYZJ1WwGvKwuOXuW5huddQ3XBKPPFk3+QhIgkk+pmmT6KuuuAlElyXQYTtZ9Kn2exc/m0DbXk2WV1UVj3EE1xKhMKws4kscdY23DrSfcO391c6nmHB8WNnMSx31jQemol8p0zwCkmDMY5VxNZmhNJ9d/ijrysninTqeQqCm5iLLhHG3LWiKp13fur5q5/MgHBVOBgP+IGPyqHrPBwPpI6xsl6vQj59/AjAsPLHRD/k6jsyvb/gi2X1LeeYRiHNZmhcsa6YPAb+rci2DR8Xbo868uqy+MWHLV5+rsopZ/zdR+LsgJvqktK5h93j1MlO/ZfoJu2mq9eModYMBTS8fNW/guzQz+sg64RGQBJMDK8M/c8oBrFle73vBamZoBHrK7m440UzdnnW4qsrmLw2KQE8RHQwZ8JS6PZXxyjZT31ddeQuIL45al/FnR73nRjPyZJ3UICAJJjW4pl2qv6ZyDjOfnUDHDGvoaMc98Vn++qZPnQFVrx+MD3yda+poK+kfgTEiWv8EvdbuXnxNApjIJklCQBJMkoAcbDHrZ5841tpq+ZiB0nh10RmflY717UO1L3eYbet3OZcysH+0+opCrpL7GqKTkNkOe9Tzzaj4MxT6a6ymBNxtd3tmxaonf08dApJgUodtTMnGC0yJNrx03qLvYlY2UcHvct7GwIUmqvarwrpycencRX8307bJVXmISvrzzNTToK5XU7GwdOKzSuuSGwRqVVVVWbEjuIwIMS2DFeInSuoaq8yMSdZJDQKSYFKDa0yprTOrJgb14F0WRm2yfHS806duQ4r+AQiOmAr0qUDM35T4bDuZCf9g5v5D2KZYFJo2LIn2NkJls7sXY3iMFxz1nqPjxSKe+sLYj1JgRBiPDplcVxLMIM2O/2zn06zjaCsrBxXVL3onWWp4q8s9REpFAvJ0C6mnFtctfDRWW2+181UiHBKjXiAU5MNG3N/4Vix5Zn8XrhLe1Y6vN0Wwi92M8Zyj3vOb2BUTr7HR5bywCMq/yb1oTeJScrelJJhBmNuWmVWHa6Gg8Cy2tfisw8ctGJgtSs8h+Fy/HQ90fpnIsBhYUur2lMdq66upWAOmLaPVI6A1xJZjhtc/8UYseWZ/97oq/wHos8mk0Q+DFpS6G042Kz+Rel6Xcz4zWsrq5V1POPwkwSSyqgbYxldT+QqYDwOYHe7GuEz9Y3Vt3FGUBlcRIljWRhVATXZ3g4g9EzE6f+v08r2DqvIqgKKoohiBkI0PG3FPcnYwIv8RWF/BfXydoumggG4pcTeIMBcpKz5XxRqAfmrxWo9M5h+KlCmcZsGSYNIM+PrTTxxrybd8BSBPEIw34C/bbv7LSfP6FUGY/D++/yqIDoh3aATSFMLJ0e5NmlwVNRbQnTpgi7GDYY24IhlR7N51TSwcz1t/S8Qj4xlTiPSrRtQtTokXt9CDzzjD4bf5NwD6RpBykqOu4fl49BsKdSXBpHmW/dUVDzPRH7q6ZdahHFbmbngtmWr4XeVXM5TaRGQy8xOl9ZFfXsy+VCXzFak3ZuZGxWAEdZw1KoWpTLwznPNJwR9BCCGkzHTMWzTXnHZDp5YkmDTPta+moglMhq0KgXRd044onbf4f8lUY/25FftbgpRYqAKmHxz1DeMi6eOd4XyBFHPxaJJhByPcEQB+PG58GOutun5M0bzF78fd1kSD2lpYLlzt9AMoZEBnnc8vm9t4j4mmQ6qKJJg0TjdfcMoWvvb2n34BnZksfHwyvJr7DEPxVTs1k3ehfZqS7nA39Arg1LNCVA/mvpJIuWoggaa6wkDwM+gTUMrMlDHwhQPK5FS97mw4u7Ja1dndrYuu83mSYPrPjCQYM6s1SXXChVdIRXhHkfGw2eXsYJMxfHsNj4GOjrYttnzouZ97/nfxRLzuR8dONsITAMabgYRBi0vdDYk8maPlnKknaSFdPJlbzPTVt44CWlCSohcknjw53z+hdCWIN4cvlQQTfpYkwSSyehNoIy5ffas/+JSACb0+XOAHEa82mVHmNhHMBkb8BneGbsQrSEeeTlDBSgGI88mInsd5RLCGDfAUBhMCAgT6l0b6q2D+ttS9+CUz0HlrKs5UQG7mxMjFGIKC0+33eR4y01+8dXyuiusBuqJnO0kwkmDiXUdJrc+zjivxBfJ+JEZxL8HEIXuTrciMBa1ZhbgWFv+Pzh9A2MJsmxTXCzK4XcSgYcZqRcE7pFleYpU//U+T8t3Jm5LHCYz8nfl/J/B0EfUyUZ3E3RbDtqPD/W/xWpfU0mVn1LEMoBJJMLGhTXgSY4uWNXoi8NNpx4zKLyhcHe4+IZ/pV8kMjGTsYKqdqzlzCCbsYhCEozN/quuhB1TYQKpew8Ckga4cBi//4Av/pCNeNu+8abbPZlfl4zq4n3+T3MHIHYzZNZSSelEDJDFesdd7fp3MY1KTq2KNgujWtikZaEYI1S9zuBf/Ldmq+F2V1+vQr+hrSSxCArO85I3wRyTZsyDlhUVA5AsiVVkW7kdiCpQUB7en2578caDwrZt5wkQbW6/TdT62695kaBVxPPqP11LQfexK1uibayqm6EyNXUk0+5WAxvrM4fWL/5ms/nJFzpBbgIM1ca2zyvcOdoYnGKETMf/LXt94aiL6iSPRxpppLo21Cwk0IR5z+kT6y+Q2RPjUXufZNZk6Gl7qqi7Cc4aN/0vAWgqok0vmL5TZJPsALwkmmSsxiqyWmopddKbl4TJsiGY6c0eezgfFYxgmUrS2rdWPCmnabQzaOpGQmWkafnq6YbDGoZOHz31SPKUnpQgfKIb2IhgRjQ/FnU+pu3G3pHSYY0IkwaRpQjec87txaqhDBJaKjDnjP456z7GxVBJWpBesmnYiVO1vxNhBmATHajM0fuevHO7GHZI11o0zp+0RDIU8RLRdVJkm5y1ZemWTHLkw0zRbXU+weSJmSPj8QZv0iBXmsXX61BMCin47EZL2IaUJgtR2Q9AVXa8uSdI9SJehnzYfoOhe48ZfDOUau3tRQr5fqQVl8KVLgknTHBhezqs/+ATAr6J1KY5QShgjMRE5zc/qo6TgKLOGbmkaWkZ0I+5eVvKqfSe532sbqEIi7gyBZ5uRI17+dFWdVjpnocdM/aFWRxJMGmfcW+18UCGcFukeplsVQSC6Sq7hmwJmN9c4b9AYFyQW4yWNAxzUrigILXiOY96TCXs0r6+euq8K/XYCDjJ76BS5pUpJnZQqn6dBhTQJnUuCSQKIZkV4p5cfpqjKK7EIpkse6QR+h4HRBIwbiGWrWf1yoF6AGC+ErPlnD7/3sVVmx7MpSNctBDotbH7tKIIG8vpnVr9sricJJs2z53M5A0jECTHNemZ1d4T1FsYfYgVT59lVZd7WQJVCyp/AvG1CY9ZCRznmxZdTKqF+srSRJJg0T1yziOEK+qMIiCRLChEQABPPdLgb6/r2sto1ZUQ+lP9TgHP6+hTFo5GRiaG+cYdkWmDH03821JUEk+ZZWnvBKVvktbeL7bs1zV0Pze4Y79lJmQL3orXtrsppnaRfoLByAIMjxrwxC5QCOqPE3fCA2fpDsZ4kmEGYdW91xQNEdPogdD1Uu+w04sowVLOXt7GAEo6adnfD8Fj1hvrvkmAGYQWIXYytrW0ZEY0ZhO5llwNFgKCrujJrWP2iewcqKtfbS4IZpBn2VTsvB9H1Q968f5DwT7Rbw2iasdRe33BgojKGUjtJMIM02yK/M7H+YEwz9EHST3YbHgECvCXQdpTpYs2tEEkwMXASnsq+6VPH2YDdWNWDsZ4+zcAuZPpdlXMB/QwMwZAKZjDKzDoUtKjKpOI5Cz/KTP0yTytJMH3mZNXsqrKi1sAlKmgqE7YnQGFmAndBJf6XSMWoAx0K4xMQnizxWm82G/KyKzbvsncJyp6ZtxykRtEQsFksBxfem7xUuEMBbUkwm2bZP2Pa8aSEbtSJdjFeG8zEhBWmLCQM+ykA0Aqm0LzSuiV3RVs4flfl2wzedygsrlwZo7h10UG3l7obLsqVMaVrHEOeYDaFUbgTjONB0dOhxpwUNvY5K8DqxSXK8JfJ7e7leOevmXolWL9OmtjFRDJjKhBEgkhcWur23J4xSmWRIkOaYIRzm0XRnwZjRFLnTBAN0ZetgVD56PlLvvhy1nHFozvzzgox/pH62C0EKijoOs51dghf36QOLR3CyGIB8gqAYAAcECYsg1MY3GoFTU3GvdvgjGDwex2yBCN2E8z61Ykm9jI1dQxxe3M/KbqXdHV2qkNZqqPHwXrIUbDuPtFQT/vuKwSXvYngJ8uMjzXjCxFsh/0Glp33hLrlWOjNPoRWfIzQsjeg/TTgcMWmh298FAotLdFHHtl3F2paiKxoIDAkCcbrci5WgBM3eyizcXmbGjCMe5rUrjbxFz//5OmwHXQkYO3vgaD7vWi94xroP4qAeplZ1O13RMHva6CO276fghwKob3uZgQ/ejflyuvAGmhKddm8RU+lvLMh0EGKl37mIeitrryGwCdsCuD8jaaHniCydOSx4hU3MAHQ5i9UoWCHppGVmMaD9clEJIyrRmba07LtiBOQf9IfQZbI7k3aF8vReue14AzcydCIUSia8X9Qt9sx8oIJBbHxhkugpZgkdfDnpWP23o1qa0OZt3qzT6MhRzAtM6sOJy2Y12nJ/yyemCFiate5po7Op1CFzspVAMZkymVt8VW3Qd0qRrSBUBCtt9citPLTjFuleUeVI7/qzJh6dT69AB2Nj8SsN7AKzLqmTpE7mIGh2N16yBFMcmAD/DXOh3TGKQTjSXvQChUUYtiN9RD/jlqY0fH4P9H53ycHTddIHRe6LoF14kEx9Qq++zra6m+NWW/AFRjrNWv+PvH+ARpwvzkoQBLMACbVP3PKAawpLwOUNwAxA2pKefko/ut9UIbZY8rpeGI+Op8XucMyqxRddB0sv4qd9SOw9GW0339HWpQnoteDhcHfjuhKhqewy5WPOneHuE+T8V/MT4EkGPNYha25sdq5V5Dw/mACWTT7Wlh22j3mDmZj7fnQfvphgCNOfvO831Qif2rs6BXt/7oPgf/9J/kKhJEojOsY+JpZ/4QUZRR0TADBz4wfFPAPUJQW0SykBV9UlaL3He5/f5UWxbKsk8H8LrIMqsjqeqsrFxFx5WANSFyOFlZfDGX4yKgqhD56B20P3A3e2DxYqvbrV3GUoeiym6GURTdF0r77Eq23XJEhl9TcZVIpCrFIWyLeITUGtxPTh4qiLCiuW3SP3Omk/AE1Y9ZxShURzovNLqeXgZKUdhRFuGWHnWH7zVRYd90bUCNfCwXf+C/an5gPbjX+AA9qEce6oouuhTJm64h6iCd2beWnaH+sHtziH1R9zXQuwjmIpBAAt4LwtqpYrxs2Z8ErZtrmYh25g0nSrHpdlfUEnp56q5fIClN+IdRf7QZ17NbgQAB5hx8LZdTofg0Cr72AjoUPgNs2Jmn08YuhEgeKzr0C6rb988cF3n0dvPZH8MYWaD98i9DK5V0HluwsRqaDYGfINeJB4z5nSBVJMEma7g1nV1arzHeA0WWnnwFFvCwVzboK6vid+pPMW6+g46F7B+XIoZQ4UDjzT1C375+DLiguch+6B8K4LpcKgToooOxdMn/hilwaV6yxSIKJhZDJ3/2uyie5y4AvowrlF6Dw7MsM8/u+JfTh22i97+a0+ispxSUonH1NWLudwGvPo/3hOdm8W4kx96QT8Q32Oo+woxoSJasJRsRu2aq1tGOw/UXWn37iWGuB5VtmWDJx1YijU6HrYljE/UyfEvrsQ+N+Q4/L16fvsjF3fKGiYSi+5K9QRo/rp0fni0vQ2fDwoOyo0jlnRAhpuj6rrH7xfensd7D6ymqC8bkqrmfGuNL6xj8OFoCiX5/L2QCGM9U+RwMaY34Bis67EpYJu/QTI+45xM5B++aL3r+pKtRtJ8Aybjso2+wAKiruMugj6gqD012YobduhP7zGmjffwV93U/QVq8CQsHNVcSFbuHsa437ob4l8MISdCx5FNzRPqAhDn5j6gA4SMAGJu7QdTJAElfuTGwjUop01tZayDJvWN2iqHGDBn8sydEg2wnmUQIdWeL2bDlYT4LfnDHZUWpzrEupV3Zy5hrCKK/wgqthCXMnI0im86nHoX37JWiYHdbd9oa6wy7GC494So6n6OvXIvTlZwh9/B70H78FCopQ8HtXWEfGwMvPoGPRg12hJbKsiNciBfCzjhW6Qq9B549Um77efu/iZ7NsKClTN6sJxu9yLmXG/jrjtLK5nodThlIUwSKhPRFOG4y+E+nTIJnz/wLxrN2viJ2I3xs3oUTVQ+x0dA1Q+58ejSfzh+eAtey60CWQrrP+MCnKw466hucTmYeh0iarCcZX7fwchB0HKwnWylnHlYzozPuJkDkvR6YWbl6+8URsxjzflLwEKgVef9F4Lcq252cGfCEou4x0L1qTwLCHXJOsJhi/y/kOA5PErGmEO4bXeS5M5ww21ThvUBiXp7PPZPVFZSNQePp5YV+XktVHJDniGNZ2383QvetT3VXy5YtLWi10yvC5Tz6RfOG5JzG7Caba+RQTjhfTQoAW0kO/S9fEs2vKCD/U9wBENkPN4PVi2f5XyD/FBXXr/gGeUq62phk+RR1P/juj3BZMj5voUUddw+9N1x/CFbObYFwVdzPo3O75I9DP7VrgyC3nPfVJqufUf075sRxSnkl1P6mQr249HgUnnwU1zItSKvoLK5MZoa9WoH3eP6A3Zd1OZoPD7UluHOe0AZ/ejrKaYDZMP3GGqlrqe0FGWMUh5dDSeYtSGh8yWxPYi8BUBWdeEDtAVZrWob5hHTbeegW4STzEZU1hnZXzymRu6pgTltUE01FduWMHsciy1ysei9jJ/JzXMWHCXc+kxG3Yf7bzNNZx/yYTh5ggZ0oFZeSWKLrgaoh/Z1LRfU1ovfUKw34mWwoBb9ndngP66ltbC8vhL0+2TJ7cfyQLlo/UP911gX51LfTBMqtIN75ZTTAvTZ6cv8+Ojle7L3p7gicsJsG42+72zE4GqN7p5YcpVuVPuo7JJPyNsgw5stpQfNU/oGwxNhlwJF2G9tUKIzB5FtnDaKRqh+iaZT8CHwHmnUDKKDDbjfgNYYybxZIRmUEhwjoQNWma/prFynfa5yxZmnRAM0Rgln0m/VFrqik/W2FlTkQ8GesJeKykuOQmuu1B096s66ord7SSfgQznagQDmSGsDYT3vhZWay7TUThrCszV/f2VrTe9zeEVmRP2mci6MwiIgwL2+b4sTUyTpAu8i8R83KLqj5RVKDeT7ctaIpfWGa2SACVzBoIV1UV+0uDqzdlCQivnJhIBe3EWMXE70PHtyqUzqDCm8PwM+sBYioj0HYKMJ6JxgBcnG3HoEizQ8LJ8PTzQKPHQi0dGTa9yWDMrIjxIi55A2+9gsCrzwGDmGhtMMbfs08RxgqAn4jvCUK9JxdsbbKeYMQEbahxXmdhXGnO5W6wl9Eg9i/+zg4fCeuOu8OyxyQjXILwLRLHJ+FflJYizg6dHdB8G6Ct+BjBd1413Apk6YGAOESB1oH5htK52Z2yNk2rKrXLR1ysXbDa+Q0BW6W2p+ySLrynleGjEPzwHbA/zK5btUDYw1j22g+WX+1uXP4KVwKjJItwui8jxLP05x8j+PF7CH36AXQRGzhCEKl856mGEV7w9RfBPRwmswv95GhLTEtLOoor6KGHfk6OxPRKyQmCEZCtPf3YPfLy85flypFmoMtARIwr/svtXdkGQkGIcAiBN17q+rAjFVseVOHcWDYC6jY7GIGqRJxfQ4bY5Zgo4pJW5JPWPv/YiEbH639G6MfvoK9ZFd0tQLUg79BjYD30aKhjtwG3taL1tquhrfraRK+5XoU26jrPHCx/u4GgmzMEI0DwucovBSs3Ze9V7C9TSfbSrjzN43cCqRaEVn+H4NJX+odUiDD7BafOhO3QY3r9Kj5+7cvPEHjnNYgA4BHj8oqYvuI4JTJFWqwgq9XwsI4awpl1cDDY9Qokdh0d7WBN63J0jFDEbkkc06x77w/LbhOhlPVOminuZdr/eXv09U1kZIS07rW/8W+y2RD471PGnU4uFQJpOvMjpfWe2OkXMmjgOUUwm0kGyl+zIXxC5HVARoAo694HAIqyuZpIBq+vW4PQR+8aRw199fdhdwUibkvJjfVA93GnT0cifSw3rYe2ZhVCy9+Hvna1cSTh9WvBup6y5SnuesQdkLrlVkYsXnWHnaGO2caIMxOu6L4NaJtzkxFCom8RxznhrGnZc39Ytt8R4hJ7c9E0tN51HUQwrWwqPT/GvveJxolVXAIzXrfXew7NlnHlHMEI4IUZP0LKwwwMz5aJ6KknOcow7Np7frkPCTMIvWkdQis+RuiDtxD6egW4RWQJ6FqWecc4kT8tjhhcgU6Evv8a+s+ru4JFff050NkJvdPIM9ZFOp3t4PZ2cEdb5B1JYRHIlg8RplN8CWIHJHYp4rgmdipK6XAjml3MNLc9euiZC8nY8YzfCdY994Nlx92gjOkfGa+7aXDZm2ir+1vmTL8ARIEGRicxNhLxWp1J3KvoTPQ9MX9tIbSHiC3M0BSiMtJpax1sWEUSYVsGxjLwUzu0A8a4l2SFf0VOEoyYEK6ttfhWfzAXwGkkHqmzqCgjt0Bx7V1Rk9n3HI4gheDb/+s6FoSCKLrwmrDZBOKGQNeM4NukhYynZO2nH41djziC9DpeqSpEfmnx8atlI0Eik4E4YlmtAA0M+uD7S9E+7zZYD5hs/BM2jk2YgRnxhu+9Me4hJ7sBQdyf6MusKpZ0tGuPDrXMAjlLMN0LZXlVVfFoe+ffSKEziClrLHALz/0zrHvsG996jxLcKT5BkWtzexva629FcPn7myuJ1CjFf741dn7sZClhQk7n00+go/FfJmomv4rIIMCEZ/J1/Cm/vqFPHNLk95fJEnOeYLrB56oqm79UGacgcKNGmEjM22T6i5M46uQdX5VRH67AUxw9xBGkuwj3A8PHKUZmyXR8CHqLH6E3X0K7CHAoLpnTWAjw6qD5joD9Wpo/35fGrjO2qyFDMD1ngC84ZYuNgdBOmhbYSVWVMSENY8BMuoKtVaZRBH1zfEeGInyavmYSmUFpKiXLPsTMkiCC4hhuXGZaDz7SeL4VkfkHu7S5b0HwvTd6EYzYcalbjBk01cSTuDhOBd96BSImcJoj5ekMnL5NPgAAIABJREFUPOQoKLiM7nh07aCBkIEdD0mCSWQe2OUq9NO6tWDDfSDtRby0KGO3NbI1qtvvCMVeFjVFbMoUZO7awbz/i3+e2MEUX3QtxOV0OovITBla+WnXRfeKjyEuvgejEPCF3e3pn0VuMJTJsD4lwZicEO//Td2GWngl8Iv/ksmmSa8m8hzZ9j8MlokHd116RslFnezOxUfcNvcfEN7Pm49IpSO6ckyHSVOb7P6FPOMY9MHbCL7xIkLixWvwyxcOSTBhZ0ESTBhYRDL7nv9ZxO4Qr1LNaz7YyNw79sxgr22yl8F20BHIO/w4UGmKXuU72qCtXWNY1RpHkTf+2zusAhFskw6ButPuRt4lEi9JJi1/48FPJIfreHoBQsvezKgEbTrjs7J6T/+EU/EMLkfrDmmC2Tjz2D1CWsEsZp4EsF0hGs6EQsNioUchw4SVhFt+xi4D4XdkeEsn6Ziir1uL4CfvIvT2qwit+lrEJOhKLxItCb24nxKGgYpivIBZ9jkQtokHJ8evSdPQfLkrvE/VIM+KJJjIEzCkCGb9uRX720JUoQOnks4jmcgqPgmOagM/yKvXZPfC+KzgjPNBhUUmW4Svpq3+HsFXnkXwg7ehN3sHlLdaGNop47ZD3lFTDOM4s/5MkQbQ/KcZYO+GAY0vFY0lwQxxgmmqmXKKCnWWzthzUw6jnCNW8ZydXzGAQPcd7YahXudznq5XmGQWVYVlwq6GdfFAshi03Xsjgh++nUzNkiJLEswQJRhfTeXRxHyDDuyTbda88a78grMuhG3/w+NtZtQX9yodT8xPue8O2fKQf/J02A7+NaCIjM3xlc6nF6Cj8ZH4GqWhtiSYIUgwPldlPZin54JntZlvpPjyvxmJ6uMtIkZLm/vW9OUnIkJ+5anIO6Yy7ruZ4DuvoW3u3+MdYsrrS4IZQgQjXAPGOkKfgXjIBJ8iVUXRlf8wYrnEU4T/Utu82+Jpkpy6ioq846Yhv/yUuOQJgml/tA7cujGudqmuLAlmiBDM2gtO2SKvvV0c0uP70lK9AlMs3zB0+7/rIGLImC2hLz5Bu/tWw6ZkUIpqQUHVGbAdcYLp7kNfLEf7/DsgcillVGF84aiXhnbh5iRnLjt5dlVZc2twGQPCx2hIFetu+6Cw+mIgv8DUuIVHdPv9d0L7rn+clYgChNvCFmON2C09jexEfRGeQUTAE69OwlbFrJm+CL9QJI52oyOHXeipj5E/6ebLMi4TJIHWldQ1bCmyDJiaABOVmKE0V087VmdenuokgibUSbhKzhCMz+X8BsC2CSORIQ1FEG4RNwUFRYjl9yRCKYiwCfmVp8E68SBTIxDBptofutfw2TFdrDYj+JVSOsIwthMxdXsXgnW/Q6GOGdeVIeC1500/b4s0tkVi92WSHDsWPoDQJ8tiPsezCNHv3QBBStGi6pnGIGpFZmI8UkJbuMjtjhwwx2RnIlNGU1lwkcLYnmza0Y67l4i1nZUlJwjGf7bzadZxXOQZEMuNNhK4k4E26LSSVF6vi3w2OvKIlN1EcCoCRFg0ReS4GQyjOusek5B30pkpdRoMffwuWufcZNrTmAqLjbsSESiq9e7rgWAgIszKlmORX/57w9DOCPYUzSivh5RC1yWmCTKur4zZ8Pru8DwM/ec1cTVNrDI3Q+F6+5bNV1Ltyx3xyhAW5P7qihtANAtAoVirpW7PwAyb4lUiyfWznmC8NZVTSecnwrwWtYrwgiHW7h1eEHoJdz2zEbW1CtXWhgxXgFphrVsL1NYaaTy73QN+vuCUkQWdHeW6xidD4YlgMn+xMYDJEfFoi86/yviQU1Z0Ha3/+AtCK5eb7qLg1HNgO+BwbLzpMuM5O1YRxx1x7BH2NJ1PPW6KZMTxqujcP8d1hxRLj56/i2RuIoB4GkuQGW/ZLMpNhXMWPRMrTazvvCnb6QHlMgV0KoDNhMLAA6Vuzxlp1DvpXWU1wXDt5Hzfj/ZPiWg7AxlhkquQX2f804GRVw5ku2oQzuwqR+fG0IgO8DSAzgF4bKqeva2TDkbBKa7esWWTPN3aV5+h9Y5rTadnFc6Lhef8GUqJHc0X9Yk1rShQiorBbW1gEdi7e7eiqCi+5k7DF6n19muiZzHouYuZdSVE9slUFBHxr+XKmakQHV2mWI+EIDOtZdKbANKI8TMr3ALm7QlKEcEIhSlSNvT6FpnQblXUA4rnLMyeVJdh0Mhqgmk+u7Ja09m9aRBMRAv0EF2aikux9dVT91WgeRQj42PyizpuOxSefRmUEVskX/gmie0P34vAq8+blm+ddAhEdgKRm6jl4jONuDTipUrcDRlZT/Pyjd+EAR0CAWg/fAP2e1F43pVG7Jr2x+oR+N9/TPVnPeRoFJ52jqm68VYKvPwM2h91x9tsUOsTcHuy8qoP5kCymmB8M5xvQMGBAOms06Wlcxel1ArL63I2EOBM1YTl/aYSeSec3PXBJjmwlXBUbDGcBb2m1RdxdvMqTwMxo6V2lnFPwhtboAt/IBH8W6QqUVQoxSVGYG/e2Axu9hkEI3yiOjz/QuczT5jqTx29VdduKYkhH8SFtkjT0nbfzeCOdlN6ZEIlBi//Cj/sN8n93oAvjAd7PFlLMO2uykM6oIugq8MthP2G1TV+mmowN9ZUXKyxcksqL4DVbcYbEfMNnx2Rlyga0YgPPBCAZevxUSPsC1zE8/HG2vPBbP4l1XbgESgQuwrVgs4lj6HjhcVGvqNoxbLznii6sNao0nb3XxH8+F1T0yKOVAVnXhDzslf//muEfvohYjiI7iwI7NuA0JcrEPzwLdMX2qYUTXElAjopoO5VMn/hLwF3UtxnKsVnLcH4XJX/BPgIVbWeMWzOgjjeXBOH03+28zTW8WDiEuJsKcglaoSIrh+N+xsRqiFCHiRRR1x0tt1xTVx5j0SM3cLz/2LkMRK7gdbba40dQaTS85gngoNvvPaCuGxW8k/8LfKm/C6ifPEs33J5tbFLiu4An7lhNaKuACPXC/3W4W5YEOdKydjqWUsw62dMqbCQZSdHfcPN6UK3K3B4sDNd/ZntR+x6imZdtSn7YvhWRp4g9y0xX3VEzF/xXK5utR0sB06G0icGcOCNFxF49Tlo33612b5EBLqyHTDZsMpVelgTi/SvIvlZ6PNPEHz/zU3EEHlU4ngYzX2Aveux8e9XGbmbcq0QIaRAnTWsbuF9uTS2rCWYVbOryubZFzTX1iKUzgnxVTs7Qcatf8YUYasi0oaIfErhisgVHXhxSZcnchTbFOt+h6Gg4g9dkfEiheHUtM0ZIcXxx7rr3rDudUBX3+JI17cIg7dAJ7jFj/bH/wmRryhSsR1+LAp+XxPxd8Mx8/47MjImzAAXQxugX+NwL86gTHEDHNGm5llLMMkZfvxSvK6K7wiUcb5Ow678hxHcKVGCsR16NPIFuRSXgNtbQQVFxo4j9O1KYGNLV8rXMVuDiocZF70idoxwlhQZGwt+V911VySyQfrWQ/v+G6Cw0LhLEo6YwrpXWAGL9LQdj9T1yqnUU99YBBNY+jLa598ZcxcW/6wOXgtmfAeLemHpnIWewdMidT1LgokTW6/LuZgYU3pbLcQpJAXVxcuNdffIdiTRjkjCDSD/d9VQCgoRWPYmOl9cggLnH4BAJ9oXPwp9zQ+GxsIIUAS1EoTR+ezCriMPEYovv8Ww3g3890kjZ7bYrYjndpHKhDs7DFIQNi62I08EQiG0Pz4PoY/f64dCrCNS4IXFaF9wfwrQS79Icbumgd0d0K/MljSwiaAkCSZO1H6eUXGmTaW5feP2xikm6dWFP1LesVMjHy8iXfIKgrjyH8aTc8dTC4wUIOIYZTv0GFj3PRSBl57qlaJEPKEbu5xmr5FW1iCekVtC3/BzL/8j4RgpCEYTXtsPzzHqiXQrIq2tIKjWv10OkXakZxHkJSLzRSrtD96NwOsvJh27tAoktBOwsCO/4OIthkAOJUkwca4ukV2gZfUHrXqX9WXGFHHJKp55I5VIz9QiK0HRrCsRePMlYwfSfUcjHC4LZ14O3bcBbXW3ACLgt3ix2m0iLHvuazz9ipcl4TQZzoUg3/kHWLb/VRdpff7xZrXERbBl5z0Q/N9zCH7yyy5GODsW1lwKyy57RRgCo+XS6dDjsOPJhMkhIp1Z/4ZBr1mI/1Zc17gilutAJuidLB0kwSSAZCZ6bscimEiGduIoI4I/db0M9Q7fYDv4KNgO+jVEIHBhNCc8t4V9Tv5vZxjkIXYgLcK2pmdMGSKDJIRMkV6k8+Vne3kziydvkaVS9zch8MKSzehbxu+MwnP+FNFVQuyQWq48Jw2e0eYXhEi4BvDzgLpeUbnrWwoBAdJ0hbiJ2PJTyKp/3/6zbeW4BQuazEvOnZqSYBKYS//ZlW+yzgck0DSpTcQFqtiBiKOMIALhzRyttD90DwKvvdCrCg0rQd5vphpHD33Nqt7NRfqR/Q4zZHOzH4F3/gdSLcir+L1hGyN2Mf7zTt58NFKGj4Jlj0mwjN/J2NV0vvIs0N7HGNWWB9vBR0I8YfcMGWE7ugIFJ0X26xP3PW31tyL09RdAKJhUHBMRJh7jtOLQViNue/LHRNoPlTY5TTAirgYtWJDU+Ioi9Yk1qDzN4PTmSe25IoWj4RZju+5J9pgIZeRoU+tVBJgSdiTo7BlJgJB3QhVCy96Atukyt68w6177w3aM0wjVoDf7Yd1lz66dBjP8F/zeuO9WthkPUU+8FonXpeCH70TcbQhbG/FSBf0Xq+KiC66Ocjzq0ki4IojL4YDI1fTVZ33GYQqCpFUiwnp7nWdk0gTmqKCcJhhvTcVy0pXPWafZyXCA9J9TfiyHFOFcMygxOsQ9heVXu8N22DGw7LpPQv5KwhpXGL/1LCLEgrhrEda3kQpZLLDsdQDyjpxikInYPYnSsehBBN74r7F7EkZ5wY/ejfsYI56zi875kxFky2wRgaSC775mZJkURzizsWfMyo9Zj+hRR13DAPLExOwhJyrkNsHMqHiFFDpUmNsz8ScqlL+XuBseiHfmfK7fjmfufJCIhWNl2jETxxHb0eWw7j5pwDFTQh+9i9b7egecEi4Gwks6VlAmcbdSOOP/IKLuCeM58aJkPEM/eA9C7y+N6uekjN5q83N3X/yLzr4Mlr0TP3EKvcUltdg5JT2nU/jFogUYk0bVe/qG9ot3aeV8/bR/LOlEtPm8aTvpAW0ZACNY7SYPlRbS8Ymm4sVgKPjvLec99Uk4nbyu8iMIdCRBcTF4RAznl5QMSzgO5h1dYeR7hvCwTlIRgaA6Fj/aS5plj30hfI+EM6G4PxHE0V2ULcYY5CYubsUuJ/DS0wiu+MiwuxEXwTTMbljoCvsZYTMjXpeMIuL4jh5nROgT3sx9d06iipHytubSqH5UpoYtLIbbNhq+Uh3PLoQm7mpSVJi51UHqBHIvSkeYvBSNIj1ic5pgBIS+GVPvhaKHiTZEOog7wdgIQgcx/cRgYevuAKMYCorAnD8YOxaht23yccg78bdQhtmTvhLEXUZr3S2GjUp3EbsYZew2XfGAReJ6cZEqUr+K+C/in7wCI25u5/+ehfbF8q4jiaJA3Wpb2A4/ziAITWSEFCEbOtuNS2FBKsY/Lf6wsXFFiIfiy26KHgNH1w0bG2FrY7aITAltd14H7fuvzDZJoB79qEGr11l9dGR9Q+rYLAHNMqlJzhOMANtf7XyLCftlEvDRdDE+vCtuheIYbkplcVwRuw4RjFs8NZOioHDmZSK8X8T24uNrnXMzuKl3ChBx/FHH7wx1q20MghELRG/xIfTZR1GPUCLkpyAbGrklFFsetJ/XQPvx264sA2GKEZ5h+mwjmHjEImLqvvsaAq88C8vuk4zMlWR3RB1Xt6zg0pcNv6VUFyLy6zrucATtt9H8+cLNW5YeCAwJgjFIxlX5NoP3zYbZF8+8hbOviRjzZPMYgkHj6Vhcsmore4fDKTrvCuOjjFa07782QjAI+5a0FlVF3rGxE6+Fvv4cbXdfvznRmkiZYt3vcNgO/03MVCfBj95B2z03pG1YDG4lpr866j03pq3TLOhoyBCMmAuvq/JxAke2Rc+QCRNPwMOuvcfIQdSvhIIILX/fMIwLrvg4YpR/dfxOKL7o2vAezj2EiheY9kfq+hFUyqCw5aHwFBesBx4RI5gWo/XWKxAKF3+GCOp2E4wdjWXSoVCKh/VTd7DSzCrET5TUNWb8GkvZ/PYRPKQIZhPJnK+AaxlIS7aARCdSXKDmlf++K7KdSFD/3Vddz7Lvvg72N4E1LabovONOgjDZj1XEDqZz8aPofPmZWFUH9Ls4RhXOutJUilvxKiQMA4UxX+RCgM0G6577Iu+wY6FO2Nk4PolXpdZb/gzdCEyV/sKMeaX1nhnp7znzehxyBCOmYMM5vxunhDquI9A0gMNsEzJjoshR1vUxMne97Gxsjsveg/ILUXD6uTHDUHYxmGY4NYoYutrqVXHbskRDTMSrsey2D/KdpxovVbGKIIbWmy6NL0VsYZERaFwdNRrBT5bFFXs4lj7x/i5eKxVSrrLXLbo+3ra5Vn9IEkz3JHZUV+7YAVQz9JMUhUYzs22wXo1StbCUMeNQOP0i4wLWTDFiwHz0LjpfftrYCfR8rjbTvmcdI6XshF2R9xsnLDvsYgpa0Z/IYaR9k+0PM+QHbBMd7n+n8ikr3ilJe/0hTTA90RbGdITgaWD91zp4PAh2gAoEQCLTY88i8oSSTiEd8CuEZhC/qTPtRcy7ZVqcGKG3OG4VTL/IMJAzXUIhhL74BMEP3ja8oY3XJuFBvcmrOqwcRQHZ8qE4ygyzf+v+h0HddoLpLkWsmLa5f+8VHsJ848yrSYTb7XWe2ZmnWfo0kgQTA+vujI+9/jKjf5LztRecskV+e8eng+qjFGUs6g47G9H+xfNwIkXf2GLEgBGBqwLPeXrvbIgMXyXbxIOgbLlVwkZzHYseQud/FiWiXka2IcBnd3sy+q4v1cBJgkkiws2uyn/q4DOTKDKpooRlsMgeKSxzEy0iJ1L73L/3et1RykagcPa1xv1HQoUZHU89jsDTT0TfISUkfGCNRDBuaGpFMC+0QdFpAjTaQxUuI0yTGMIQM3Ih5g4VdGDxEHYpkAQzsPW3ubV3+jQnVO0R2uSWkCSxSRcjfIJEDF3LTnskJpvZSGwvLoS7i/DsLppda3hSx11CQbS6bzHufdLusBhz98oigfk9dnfjeT2ripTFG9fYt1dZ2TUI3MjM24dLKSwiOlhAFw1zN9wZNy450kASTBImsuXMqsM1a/BpAHFcciSh4wRFCEvh/BNONtwREiki/UnwvTd6EYwIjyl8juIp4nlc3LmEPu3t3R2PjFTWJcKn9jrPrrH68LkqrgfTuSA4+tel+x3uhrNiycjV3yXBDHBmxR2Nr7ryJyKO/f46wL6S3Vz4EBX8dnrkFCUROkwGwYhL49a7ru8KtZCBhYH2kBo8dOScp/pHJw+j7+ozpuxUaFMfAbB3r58JbzrqPAdl4BDTopIkmAHALOLz+te8vwpM5j3xBtBfKpoK58b8k6d3+QSZjEQxIILp7EDn843oeHZRRCvkVIwzLpksoFCusbsXdeXAjaP4a5zLmbFLdxMGf1zqbkzwPBpHxxlaVRLMACamuaZigc500gBEZExTdevxhtWvEXQ7BtEkRDDMhs+UCFBlGAxmcGHi/zlG730k1dYmlNSvyVWxRgFtKQzuSNcfdcxdPGQDU0mCSXChN1eXn8UK1TGTJUERmdfMYjUM8kT6VmEgR7bwT9rxEkzo0/fR+dIzEP8Wti6ZXnTQoWXuhtcS1bO5pmIKs+JhZmKi20vdDRclKivb20mCSWAGfzrtmFEFBYVvM7BNAs0zvolhgbv9jrAdcgwsO+0OEUN3c9H1rlefvq9IF11rGNhtPhqI+LlfrUDwnVcREqb7UcJxZhogoY7QViMeHFgwb191xWdMNJbBl5S5G+sybYzp0kcSTAJIN9U4b1AYlyfQNOuaWHbY2chaYJ14EKBajNi97Y/VQ/v8l2BVIvVJ0fl/MWLBoMXf5e392vMGwWRjUYl3HVbX2Dv+RZwD2TDjxJNIUY8KFhRePRQSrEWCRxJMnAtHVPe5nD8DyLpXowSG+ksTIlh32Qs0ZmuEROzbHgnQRDQ7EX5B5KwWcVhEytlsLgz916XuxS8NdAzvuiYWTnK/FzmS+kA7yIL2kmDinKT1M6ZUWEhtCGdY1VcUM4OIvtKgPwRN/9GiWu5joCscvywZiwAzXVta33B1xiqYRYpJgolzsryuig8JFPvZkbCeVP20klH7vND9GiGsfUnVHhf+h3F2K6unEQEGLSh1N5ycxi5ztitJMHFM7eNVVbajS4NtFH0XEmTiRq1duzDcRaHPVVEDpjtBmZXbOg4Ycr4qM3/aTvrhY9xL1uf8YFM8QEkwcQDsnzHteFa0pyI2YfisFuXUojmLItcRoTtrpswiXb1Vkkwc4KezKnNHPpQ982W2gAGjLgkmDgi91RUPENHpEZqs6ywo2N3si4G3puJMYnKL1EBxqCCrpgkBq6qcGOsPRZpUyepuJMGYnL6XJk/O32eCYxkTdu7bhEArS8bsuUu8lp9NNRVTiMlDEE67smQWAvyYw914SmbplH3aSIIxOWfrTz9xrKXAshLclSVyc2H47GP3GhkvuXS3b5059YRQSHuCiaLGFjGppqwWBQGRK86ku5XINfzDcz7L+JMXLNiUplJCmwgCkmBMoibi93YSf8I9XoBEQKFgsbbDiNsGaPXpqngMoN+aVEVWSwABnXmFoijzwXwFgP55TvrIJBH2XMUfy+Z4Hk6gO9lkEwKSYEwuhTU1FbvkM33U/YIkHNlYw41l8zx/NikiYjW/y3kVg6+J4+/rQLscUu0J1AE1dETJnCVvN9dUPsrMpp6gCfSO3d2QNRlBM3FSJcGYnJWWmopddCaxgzEwY8ZaR71njPhLZ1JExGpeV/lCgjJ1oHJk+/AIEBAMWvnQEfc0vvXzjBOPzyNLA5syEyBdYa26pH7xPyW2iSEgCcYkbk2uykMU8KuiuliwOvTfJMOcXMjzVVeuAvFWJlWR1RJCgL+y1zXuKJq21FQ26OByM2IY+MExZq/tEr1jM9NHLteRBGNydtdXT93XQvrbxu4F8JS6PZUmm8as5nc5OxjIi1lRVhgYAsSXOOoabxUpaoDOj8yGOCXQU3Z3w4kD63xotpYEY3LefedN2Y6C6hesQ1ct1mOGzVnwismmUautP7Nif9VKS+VEJAPNGDKIfujMz58kbJWMo5JieUrcpZkpIsfRSl51xVB3XjSDVc86cl2bRGy1a8qIQiifgeh9e5P1RErS86W/2vk0ExKLvm1Sd1ntFwRCpF81om6xkdLV63I2AHCa/QgIeFdRrRcn64/LUJgXs9gOBSyijlG43o/HuNc0VmpG1C96JxmAiGRteW0d4v4lHudHDURqpqX4SAYe8cowQlLG2UhkCiip8+zefTnvq3b+B8AxpgUR2sH0WGdB/uWjVoe8yfpDE+cwsqZ6vPOTNQNLhaK+s6fe67hv0TnJku2bUV4HRXGZlcc6/0/Lw6VqgKpBdBaBh/L8faFrykWKhXcD801mMQRoY1ANTO6ZLWCTC8hpcfEVg5nIq1n148XrlPn+h1bNobxA455pnl1VRrctaIq7YZgGPPv0sf7W5s/MGH2J5gS02N2eEvG/V846rmREp+0NAsXM2ZMMXTNJhnjBg4Lp9vs8D3Xr1VQ99RyV+C4Gm3G5YJ1wU1ldb/slf820CdD1B5mwH2LIIWC9DvKQLXSD4+4l32QSPpmmiySYQZoR3wznG1BwoMnudQvUi4vdC28T9cXHwKwvBfiXILgmBWV7NWa8U1rv6Wf8JjzUFVZvMxXQi/EfR73n2L5YcC0srWun7dIWDE3MU/lY6MpoFnZOCph0tIGUd1gLvNoRCHy85UPPiaiGssRAQBLMICwRf43zdtZxvpmoeGKCdKaG0vqGzYZ4XpfzQgIMshlqRQfeKnN7Dgg37g0zyq9WFSVmLiNm/ra0vnG7oYbdYIxXEkyaUfe5yi8FKzeAzIXOZOJPS+saex2FfDXOl8CYnGbVM6M7xvq2oHbomPlLwkYU97rK3yMo+8RQtsWx6biZGYPKXS0kwaRxbrtiwGCeWZ8jBi93uBv36OuO4Kup9IHZnkbVM6YrIgQ1aH8sq1vyaDilxMucrb19dbQQGCIt7GqvddSuCxZszJiB5agikmDSNLFNMyrOVRW6q9uXKVq34txPzLc46hv/1Ldey5lVh2vW0PNAXE/bv4gh/glQ2qAo20DTBi0A+aYn5vdVlecVWwIP+Tvz/w7wDDPToev6nLK5iyO+5vmqK24iosuiGNG1/ui1bikJxgzaA6sjCWZg+MVs3UUIwblE2EHEI4lZGF8obLm0ZO4TjeHq+l0VdzPTOWbub/q1JzwPzpu5Lq953Ui2DLcE1AkBcDmRchwxbx9Tt+RWCKpacJ9h854yEix9c8Zkx3Cb/RXdREB1hfiJkrrGqmjq+GoqmsBUGq4Og1tXe22SYJI7n2GlSYJJEciGvwsFriNGJYOjBpMiGBYtG0H00Dpr+58m3PVMxOTNflfl2wzeNwG1P7B7rftHMgzz11R+yczjzculDmZ9vUIkDP9CDP6ZGMOZMcEM+RFIhxo62D5nydLuPr3Tyw8jVRH5iKI+N0d6Seqpu7+64mEm+oMkGPMzmoqakmCSiCrXTs73rhlWqUKdBcZuOjAsMsDCTosCDP5GD1EDOZS60r8v+i6WOj6XU0S6Hx6rXs/fmbnVQVuMIrc7YhKwlprKqRqzSKkS89hEQKem8//5Q/5/bTf/ZV+vD9tV+SSDT4iln9jMKeB77O7G83q3d4qn5gujtWfgy1K3Z0K0Oi0zqw7XtOBzQP/sDXIHE2t2kve7JJjkYQlvtVMchf7YM5A3idAxxoUKX7olAAANg0lEQVQDg6B0MrgFTJ+oBM/6gPfBvh9oLHV8NRVBMJkPFM4kDNNOcNQ1PB9DttLkqvhUAf0qlg4A1rVsVA8e98jClX3rbtqFmHIEZejLSt2LJ/aV4XM5OxDFu5yIvrbXNcTcbXmrK74monDP0fIOxsQkJ6OKJJhkoNhHBtfWWoCXDRJ4+WVg3ciRetWCBSHx/wcSoGrDOb8bZ9E6v2U2ZbHapRXjz456z41mhrkp04GJ4EoUZPClpW7P7X3lil1c8+pSb6xj4aZ2vi+xamxfD+VmV+WTevRdkLBqdsTC0uuq/AeBZ4cZe/uP8hXJzJIYcB1JMAOGMH0CjJg0ir4UbDYLAa8PQt1jpHvRGjNa/lzt3MtGEDFvYjtfRiAurqqy+UuDywHsEKtPBjc78gLjqM+dkxEaI6B+FenFzWg3Zu/hsYJA+VyVVQA/1vdOhwFfqdsT9gI4ls7y9/gQkAQTH16DWru5uvwsHcpcM5eohqKbAiyZVZpdU0a0wPJfHbx7rDYMuq3U3XBRvx0MoPiqna8Q4ZBYMojIX9Jk2YrC2KP4XBVrANoyvAzy28fsOSI2wfx2PHPn60TYoqccYlpnr28YFUs/+fvAEZAEM3AM0yZBeHND12ea7NBnDzi2o/nze13CxmrrdVU+TuCoT8BdMmiRw90wLZw8b7VTpMadFWtx6aAfS8fsuW04ovDVlNdBV1zhwyiYIxihm7+m8jVmPrinnuGso2PhIn9PDIFYayAxqbJV0hEw7jZ+dCwyG5yKGHfb6z2z4lWk2VX5Nx18Sax2RPS6va4h7C7FSLFL2pMxd1oRnA5F377pJx4Ji+VZcP/Mlwz4HW5PWaw7GCGn2VVxnw6q6UUwOh4ones5I9YY5e8DR0ASzMAxTIsErqoqbh4efJx1E9HvGGx3eyxE8Wc82HDOSQepodDrMQfFvNRR3xjWG9wgB9Uinogj27MY79T0J0ddw82R+vK7KjdwOI9xhs9Rb+4OpaWm/GyNlTk9+tAYdFGpu+HOmGOUFQaMgCSYAUOYHgFxEQzxT466xtGJaGY4Y0KJ+NF3y4wWCNsgGMXyfLQdDBF3lIz2l1Lty+JJOmzxu5yfM2BkAuhZiPGdvd6zrZnxeWsqpxLzwh51faoWPLTbgtiMDFkncQQkwSSOXVpbxkUwujLHMTexyHt+l1P4S/Uyfgs7UF3/u2Pu4ovD/dYyo+JcTaG7owHEzC+V1jf+OlodX43zP2Ac068O0beOugZT4RZEat5ASH+yO2UsEX1qr2sYcoG60rpYe3QmCWawkI+z35cmT87fZ4KJOxgGqwrvNqyu8dM4uzCq+6qdz4Lwm+htKaizdn5Z/eL7wtXzupzzCDgrogzmDg3WI4fXP/FGtH68Lud8gmG42HsHo9BS+30NpoJ1NdVUTFFY8XRHqWPGXaX1nvMTwUa2iR8BSTDxYzYoLRhQmmucDzDj1GgKiJCSdrfHloiS3ulTt4Gqv0hAVCtZJrR3gCeNDkNiQk+fy/kuAXtH1IGowVH3SwCtSPUiGcoRcLvd7QlnQNdPlCAYFbSIGRaRQjYY1CePuF/G0E1kfSTSRhJMIqgNUpsN1eVnWUiZGz3kA3/lcDfGNHILNwRhyGcl/TkGHFGHSPytoy58RDix09p7R4eIW1wQTobwi7Io2M/MDqvFVXm+xnxHn6fqgAJylbgbHjAzDcYORqcGEeCLQZ84vJaJMhOAGeSSU0cSTHJwTIsUw4EvFHwp6uXpALIQrp8xpUJVFI/w7o66SyLcYa/zhHVIFIHRm1uD68ORoJCqEE0bVtewyAxgG2umnRJi7V+9ov0Tey2KZXLxnIUiM2PM0nVEInHJa2Vgdjj3hphCZIWEEZAEkzB06W+4zjV1tAX6DxGjtRF0Vafrh9U3XJ2Idr6ZFX+GRn+N3pY7Nbb+OtL9yaYn6hfC717wpcNn3dXsDqLNVVnVyfxv6sF4IvmZ3e0xHa6iaweDx0Gk2wsKtqc7Hl2bCDayTWIISIJJDLdBa+WrdoYixfMVYRTaiPcJdzdiRmFfdeUiEEfNua0wPVhS39Dv4rVbfkt15TUa8V/C9MehIB8Yz/2H3zX19zpr/6LuJyBjK6NcY3cvihnYu7t/r6v8CAWKB4zX7PWemGEkzOAk65hHQBKMeawyoqa32tlKhMJwyhi+PXUNpixcw7X3VlcsJ6JdIg1UXCAHoGwTyXlSWBv71zgWg3F0TxnGBoRwn72uwaybg9F8o8t5YYhxW/eJjcCdihaaFI8Ny+ozpuxUYFWXBDo7pm3x4LOmjlUZMdE5ooQkmCybSH+1862u5GD9C4O9pe7GhHIltc48YWJIsz7DwMjIkND9DndDxOdnkUyuubX5HQZ6Gfkx82rH2L23ieWc2Ldff03lHGY+u/u/M/MLpfWNvcgr1vSxy1Xow7rrwzlmxmorfx84ApJgBo5hWiX4qitvYeKLw02cyLtsr/MkZETWXFMxRWcSoQ3C7o4AxEz1sSn+sAh52VM91oPaH8ruD58FIBp4gmDAXNN9YdwGbeQY9xIR0S+u0nzetJ1K7l4YNs1JXIJk5bgRkAQTN2SD28BwJFS1xnBOgARebnc37paIhk2uihsVUL8sBkKWET9X4TN6pmsN10dTzZRTFFYf6fUb4UVHneeoRHTyuSoXAmwknCOmpfZ6c8Z1ifQl26QGAUkwqcE1pVJ9LqeI3bt1304GYgbf5Kp4VAH9LpziDFpc6m6oiDUo7wznhaT8knGSmAKKxXLMsDkLTIXQ7CtfGOyBMREKQvZOx8h4Q0/E0lf+nnoEJMGkHuOk9+CtrniAiE5PJsF4Z1S8Qgod1lemuD8prW8ca2YQfpfzKgau7a7LjFdL6z39ZJqRJep4q53fEmFrnaiuLM4LYrN9yHqpRUASTGrxTYl0cRRRoT4ozN97djCQHYzX5VxJfcJcEiEETa2wz134tJmB+F3ltQylywZH+AwoXF5S17jETNu+dWprYblwdcUKHQjdOaZxt9paGDGNZckuBCTBZNd8dX27IjZMWeiDvnmMkk4wwLslbs/+ZgI7Cb16Eox40g5a+dAR9yTm9+OdXr43qzS9I6DfHSkPdRZO3ZBTWRJMlk553/sOMYyBEIyvpmINuHcMXJ2030fKAR0ONq/LeSFh8x1MW1ANHjZyzlPvZSnEUu0kICAJJgkgDoYI4TZghbYCoJLu/gdEMNVOL+gXJ0ci+qmk0LIr3bZAOC6aKsKXyUKqx3ikJvaGLDgu0R2MqQ5lpYxHQBJMxk9RZAU3JXqbPlCC4VpY/KsrNvQkKx1cV+Zu3GzkZgYmkS6XueNDIipixlodlqmxYr6YkSvrZC8CkmCyd+7QMv2E3TTV+mF37FtifGav90Q09Y80VEEwzaud63qGadBBh5a5G16LFx5fjfMlMCYD/JPG1mmSYOJFMLfqS4LJ8vn0VVfcBKLLxDCY6OtSEylV+w65L8GI16MSHmWPlss6Emwbzq6sVnV2E7A2xHIHk+XLa8DqS4IZMISDL8BXU9EEplKR1L3U3Vgcr0aCYHyrnU0EDNvU9gOH2xM5Il2UDozMjo7QRoa+0maxnV40Z4G85I13QnKoviSYHJjM9TXlV1qgXENMbSXuBrvZZ+WeQ/e7nKs3OynGkc86HHyGIaBCEwqVvItsc/69NAcglkNIEAFJMAkCl2nN/NWVb4L0kSVFtv3iefnpHofP5VyGTXF0lYC6c8n8xJ0DRdgG32rHPQVMN+fXN3yRaVhJfdKHgCSY9GGd0p42nPO7cdA6XMFQ8N9bznvqk3g787nKF4KVqUSkl9Q1WBNJ2tazTxEmIZE7nHj1lvUzGwFJMJk9P3FrJyz0EzsilV/NUC8GeL3D7TGVcyhu5WSDIYeAJJghN+XhB7z+3Ir9rUHlLjA0GRZBLopkISAJJllI5oCc5urys3SoOzvqGy7JgeHIIWQAApJgMmASpAoSgVxFQBJMrs6sHJdEIAMQkASTAZMgVZAI5CoCkmBydWbluCQCGYCAJJgMmASpgkQgVxGQBJOrMyvHJRHIAAQkwWTAJEgVJAK5ioAkmFydWTkuiUAGICAJJgMmQaogEchVBCTB5OrMynFJBDIAAUkwGTAJUgWJQK4iIAkmV2dWjksikAEISILJgEmQKkgEchUBSTC5OrNyXBKBDEBAEkwGTIJUQSKQqwhIgsnVmZXjkghkAAKSYDJgEqQKEoFcRUASTK7OrByXRCADEJAEkwGTIFWQCOQqApJgcnVm5bgkAhmAgCSYDJgEqYJEIFcRkASTqzMrxyURyAAEJMFkwCRIFSQCuYqAJJhcnVk5LolABiAgCSYDJkGqIBHIVQQkweTqzMpxSQQyAAFJMBkwCVIFiUCuIiAJJldnVo5LIpABCEiCyYBJkCpIBHIVAUkwuTqzclwSgQxAQBJMBkyCVEEikKsISILJ1ZmV45IIZAACkmAyYBKkChKBXEVAEkyuzqwcl0QgAxCQBJMBkyBVkAjkKgKSYHJ1ZuW4JAIZgIAkmAyYBKmCRCBXEZAEk6szK8clEcgABCTBZMAkSBUkArmKgCSYXJ1ZOS6JQAYgIAkmAyZBqiARyFUEJMHk6szKcUkEMgABSTAZMAlSBYlAriLw/yQkS8FADfW/AAAAAElFTkSuQmCC"/>
          <p:cNvSpPr>
            <a:spLocks noChangeAspect="1" noChangeArrowheads="1"/>
          </p:cNvSpPr>
          <p:nvPr/>
        </p:nvSpPr>
        <p:spPr bwMode="auto">
          <a:xfrm>
            <a:off x="307975" y="-166688"/>
            <a:ext cx="666750" cy="676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822325" y="1275852"/>
            <a:ext cx="81872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+mj-ea"/>
                <a:ea typeface="+mj-ea"/>
              </a:rPr>
              <a:t>Eureka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500" dirty="0">
              <a:latin typeface="+mj-ea"/>
              <a:ea typeface="+mj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500" dirty="0">
              <a:latin typeface="+mj-ea"/>
              <a:ea typeface="+mj-ea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8137" y="1649574"/>
            <a:ext cx="6095651" cy="298336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325" y="4797152"/>
            <a:ext cx="8811196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500" dirty="0">
                <a:latin typeface="+mj-ea"/>
              </a:rPr>
              <a:t>Eureka</a:t>
            </a:r>
            <a:r>
              <a:rPr lang="ko-KR" altLang="en-US" sz="1500" dirty="0">
                <a:latin typeface="+mj-ea"/>
                <a:ea typeface="+mj-ea"/>
              </a:rPr>
              <a:t>는 인스턴스의 상태를 동적으로 관리하는 서버이다</a:t>
            </a:r>
            <a:r>
              <a:rPr lang="en-US" altLang="ko-KR" sz="1500" dirty="0">
                <a:latin typeface="+mj-ea"/>
                <a:ea typeface="+mj-ea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500" dirty="0">
                <a:latin typeface="+mj-ea"/>
                <a:ea typeface="+mj-ea"/>
              </a:rPr>
              <a:t>새로운 인스턴스는 </a:t>
            </a:r>
            <a:r>
              <a:rPr lang="ko-KR" altLang="en-US" sz="1500" dirty="0" err="1">
                <a:latin typeface="+mj-ea"/>
                <a:ea typeface="+mj-ea"/>
              </a:rPr>
              <a:t>유레카</a:t>
            </a:r>
            <a:r>
              <a:rPr lang="ko-KR" altLang="en-US" sz="1500" dirty="0">
                <a:latin typeface="+mj-ea"/>
                <a:ea typeface="+mj-ea"/>
              </a:rPr>
              <a:t> 서버에 </a:t>
            </a:r>
            <a:r>
              <a:rPr lang="en-US" altLang="ko-KR" sz="1500" dirty="0">
                <a:latin typeface="+mj-ea"/>
                <a:ea typeface="+mj-ea"/>
              </a:rPr>
              <a:t>IP, </a:t>
            </a:r>
            <a:r>
              <a:rPr lang="ko-KR" altLang="en-US" sz="1500" dirty="0" err="1">
                <a:latin typeface="+mj-ea"/>
                <a:ea typeface="+mj-ea"/>
              </a:rPr>
              <a:t>호스트주소</a:t>
            </a:r>
            <a:r>
              <a:rPr lang="en-US" altLang="ko-KR" sz="1500" dirty="0">
                <a:latin typeface="+mj-ea"/>
                <a:ea typeface="+mj-ea"/>
              </a:rPr>
              <a:t>, </a:t>
            </a:r>
            <a:r>
              <a:rPr lang="ko-KR" altLang="en-US" sz="1500" dirty="0">
                <a:latin typeface="+mj-ea"/>
                <a:ea typeface="+mj-ea"/>
              </a:rPr>
              <a:t>포트 정보 전송</a:t>
            </a:r>
            <a:endParaRPr lang="en-US" altLang="ko-KR" sz="1500" dirty="0">
              <a:latin typeface="+mj-ea"/>
              <a:ea typeface="+mj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500" dirty="0" err="1">
                <a:latin typeface="+mj-ea"/>
                <a:ea typeface="+mj-ea"/>
              </a:rPr>
              <a:t>유레카</a:t>
            </a:r>
            <a:r>
              <a:rPr lang="ko-KR" altLang="en-US" sz="1500" dirty="0">
                <a:latin typeface="+mj-ea"/>
                <a:ea typeface="+mj-ea"/>
              </a:rPr>
              <a:t> 서버는 일정 간격으로 인스턴스를 관리</a:t>
            </a:r>
            <a:endParaRPr lang="en-US" altLang="ko-KR" sz="1500" dirty="0">
              <a:latin typeface="+mj-ea"/>
              <a:ea typeface="+mj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500" dirty="0">
                <a:latin typeface="+mj-ea"/>
                <a:ea typeface="+mj-ea"/>
              </a:rPr>
              <a:t>인스턴스가 새로 실행 될 시 서버에 동적으로 등록되므로 운영자가 </a:t>
            </a:r>
            <a:r>
              <a:rPr lang="en-US" altLang="ko-KR" sz="1500" dirty="0">
                <a:latin typeface="+mj-ea"/>
                <a:ea typeface="+mj-ea"/>
              </a:rPr>
              <a:t>IP</a:t>
            </a:r>
            <a:r>
              <a:rPr lang="ko-KR" altLang="en-US" sz="1500" dirty="0">
                <a:latin typeface="+mj-ea"/>
                <a:ea typeface="+mj-ea"/>
              </a:rPr>
              <a:t>를 신경 쓸 필요 없음</a:t>
            </a:r>
            <a:endParaRPr lang="en-US" altLang="ko-KR" sz="1500" dirty="0">
              <a:latin typeface="+mj-ea"/>
              <a:ea typeface="+mj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500" dirty="0">
                <a:latin typeface="+mj-ea"/>
                <a:ea typeface="+mj-ea"/>
              </a:rPr>
              <a:t>서비스들은 다른 서비스를 호출 할 때 </a:t>
            </a:r>
            <a:r>
              <a:rPr lang="ko-KR" altLang="en-US" sz="1500" dirty="0" err="1">
                <a:latin typeface="+mj-ea"/>
                <a:ea typeface="+mj-ea"/>
              </a:rPr>
              <a:t>유레카</a:t>
            </a:r>
            <a:r>
              <a:rPr lang="ko-KR" altLang="en-US" sz="1500" dirty="0">
                <a:latin typeface="+mj-ea"/>
                <a:ea typeface="+mj-ea"/>
              </a:rPr>
              <a:t> 서버에 등록된 인스턴스를 조회 함</a:t>
            </a:r>
            <a:endParaRPr lang="en-US" altLang="ko-KR" sz="15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1261604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1BEF1B6D-EDD0-46B0-8C4B-4503BA8E5168}"/>
              </a:ext>
            </a:extLst>
          </p:cNvPr>
          <p:cNvSpPr txBox="1">
            <a:spLocks/>
          </p:cNvSpPr>
          <p:nvPr/>
        </p:nvSpPr>
        <p:spPr>
          <a:xfrm>
            <a:off x="294114" y="264068"/>
            <a:ext cx="7444968" cy="42862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400" b="1" kern="1200" baseline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</a:lstStyle>
          <a:p>
            <a:r>
              <a:rPr lang="en-US" altLang="ko-KR" sz="2000" dirty="0">
                <a:solidFill>
                  <a:prstClr val="black"/>
                </a:solidFill>
                <a:latin typeface="+mj-lt"/>
                <a:ea typeface="+mn-ea"/>
                <a:cs typeface="Arial" charset="0"/>
              </a:rPr>
              <a:t>4. </a:t>
            </a:r>
            <a:r>
              <a:rPr lang="en-US" altLang="ko-KR" sz="2000" dirty="0">
                <a:solidFill>
                  <a:prstClr val="black"/>
                </a:solidFill>
                <a:cs typeface="Arial" charset="0"/>
              </a:rPr>
              <a:t>Netflix OSS</a:t>
            </a:r>
            <a:endParaRPr lang="ko-KR" altLang="en-US" sz="2200" dirty="0"/>
          </a:p>
        </p:txBody>
      </p:sp>
      <p:sp>
        <p:nvSpPr>
          <p:cNvPr id="9" name="AutoShape 2" descr="data:image/png;base64,iVBORw0KGgoAAAANSUhEUgAAARgAAAEcCAYAAAAcH6uaAAAAAXNSR0IArs4c6QAAAp50RVh0bXhmaWxlACUzQ214R3JhcGhNb2RlbCUzRSUzQ3Jvb3QlM0UlM0NteENlbGwlMjBpZCUzRCUyMjAlMjIlMkYlM0UlM0NteENlbGwlMjBpZCUzRCUyMjElMjIlMjBwYXJlbnQlM0QlMjIwJTIyJTJGJTNFJTNDbXhDZWxsJTIwaWQlM0QlMjIyJTIyJTIwdmFsdWUlM0QlMjIlMjIlMjBzdHlsZSUzRCUyMnZlcnRpY2FsTGFiZWxQb3NpdGlvbiUzRGJvdHRvbSUzQnNrZXRjaCUzRDAlM0JodG1sJTNEMSUzQmZpbGxDb2xvciUzRCUyM0YwNjY1MCUzQnN0cm9rZUNvbG9yJTNEJTIzZmZmZmZmJTNCdmVydGljYWxBbGlnbiUzRHRvcCUzQmFsaWduJTNEY2VudGVyJTNCcG9pbnRzJTNEJTVCJTVEJTNCcG9pbnRlckV2ZW50cyUzRDElM0JzaGFwZSUzRG14Z3JhcGguY2lzY29fc2FmZS5jb21wb3NpdGVJY29uJTNCYmdJY29uJTNEdGhyZWF0MSUzQnJlc0ljb24lM0RteGdyYXBoLmNpc2NvX3NhZmUudGhyZWF0LnRocmVhdF9hNiUzQiUyMiUyMHZlcnRleCUzRCUyMjElMjIlMjBwYXJlbnQlM0QlMjIxJTIyJTNFJTNDbXhHZW9tZXRyeSUyMHglM0QlMjItMjAwMCUyMiUyMHklM0QlMjI5NjAlMjIlMjB3aWR0aCUzRCUyMjQ5JTIyJTIwaGVpZ2h0JTNEJTIyNTAlMjIlMjBhcyUzRCUyMmdlb21ldHJ5JTIyJTJGJTNFJTNDJTJGbXhDZWxsJTNFJTNDJTJGcm9vdCUzRSUzQyUyRm14R3JhcGhNb2RlbCUzRV5Rg9QAACAASURBVHhe7V0HeFvV2X6/eyV5xpKdAUkIK4SyV8JeoYyyYssJpqUFCiSWCRAg/IxSoJhRRqFlEywnJYwCJSSWE1YZBcoKK8xAIOxAQkhiSXa8JN37/c+5joOHxpUsyZJ8zvPw0KJzvvOd95z7+oxvEGSRCEgEJAIpQoBSJFeKlQhIBCQCkAQjF4F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0BWI+CvmTbBXrdwZVYPIoeVlwSTw5M7FIbmrXYucRQWzKA7Hl07FMabbWOUBJNtMyb17YWA1+X8UgW/MMzdeA4BuoQnsxCQBJNZ8yG1iQMBBhS/q/J7AHbW9fNL5zbeH0dzWTUNCEiCSQPIsovUIMC1tRbv6g++V4DRAFY53J6tU9OTlJooApJgEkVOtht0BPoQDBNwtd3tuW7QFZMKbEZAEkwGLwaeXVW2trltTLFitbAeDMFi0UPFamsglNfR5l/TuW3ryDZasCCQwUNIqWp9CAYErLa7PWNT2qkUHhcCkmDigis9ldk1ZYSflcdBdETYHhkaEdoAtDDjEyLlgRL3oscy+ZKzqaZiSlld45JkIhiGYKCDLih1N9yZzH6krMQRkASTOHYpb+mrdl7OoNkgHhltohgQf70Z4BaF8Jwe0u5zzHvyxZQrGKMDrqoqbi4NPaYz78bES8vcjb9Lpk59CaZLNv3ocDdslcx+pKzEEZAEkzh2aWkpjkn+1sBFAF0KwGqmUyKEWMeHrGgPlNYtuctMm2TW4dqq4ubV2sU69IsIGEZApwqUF7s9zyW1H0DxVVesIqIxm+Uy0BbUdh4zf8mKZPYlZSWGgCSYxHBLe6ufZ5x4vFWx1BEQz19ncfG50gblmgL3okfSobR3evneiqo8qQNjeiyu7x1uzzap6N/nqvQBbO8pm5kfLK1v/GMq+pMy40NAEkx8eA1qba6dnO9f43gSjCPjUUTsaHQdzzrcngqi1Bmjbag+6SALaS8yOL+Hfkyk/MVet+j6eHQ2W9frcoYIUHsRDNDiCDi2pvnzfWblyHqpQUASTGpwTalU34zyW6GQODbFNX/ilaXE7RmXistg/4xpx7OiLwFY6Tl4AnW0IjRujHvJ+mSDIi7Dfayu64cCA2TRDrTPWbI02X1KefEhENcCjU+0rJ1KBHznnngkBy3PEdDrg47VJzO3QlFOL61rWBSrrtnffTWVR4PxFMD974gIbzrqPAeZlRVPveYZJ1WwGvKwuOXuW5huddQ3XBKPPFk3+QhIgkk+pmmT6KuuuAlElyXQYTtZ9Kn2exc/m0DbXk2WV1UVj3EE1xKhMKws4kscdY23DrSfcO391c6nmHB8WNnMSx31jQemol8p0zwCkmDMY5VxNZmhNJ9d/ijrysninTqeQqCm5iLLhHG3LWiKp13fur5q5/MgHBVOBgP+IGPyqHrPBwPpI6xsl6vQj59/AjAsPLHRD/k6jsyvb/gi2X1LeeYRiHNZmhcsa6YPAb+rci2DR8Xbo868uqy+MWHLV5+rsopZ/zdR+LsgJvqktK5h93j1MlO/ZfoJu2mq9eModYMBTS8fNW/guzQz+sg64RGQBJMDK8M/c8oBrFle73vBamZoBHrK7m440UzdnnW4qsrmLw2KQE8RHQwZ8JS6PZXxyjZT31ddeQuIL45al/FnR73nRjPyZJ3UICAJJjW4pl2qv6ZyDjOfnUDHDGvoaMc98Vn++qZPnQFVrx+MD3yda+poK+kfgTEiWv8EvdbuXnxNApjIJklCQBJMkoAcbDHrZ5841tpq+ZiB0nh10RmflY717UO1L3eYbet3OZcysH+0+opCrpL7GqKTkNkOe9Tzzaj4MxT6a6ymBNxtd3tmxaonf08dApJgUodtTMnGC0yJNrx03qLvYlY2UcHvct7GwIUmqvarwrpycencRX8307bJVXmISvrzzNTToK5XU7GwdOKzSuuSGwRqVVVVWbEjuIwIMS2DFeInSuoaq8yMSdZJDQKSYFKDa0yprTOrJgb14F0WRm2yfHS806duQ4r+AQiOmAr0qUDM35T4bDuZCf9g5v5D2KZYFJo2LIn2NkJls7sXY3iMFxz1nqPjxSKe+sLYj1JgRBiPDplcVxLMIM2O/2zn06zjaCsrBxXVL3onWWp4q8s9REpFAvJ0C6mnFtctfDRWW2+181UiHBKjXiAU5MNG3N/4Vix5Zn8XrhLe1Y6vN0Wwi92M8Zyj3vOb2BUTr7HR5bywCMq/yb1oTeJScrelJJhBmNuWmVWHa6Gg8Cy2tfisw8ctGJgtSs8h+Fy/HQ90fpnIsBhYUur2lMdq66upWAOmLaPVI6A1xJZjhtc/8UYseWZ/97oq/wHos8mk0Q+DFpS6G042Kz+Rel6Xcz4zWsrq5V1POPwkwSSyqgbYxldT+QqYDwOYHe7GuEz9Y3Vt3FGUBlcRIljWRhVATXZ3g4g9EzE6f+v08r2DqvIqgKKoohiBkI0PG3FPcnYwIv8RWF/BfXydoumggG4pcTeIMBcpKz5XxRqAfmrxWo9M5h+KlCmcZsGSYNIM+PrTTxxrybd8BSBPEIw34C/bbv7LSfP6FUGY/D++/yqIDoh3aATSFMLJ0e5NmlwVNRbQnTpgi7GDYY24IhlR7N51TSwcz1t/S8Qj4xlTiPSrRtQtTokXt9CDzzjD4bf5NwD6RpBykqOu4fl49BsKdSXBpHmW/dUVDzPRH7q6ZdahHFbmbngtmWr4XeVXM5TaRGQy8xOl9ZFfXsy+VCXzFak3ZuZGxWAEdZw1KoWpTLwznPNJwR9BCCGkzHTMWzTXnHZDp5YkmDTPta+moglMhq0KgXRd044onbf4f8lUY/25FftbgpRYqAKmHxz1DeMi6eOd4XyBFHPxaJJhByPcEQB+PG58GOutun5M0bzF78fd1kSD2lpYLlzt9AMoZEBnnc8vm9t4j4mmQ6qKJJg0TjdfcMoWvvb2n34BnZksfHwyvJr7DEPxVTs1k3ehfZqS7nA39Arg1LNCVA/mvpJIuWoggaa6wkDwM+gTUMrMlDHwhQPK5FS97mw4u7Ja1dndrYuu83mSYPrPjCQYM6s1SXXChVdIRXhHkfGw2eXsYJMxfHsNj4GOjrYttnzouZ97/nfxRLzuR8dONsITAMabgYRBi0vdDYk8maPlnKknaSFdPJlbzPTVt44CWlCSohcknjw53z+hdCWIN4cvlQQTfpYkwSSyehNoIy5ffas/+JSACb0+XOAHEa82mVHmNhHMBkb8BneGbsQrSEeeTlDBSgGI88mInsd5RLCGDfAUBhMCAgT6l0b6q2D+ttS9+CUz0HlrKs5UQG7mxMjFGIKC0+33eR4y01+8dXyuiusBuqJnO0kwkmDiXUdJrc+zjivxBfJ+JEZxL8HEIXuTrciMBa1ZhbgWFv+Pzh9A2MJsmxTXCzK4XcSgYcZqRcE7pFleYpU//U+T8t3Jm5LHCYz8nfl/J/B0EfUyUZ3E3RbDtqPD/W/xWpfU0mVn1LEMoBJJMLGhTXgSY4uWNXoi8NNpx4zKLyhcHe4+IZ/pV8kMjGTsYKqdqzlzCCbsYhCEozN/quuhB1TYQKpew8Ckga4cBi//4Av/pCNeNu+8abbPZlfl4zq4n3+T3MHIHYzZNZSSelEDJDFesdd7fp3MY1KTq2KNgujWtikZaEYI1S9zuBf/Ldmq+F2V1+vQr+hrSSxCArO85I3wRyTZsyDlhUVA5AsiVVkW7kdiCpQUB7en2578caDwrZt5wkQbW6/TdT62695kaBVxPPqP11LQfexK1uibayqm6EyNXUk0+5WAxvrM4fWL/5ms/nJFzpBbgIM1ca2zyvcOdoYnGKETMf/LXt94aiL6iSPRxpppLo21Cwk0IR5z+kT6y+Q2RPjUXufZNZk6Gl7qqi7Cc4aN/0vAWgqok0vmL5TZJPsALwkmmSsxiqyWmopddKbl4TJsiGY6c0eezgfFYxgmUrS2rdWPCmnabQzaOpGQmWkafnq6YbDGoZOHz31SPKUnpQgfKIb2IhgRjQ/FnU+pu3G3pHSYY0IkwaRpQjec87txaqhDBJaKjDnjP456z7GxVBJWpBesmnYiVO1vxNhBmATHajM0fuevHO7GHZI11o0zp+0RDIU8RLRdVJkm5y1ZemWTHLkw0zRbXU+weSJmSPj8QZv0iBXmsXX61BMCin47EZL2IaUJgtR2Q9AVXa8uSdI9SJehnzYfoOhe48ZfDOUau3tRQr5fqQVl8KVLgknTHBhezqs/+ATAr6J1KY5QShgjMRE5zc/qo6TgKLOGbmkaWkZ0I+5eVvKqfSe532sbqEIi7gyBZ5uRI17+dFWdVjpnocdM/aFWRxJMGmfcW+18UCGcFukeplsVQSC6Sq7hmwJmN9c4b9AYFyQW4yWNAxzUrigILXiOY96TCXs0r6+euq8K/XYCDjJ76BS5pUpJnZQqn6dBhTQJnUuCSQKIZkV4p5cfpqjKK7EIpkse6QR+h4HRBIwbiGWrWf1yoF6AGC+ErPlnD7/3sVVmx7MpSNctBDotbH7tKIIG8vpnVr9sricJJs2z53M5A0jECTHNemZ1d4T1FsYfYgVT59lVZd7WQJVCyp/AvG1CY9ZCRznmxZdTKqF+srSRJJg0T1yziOEK+qMIiCRLChEQABPPdLgb6/r2sto1ZUQ+lP9TgHP6+hTFo5GRiaG+cYdkWmDH03821JUEk+ZZWnvBKVvktbeL7bs1zV0Pze4Y79lJmQL3orXtrsppnaRfoLByAIMjxrwxC5QCOqPE3fCA2fpDsZ4kmEGYdW91xQNEdPogdD1Uu+w04sowVLOXt7GAEo6adnfD8Fj1hvrvkmAGYQWIXYytrW0ZEY0ZhO5llwNFgKCrujJrWP2iewcqKtfbS4IZpBn2VTsvB9H1Q968f5DwT7Rbw2iasdRe33BgojKGUjtJMIM02yK/M7H+YEwz9EHST3YbHgECvCXQdpTpYs2tEEkwMXASnsq+6VPH2YDdWNWDsZ4+zcAuZPpdlXMB/QwMwZAKZjDKzDoUtKjKpOI5Cz/KTP0yTytJMH3mZNXsqrKi1sAlKmgqE7YnQGFmAndBJf6XSMWoAx0K4xMQnizxWm82G/KyKzbvsncJyp6ZtxykRtEQsFksBxfem7xUuEMBbUkwm2bZP2Pa8aSEbtSJdjFeG8zEhBWmLCQM+ykA0Aqm0LzSuiV3RVs4flfl2wzedygsrlwZo7h10UG3l7obLsqVMaVrHEOeYDaFUbgTjONB0dOhxpwUNvY5K8DqxSXK8JfJ7e7leOevmXolWL9OmtjFRDJjKhBEgkhcWur23J4xSmWRIkOaYIRzm0XRnwZjRFLnTBAN0ZetgVD56PlLvvhy1nHFozvzzgox/pH62C0EKijoOs51dghf36QOLR3CyGIB8gqAYAAcECYsg1MY3GoFTU3GvdvgjGDwex2yBCN2E8z61Ykm9jI1dQxxe3M/KbqXdHV2qkNZqqPHwXrIUbDuPtFQT/vuKwSXvYngJ8uMjzXjCxFsh/0Glp33hLrlWOjNPoRWfIzQsjeg/TTgcMWmh298FAotLdFHHtl3F2paiKxoIDAkCcbrci5WgBM3eyizcXmbGjCMe5rUrjbxFz//5OmwHXQkYO3vgaD7vWi94xroP4qAeplZ1O13RMHva6CO276fghwKob3uZgQ/ejflyuvAGmhKddm8RU+lvLMh0EGKl37mIeitrryGwCdsCuD8jaaHniCydOSx4hU3MAHQ5i9UoWCHppGVmMaD9clEJIyrRmba07LtiBOQf9IfQZbI7k3aF8vReue14AzcydCIUSia8X9Qt9sx8oIJBbHxhkugpZgkdfDnpWP23o1qa0OZt3qzT6MhRzAtM6sOJy2Y12nJ/yyemCFiate5po7Op1CFzspVAMZkymVt8VW3Qd0qRrSBUBCtt9citPLTjFuleUeVI7/qzJh6dT69AB2Nj8SsN7AKzLqmTpE7mIGh2N16yBFMcmAD/DXOh3TGKQTjSXvQChUUYtiN9RD/jlqY0fH4P9H53ycHTddIHRe6LoF14kEx9Qq++zra6m+NWW/AFRjrNWv+PvH+ARpwvzkoQBLMACbVP3PKAawpLwOUNwAxA2pKefko/ut9UIbZY8rpeGI+Op8XucMyqxRddB0sv4qd9SOw9GW0339HWpQnoteDhcHfjuhKhqewy5WPOneHuE+T8V/MT4EkGPNYha25sdq5V5Dw/mACWTT7Wlh22j3mDmZj7fnQfvphgCNOfvO831Qif2rs6BXt/7oPgf/9J/kKhJEojOsY+JpZ/4QUZRR0TADBz4wfFPAPUJQW0SykBV9UlaL3He5/f5UWxbKsk8H8LrIMqsjqeqsrFxFx5WANSFyOFlZfDGX4yKgqhD56B20P3A3e2DxYqvbrV3GUoeiym6GURTdF0r77Eq23XJEhl9TcZVIpCrFIWyLeITUGtxPTh4qiLCiuW3SP3Omk/AE1Y9ZxShURzovNLqeXgZKUdhRFuGWHnWH7zVRYd90bUCNfCwXf+C/an5gPbjX+AA9qEce6oouuhTJm64h6iCd2beWnaH+sHtziH1R9zXQuwjmIpBAAt4LwtqpYrxs2Z8ErZtrmYh25g0nSrHpdlfUEnp56q5fIClN+IdRf7QZ17NbgQAB5hx8LZdTofg0Cr72AjoUPgNs2Jmn08YuhEgeKzr0C6rb988cF3n0dvPZH8MYWaD98i9DK5V0HluwsRqaDYGfINeJB4z5nSBVJMEma7g1nV1arzHeA0WWnnwFFvCwVzboK6vid+pPMW6+g46F7B+XIoZQ4UDjzT1C375+DLiguch+6B8K4LpcKgToooOxdMn/hilwaV6yxSIKJhZDJ3/2uyie5y4AvowrlF6Dw7MsM8/u+JfTh22i97+a0+ispxSUonH1NWLudwGvPo/3hOdm8W4kx96QT8Q32Oo+woxoSJasJRsRu2aq1tGOw/UXWn37iWGuB5VtmWDJx1YijU6HrYljE/UyfEvrsQ+N+Q4/L16fvsjF3fKGiYSi+5K9QRo/rp0fni0vQ2fDwoOyo0jlnRAhpuj6rrH7xfensd7D6ymqC8bkqrmfGuNL6xj8OFoCiX5/L2QCGM9U+RwMaY34Bis67EpYJu/QTI+45xM5B++aL3r+pKtRtJ8Aybjso2+wAKiruMugj6gqD012YobduhP7zGmjffwV93U/QVq8CQsHNVcSFbuHsa437ob4l8MISdCx5FNzRPqAhDn5j6gA4SMAGJu7QdTJAElfuTGwjUop01tZayDJvWN2iqHGDBn8sydEg2wnmUQIdWeL2bDlYT4LfnDHZUWpzrEupV3Zy5hrCKK/wgqthCXMnI0im86nHoX37JWiYHdbd9oa6wy7GC494So6n6OvXIvTlZwh9/B70H78FCopQ8HtXWEfGwMvPoGPRg12hJbKsiNciBfCzjhW6Qq9B549Um77efu/iZ7NsKClTN6sJxu9yLmXG/jrjtLK5nodThlIUwSKhPRFOG4y+E+nTIJnz/wLxrN2viJ2I3xs3oUTVQ+x0dA1Q+58ejSfzh+eAtey60CWQrrP+MCnKw466hucTmYeh0iarCcZX7fwchB0HKwnWylnHlYzozPuJkDkvR6YWbl6+8URsxjzflLwEKgVef9F4Lcq252cGfCEou4x0L1qTwLCHXJOsJhi/y/kOA5PErGmEO4bXeS5M5ww21ThvUBiXp7PPZPVFZSNQePp5YV+XktVHJDniGNZ2383QvetT3VXy5YtLWi10yvC5Tz6RfOG5JzG7Caba+RQTjhfTQoAW0kO/S9fEs2vKCD/U9wBENkPN4PVi2f5XyD/FBXXr/gGeUq62phk+RR1P/juj3BZMj5voUUddw+9N1x/CFbObYFwVdzPo3O75I9DP7VrgyC3nPfVJqufUf075sRxSnkl1P6mQr249HgUnnwU1zItSKvoLK5MZoa9WoH3eP6A3Zd1OZoPD7UluHOe0AZ/ejrKaYDZMP3GGqlrqe0FGWMUh5dDSeYtSGh8yWxPYi8BUBWdeEDtAVZrWob5hHTbeegW4STzEZU1hnZXzymRu6pgTltUE01FduWMHsciy1ysei9jJ/JzXMWHCXc+kxG3Yf7bzNNZx/yYTh5ggZ0oFZeSWKLrgaoh/Z1LRfU1ovfUKw34mWwoBb9ndngP66ltbC8vhL0+2TJ7cfyQLlo/UP911gX51LfTBMqtIN75ZTTAvTZ6cv8+Ojle7L3p7gicsJsG42+72zE4GqN7p5YcpVuVPuo7JJPyNsgw5stpQfNU/oGwxNhlwJF2G9tUKIzB5FtnDaKRqh+iaZT8CHwHmnUDKKDDbjfgNYYybxZIRmUEhwjoQNWma/prFynfa5yxZmnRAM0Rgln0m/VFrqik/W2FlTkQ8GesJeKykuOQmuu1B096s66ord7SSfgQznagQDmSGsDYT3vhZWay7TUThrCszV/f2VrTe9zeEVmRP2mci6MwiIgwL2+b4sTUyTpAu8i8R83KLqj5RVKDeT7ctaIpfWGa2SACVzBoIV1UV+0uDqzdlCQivnJhIBe3EWMXE70PHtyqUzqDCm8PwM+sBYioj0HYKMJ6JxgBcnG3HoEizQ8LJ8PTzQKPHQi0dGTa9yWDMrIjxIi55A2+9gsCrzwGDmGhtMMbfs08RxgqAn4jvCUK9JxdsbbKeYMQEbahxXmdhXGnO5W6wl9Hg9U+KApSNgHXH3WHZY5IRLkH4Fonjk/AvSksRZ4fODmi+DdBWfIzgO68abgWy9EBAHKJA68B8Q+nc7E5Zm6ZVldrlIy7WLljt/IaArVLbU3ZJF97TyvBRCH74DtgfZtetWiDsYSx77QfLr3Y3Ln+FK4FRkkU43ZcR4ln6848R/Pg9hD79ALqIDRwhiFS+81TDCC/4+ovgHg6T2YV+crQlpqUlHcUV9NBDPydHYnql5ATBCMjWnn7sHnn5+cty5Ugz0GUgIsYV/+X2rmwDoSBEOITAGy91fdiRii0PqnBuLBsBdZsdjEBVIs6vIUPsckwUcUkr8klrn39sRKPj9T8j9ON30Nesiu4WoFqQd+gxsB56NNSx24DbWtF629XQVn1totdcr0IbdZ1nDpa/3UDQzRmCESD4XOWXgpWbsvcq9pepJHtpV57m8TuBVAtCq79DcOkr/UMqRJj9glNnwnboMb1+FR+/9uVnCLzzGkQA8IhxeUVMX3FtKTJFWqwgq9XwsI4awpl1cDDY9Qokdh0d7WBN63J0jFDEbkkc06x77w/LbhOhlPVOminuZdr/eXv09U1kZIS07rW/8W+y2RD471PGnU4uFQJpOvMjpfWe2OkXMmjgOUUwm0kGyl+zIXxC5HVARoAo694HAOLeZFMRyeD1dWsQ+uhd46ihr/4+7K5AxG0pubEe6D7u9OlIpI/lpvXQ1qxCaPn70NeuNo4kvH4tWNdTtjzFXQ8NHwl1y62MWLzqDjtDHbONEWcmXNF9G9A25yYjhETfIo5zwlnTsuf+sGy/I8Ql9uaiaWi96zqIYFrZVHp+jH3vE40Tq7gEZrxur/ccmi3jyjmCEcALM36ElIcZGJ4tE9FTT3KUYdi19/xyHxJmEHrTOoRWfIzQB28h9PUKcIvIEtC1LPOOcSJ/WhwxuAKdCH3/NfSfV3cFi/r6c6CzE3qnkWesi3Q628Ht7eCOtsg7ksIikC0fIkyn+BLEDkjsUsRxTexUlNLhRjS7mGlue/TQMxeSseMZvxOse+4Hy467QRnTPzJed9PgsjfRVve3zJl+AYgCDYxOYmwk4rU6k7hX0Znoe2L+2kJoDxFbmKEpRGWk09Y62LCKJMK2DIxl4Kd2aAeMcS/JCv+KnCQYMSFcW2vxrf5gLoDTSDxSZ1FRRm6B4tq7oiaz7zkcQQrBt//XdSwIBVF04TVhswnEDYGuGcG3SQsZT8naTz8aux5xBOl1vFJViPzS4uNXy0aCRCYDccSyWgEaGPTB95eifd5tsB4w2fgnbBybMAMz4g3fe2PcQ052A4K4P9GXWVUs6WjXHh1qmQVylmC6F8ryqqri0fbOv5FCZxBT1ljgFp77Z1j32De+9R4luFN8giLX5vY2tNffiuDy9zdXEqlRiv98a+z82MlSwoSczqefQEfjv0zUTH4VkUGACc/k6/hTfn1Dnzikye8vkyXmPMF0g89VVTZ/qTJOQeBGjTCRmLfJ9BcncdTJO74qoz5cgac4eogjSHcR7geGj1OMzJLp+BD0Fj9Cb76EdhHgUFwyp7EQ4NVB8x0B+7U0f74vjV1nbFdDhmB6zgBfcMoWGwOhnTQtsJOqKmNCGsaAmXQFW6tMowj65viODEX4NH3NJDKD0lRKln2ImSVBBMUx3LjMtB58pPF8KyLzD3Zpc9+C4Htv9CIYseNStxgzaKqJJ3FxnAq+9QpETOA0R8rTSv9fwAAAIABJREFUGXjIUVBwGd3x6NpBAyEDOx6SBJPIPLDLVeindWvBhvtA2ot4aVHGbmtka1S33xGKvSxqitiUKcjctYN5/xf/PLGDKb7oWojL6XQWkZkytPLTrovuFR9DXHwPRiHgC7vb0z+L3GAok2F9SoIxOSHe/5u6DbXwSuAX/yWTTZNeTeQ5su1/GCwTD+669IySizrZnYuPuG3uPyC8nzcfkUpHdOWYDpOmNtn9C3nGMeiDtxF840WExIvX4JcvHJJgws6CJJgwsIhk9j3/s4jdIV6lmtd8sJG5d+yZwV7bZC+D7aAjkHf4caDSFL3Kd7RBW7vGsKo1jiJv/Ld3WAUi2CYdAnWn3Y28SyRekkxa/saDn0gO1/H0AoSWvZlRCdp0xmdl9Z7+CafiGVyO1h3SBLNx5rF7hLSCWcw8CWC7QjScCYWGxUKPQoYJKwm3/IxdBsLvyPCWTtIxRV+3FsFP3kXo7VcRWvW1iEnQlV4kWhJ6cT8lDAMVxXgBs+xzIGwTD06OX5OmoflyV3ifqkGeFUkwkSdgSBHM+nMr9reFqEIHTiWdRzKRVXwSHNUGfpBXr8nuhfFZwRnngwqLTLYIX01b/T2CrzyL4AdvQ2/2DihvtTC0U8Zth7yjphjGcWb9mSINoPlPM8DeDQMaXyoaS4IZ4gTTVDPlFBXqLJ2x56YcRjlHrOI5O79iAIHuO9oNQ73O5zxdrzDJLKoKy4RdDevigWQxaLv3RgQ/fDuZmiVFliSYIUowvprKo4n5Bh3YJ9useeNd+QVnXQjb/ofH28yoL+5VOp6Yn3LfHbLlIf/k6bAd/GtAERmb4yudTy9AR+Mj8TVKQ21JMEOQYHyuynowT88Fz2oz30jx5X8zEtXHW0SMljb3renLT0SE/MpTkXdMZdx3M8F3XkPb3L/HO8SU15cEM4QIRrgGjHWEPgPxkAk+RaqKoiv/YcRyiacI/6W2ebfF0yQ5dRUVecdNQ375KXHJEwTT/mgduHVjXO1SXVkSzBAhmLUXnLJFXnu7OKTH96WlegWmWL5h6PZ/10HEkDFbQl98gnb3rYZNyaAU1YKCqjNgO+IE092HvliO9vl3QORSyqjC+MJRLw3tws1Jzlx28uyqsubW4DIGhI/RkCrW3fZBYfXFQH6BqXELj+j2+++E9l3/OCsRBQi3hS3GGrFbehrZifoiPIOIgCdenYStilkzfRF+oUgc7UZHDrvQUx8jf9LNl2VcJkgCrSupa9hSZBkwNQEmKjFDaa6edqzOvDzVSQRNqJNwlZwhGJ/L+Q2AbRNGIkMaiiDcIm4KCooQy+9JhFIQYRPyK0+DdeJBpkYggk21P3Sv4bNjulhtRvArpXSEYWwnYur2LgTrfodCHTOuK0PAa8+bft4WaWyLxO7LJDl2LHwAoU+WxXyOZxGi37sBgpSiRdUzjUHUiszEeKSEtnCR2x05YI7JzkSmjKay4CKFsT3ZtKMddy8RazsrS04QjP9s59Os47jIMyCWG20kcCcDbdBpJam8Xhf5bHTkESm7ieBUBIiwaIrIcTMYRnXWPSYh76QzU+o0GPr4XbTOucm0pzEVFht3JSJQVOvd1wPBQESYlS3HIr/894ahnRHsKZpRXg8pha5LTBNkXF8Zs+H13eF5GPrPa+JqmlhlbobC9fYtm6+k2pc74pUhLMj91RU3gGgWgEKxVkvdnoEZNsWrRJLrZz3BeGsqp5LOT4R5LWoV4QVDrN07vCD0Eu56ZiNqaxWqrQ0ZrgC1wlq3FqitNdJ4drsH/HzBKSMLOjvKdY1PhsITwWT+YmMAkyPi0Radf5XxIaes6Dpa//EXhFYuN91FwannwHbA4dh402XGc3asIo474tgj7Gk6n3rcFMmI41XRuX+O6w4plh49fxfJ3EQA8TSWIDPeslmUmwrnLHomVppY33lTttMDymUK6FQAmwmFgQdK3Z4z0qh30rvKaoLh2sn5vh/tnxLRdgYywiRXIb/O+KcDI68cyHbVIJzZVY7OjaERHeBpAJ0D8NhUPXtbJx2MglNcvWPLJnm6ta8+Q+sd15pOzyqcFwvP+TOUEjuaL+oTa1pRoBQVg9vawCKwd/duRVFRfM2dhi9S6+3XRM9i0HMXM+tKiOyTqSgi4l/LlTNTITq6TLEeCUFmWsukNwGkEeNnVrgFzNsTlCKCEQpTpGzo9S0yod2qqAcUz1mYPakuw6CR1QTTfHZltaaze9MgmIgW6CG6NBWXYuurp+6rQPMoRsbH5Bd13HYoPPsyKCO2SL7wTRLbH74XgVefNy3fOukQiOwEIjdRy8VnGnFpxEuVuBsysp7m5Ru/CQM6BALQfvgG7Pei8Lwrjdg17Y/VI/C//5jqz3rI0Sg87RxTdeOtFHj5GbQ/6o632aDWJ+D2ZOVVH8yBZDXB+GY434CCAwHSWadLS+cuSqkVltflbCDAmaoJy/tNJfJOOLnrg01yYCvhqNhiOAt6Tasv4uzmVZ4GYkZL7SzjnoQ3tkAX/kAi+LdIVaKoUIpLjMDevLEZ3OwzCEb4RHV4/oXOZ54w1Z86equu3VISQz6IC22RpqXtvpvBHe2m9MiESgxe/hV+2G+S+70BXxgP9niylmDaXZWHdEAXQVeHWwj7Datr/DTVYG6sqbhYY+WWVF4Aq9uMNyLmGz47Ii9RNKIRH3ggAMvW46NG2Be4iOfjjbXng9n8S6rtwCNQIHYVqgWdSx5DxwuLjXxH0Ypl5z1RdGGtUaXt7r8i+PG7pqZFHKkKzrwg5mWv/v3XCP30Q8RwEN1ZENi3AaEvVyD44VumL7RNKZriSgR0UkDdq2T+wl8C7qS4z1SKz1qC8bkq/wnwEapqPWPYnAVxvLkmDqf/bOdprOPBxCXE2VKQS9QIEV0/Gvc3IlRDhDxIoo646Gy745q48h6JGLuF5//FyGMkdgOtt9caO4JIpecxTwQH33jtBXHZrOSf+FvkTfldRPniWb7l8mpjlxTdAT5zw2pEXQFGrhf6rcPdsCDOlZKx1bOWYNbPmFJhIctOjvqGm9OFblfg8GBnuvoz24/Y9RTNumpT9sXwrYw8Qe5bYr7qiJi/4rlc3Wo7WA6cDKVPDODAGy8i8Opz0L79arN9iQh0ZTtgsmGVq/SwJhbpX0Xys9DnnyD4/pubiCHyqMTxMJr7AHvXY+PfrzJyN+VaIUJIgTprWN3C+3JpbFlLMKtmV5XNsy9orq1FKJ0T4qt2doKMW/+MKcJWRaQNEfmUwhWRKzrw4pIuT+QotinW/Q5DQcUfuiLjRQrDqWmbM0KK4491171h3euArr7Fka5vEQZvgU5wix/tj/8TIl9RpGI7/FgU/L4m4u+GY+b9d2RkTJgBLoY2QL/G4V6cQZniBjiiTc2zlmCSM/z4pXhdFd8RKON8nYZd+Q8juFOiBGM79GjkC3IpLgG3t4IKiowdR+jblcDGlq6Ur2O2BhUPMy56RewY4SwpMjYW/K66665IZIP0rYf2/TdAYaFxlyQcMYV1r7ACFulpOx6p65VTqae+sQgmsPRltM+/M+YuLP5ZHbwWzPgOFvXC0jkLPYOnRep6lgQTJ7Zel3MxMab0tlqIU0gKqouXG+vuke1Ioh2RhBtA/u+qoRQUIrDsTXS+uAQFzj8AgU60L34U+pofDI2FEaAIaiUIo/PZhV1HHiIUX36LYb0b+O+TRs5ssVsRz+0ilQl3dhikIGxcbEeeCIRCaH98HkIfv9cPhVhHpMALi9G+4P4UoJd+keJ2TQO7O6BfmS1pYBNBSRJMnKj9PKPiTJtKc/vG7Y1TTNKrC3+kvGOnRj5eRLrkFQRx5T+MJ+eOpxYYKUDEMcp26DGw7nsoAi891StFiXhCN3Y5zV4jraxBPCO3hL7h517+R8IxUhCMJry2H55j1BPpVkRaW0FQrX+7HCLtSM8iyEtE5otU2h+8G4HXX0w6dmkVSGgnYGFHfsHFWwyBHEqSYOJcXSK7QMvqD1r1LuvLjCniklU880YqkZ6pRVaCollXIvDmS8YOpPuORjhcFs68HLpvA9rqbgFEwG/xYrXbRFj23Nd4+hUvS8JpMpwLQb7zD7Bs/6su0vr8481qiYtgy857IPi/5xD85JddjHB2LKy5FJZd9oowBEbLpdOhx2HHkwmTQ0Q6s/4Ng16zEP+tuK5xRSzXgUzQO1k6SIJJAMlM9NyORTCRDO3EUUYEf+p6GeodvsF28FGwHfRriEDgwmhOeG4L+5z8384wyEPsQFqEbU3PmDJEBkkImSK9SOfLz/byZhZP3iJLpe5vQuCFJZvRt4zfGYXn/Cmiq4TYIbVceU4aPKPNLwiRcA3g5wF1vaJy17cUAgKk6QpxE7Hlp5BV/779Z9vKcQsWNJmXnDs1JcEkMJf+syvfZJ0PSKBpUpuIC1SxAxFHGUEEwps5Wml/6B4EXnuhVxUaVoK830w1jh76mlW9m4v0I/sdZsjmZj8C7/wPpFqQV/F7wzZG7GL85528+WikDB8Fyx6TYBm/k7Gr6XzlWaC9jzGqLQ+2g4+EeMLuGTLCdnQFCk6K7Ncn7nva6m9F6OsvgFAwqTgmIkw8xmnFoa1G3Pbkj4m0HyptcppgRFwNWrAgqfEVReoTa1B5msHpzZPac0UKR8Mtxnbdk+wxEcrI0abWqwgwJexI0NkzkgAh74QqhJa9AW3TZW5fYda99oftGKcRqkFv9sO6y55dOw1m+C/4vXHfrWwzHqKeeC0Sr0vBD9+JuNsQtjbipQr6L1bFRRdcHeV41KWRcEUQl8MBkavpq8/6jMMUBEmrRIT19jrPyKQJzFFBOU0w3pqK5aQrn7NOs5PhAOk/p/xYDinCuWZQYnSIewrLr3aH7bBjYNl1n4T8lYQ1rjB+61lEiAVx1yKsbyMVslhg2esA5B05xSATsXsSpWPRgwi88V9j9ySM8oIfvRv3MUY8Zxed8ycjyJbZIgJJBd99zcgyKY5wZmPPmJUfsx7Ro466hgHkiYnZQ05UyG2CmVHxCil0qDC3Z+JPVCh/L3E3PBDvzPlcvx3P3PkgEQvHyrRjJo4jtqPLYd190oBjpoQ+ehet9/UOOCVcDISXdKygTOJupXDG/0FE3RPGc+JFyXiGfvAehN5fGtXPSRm91ebn7r74F519GSx7J37iFHqLS2qxc0p6Tqfwi0ULMCaNqvf0De0X79LK+fpp/1jSiWjzedN20gPaMgBGsNpNHiotpOMTTcWLwVDw31vOe+qTcDp5XeVHEOhIguJi8IgYzi8pGZZwHMw7usLI9wzhYZ2kIgJBdSx+tJc0yx77QvgeCWdCcX8iiKO7KFuMMchNXNyKXU7gpacRXPGRYXcjLoJpmN2w0BX2M8JmRrwuGUXE8R09zojQJ7yZ++6cRBUj5W3NpVH9qEwNW1gMt200fKU6nl0ITdzVpKgwc6uD1AnkXpSOMHkpGkV6xOY0wQgIfTOm3gtFDxNtiHQQd4KxEYQOYvqJwcLW3QFGMRQUgTl/MHYsQm/b5OOQd+JvoQyzJ30liLuM1rpbDBuV7iJ2McrYbbriAYvE9eIiVaR+FfFfxD95BUbc3M7/PQvti+VdRxJFgbrVtrAdfpxBEJrICClCNnS2G5fCglSMf1r8YWPjihAPxZfdFD0Gjq4bNjbC1sZsEZkS2u68Dtr3X5ltkkA9+lGDVq+z+ujI+obUsVkCmmVSk5wnGAG2v9r5FhP2yyTgo+lifHhX3ArFMdyUyuK4InYdIhi3eGomRUHhzMtEeL+I7cXH1zrnZnBT7xQg4vijjt8Z6lbbGAQjFoje4kPos4+iHqFEyE9BNjRySyi2PGg/r4H247ddWQbCFCM8w/TZRjDxiEXE1H33NQReeRaW3ScZmSvJ7og6rm5ZwaUvG35LqS5E5Nd13OEI2m+j+fOFm7csPRAYEgRjkIyr8m0G75sNsy+eeQtnXxMx5snmMQSDxtOxuGTVVvYOh1N03hXGRxmtaN9/bYRgEPYtaS2qirxjYydeC339Odruvn5zojWRMsW63+GwHf6bmKlOgh+9g7Z7bkjbsBjcSkx/ddR7bkxbp1nQ0ZAhGDEXXlfl4wSObIueIRMmnoCHXXuPkYOoXwkFEVr+vmEYF1zxccQo/+r4nVB80bXhPZx7CBUvMO2P1PUjqJRBYctD4SkuWA88IkYwLUbrrVcgFC7+DBHU7SYYOxrLpEOhFA/rp+5gpZlViJ8oqWvM+DWWsvntI3hIEcwmkjlfAdcykJZsAYlOpLhAzSv/fVdkO5Gg/ruvup5l330d7G8Ca1pM0XnHnQRhsh+riB1M5+JH0fnyM7GqDuh3cYwqnHWlqRS34lVIGAYKY77IhQCbDdY990XeYcdCnbCzcXwSr0qtt/wZuhGYKv2FGfNK6z0z0t9z5vU45AhGTMGGc343Tgl1XEegaQCH2SZkxkSRo6zrY2TuetnZ2ByXvQflF6Lg9HNjhqHsYjDNcGoUMXS11avitmWJhpiIV2PZbR/kO081XqpiFUEMrTddGl+K2MIiI9C4Omo0gp8siyv2cCx94v1dvFYqpFxlr1t0fbxtc63+kCSY7knsqK7csQOoZugnKQqNZmbbYL0apWphKWPGoXD6RcYFrJlixID56F10vvy0sRPo+Vxtpn3POkZK2Qm7Iu83Tlh22MUUtKI/kcNI+ybbH2bID9gmOtz/TuVTVrxTkvb6Q5pgeqItjOkIwdPA+q918HgQ7AAVCIBEpseeReQJJZ1COuBXCM0gflNn2ouYd8u0ODFCb3HcKph+kWEgZ7qEQgh98QmCH7xteEMbr03Cg3qTV3VYOYoCsuVDcZQZZv/W/Q+Duu0E012KWDFtc//eKzyE+caZV5MIt9vrPLMzT7P0aSQJJgbW3Rkfe/1lRv8k52svOGWL/PaOTwfVRynKWNQddjai/Yvn4USKvrHFiAEjAlcFnvP03tkQGb5KtokHQdlyq4SN5joWPYTO/yxKRL2MbEOAz+72ZPRdX6qBkwSTRISbXZX/1MFnJlFkUkUJy2CRPVJY5iZaRE6k9rl/7/W6o5SNQOHsa437j4QKMzqeehyBp5+IvkNKSPjAGolg3NDUimBeaIOi0wRotIcqXEaYJjGEIWbkQswdKujA4iHsUiAJZmDrb3Nr7/RpTqjaI7TJLSFJYpMuRvgEiRi6lp32SEw2s5HYXlwIdxfh2V00u9bwpI67hIJodd9i3Puk3WEx5u6VRQLze+zuxvN6VhUpizeusW+vsrJrELiRmbcPl1JYRHSwgC4a5m64M25ccqSBJJgkTGTLmVWHa9bg0wDiuORIQscJihCWwvknnGy4IyRSRPqT4Htv9CIYER5T+BzFU8TzuLhzCX3a27s7HhmprEuET+11nl1j9eFzVVwPpnNBcPSvS/c73A1nxZKRq79LghngzIo7Gl915U9EHPv9dYB9Jbu58CEq+O30yClKInSYDIIRl8atd13fFWohAwsD7SE1eOjIOU/1j04eRt/VZ0zZqdCmPgJg714/E9501HkOysAhpkUlSTADgFnE5/WveX8VmMx74g2gv1Q0Fc6N+SdP7/IJMhmJYkAE09mBzucb0fHsoohWyKkYZ1wyWUChXGN3L+rKgRtH8dc4lzNjl+4mDP641N2Y4Hk0jo4ztKokmAFMTHNNxQKd6aQBiMiYpurW4w2rXyPodgyiSYhgmA2fKRGgyjAYzODCxP9zjN77SKqtTSipX5OrYo0C2lIY3JGuP+qYu3jIBqaSBJPgQm+uLj+LFapjJkuCIjKvmcVqGOSJ9K3CQI5s4Z+04yWY0Kfvo/OlZyD+LWxdMr3ooEPL3A2vJapnc03FFGbFw8zERLeXuhsuSlRWtreTBJPADP502jGjCgoK32ZgmwSaZ3wTwwJ3+x1hO+QYWHbaHSKG7uai612vPn1fkS661jCw23w0EPFzv1qB4DuvIiRM96OE48w0QEIdoa1GPDiwYN6+6orPmGgsgy8pczfWZdoY06WPJJgEkG6qcd6gMC5PoGnWNbHssLORtcA68SBAtRixe9sfq4f2+S/BqkTqk6Lz/2LEgkGLv8vb+7XnDYLJxqIS7zqsrrF3/Is4B7JhxoknkaIeFSwovHooJFiLBI8kmDgXjqjuczl/BpB1r0YJDPWXJkSw7rIXaMzWCInYtz0SoIlodiL8gshZLeKwiJSz2VwY+q9L3YtfGugY3nVNLJzkfi9yJPWBdpAF7SXBxDlJ62dMqbCQ2hDOsKqvKGYGEX2lQX8Imv6jRbXcx0BXOH5ZMhYBZrq2tL7h6oxVMIsUkwQT52R5XRUfEij2syNhPan6aSWj9nmh+zVCWPuSqj0u/A/j7FZWTyMCDFpQ6m44OY1d5mxXkmDimNrHq6psR5cG2yj6LiTIxI1au3ZhuItCn6uiBkx3gjIrt3UcMOR8VWb+tJ30w8e4l6zP+cGmeICSYOIA2D9j2vGsaE9FbMLwWS3KqUVzFkWuI0J31kyZRbp6qySZOMBPZ1Xmjnwoe+bLbAEDRl0STBwQeqsrHiCi0yM0WddZULC72RcDb03FmcTkFqmB4lBBVk0TAlZVOTHWH4o0qZLV3UiCMTl9L02enL/PBMcyJuzctwmBVpaM2XOXeC0/m2oqphCThyCcdmXJLAT4MYe78ZTM0in7tJEEY3LO1p9+4lhLgWUluCtL5ObC8NnH7jUyXnLpbt86c+oJoZD2BBNFjS1iUk1ZLQoCIlecSXcrkWv4h+d8lvEnL1iwKU2lhDYRBCTBmERNxO/tJP6Ee7wAiYBCwWJthxG3DdDq01XxGEC/NamKrJYAAjrzCkVR5oP5CgD985z0kUki7LmKP5bN8TycQHeyySYEJMGYXApraip2yWf6qPsFSTiysYYby+Z5/mxSRMRqfpfzKgZfE8ff14F2OaTaE6gDauiIkjlL3m6uqXyUmU09QRPoHbu7IWsygmbipEqCMTkrLTUVu+hMYgdjYMaMtY56zxjxl86kiIjVvK7yhQRl6kDlyPbhESAgGLTyoSPuaXzr5xknHp9HlgY2ZSZAusJadUn94n9KbBNDQBKMSdyaXJWHKOBXRXWxYHXov0mGObmQ56uuXAXirUyqIqslhAB/Za9r3FE0bampbNDB5WbEMPCDY8xe2yV6x2amj1yuIwnG5Oyur566r4X0t43dC+ApdXsqTTaNWc3vcnYwkBezoqwwMASIL3HUNd4qUtQAnR+ZDXFKoKfs7oYTB9b50GwtCcbkvPvOm7IdBdUvWIeuWqzHDJuz4BWTTaNWW39mxf6qlZbKiUgGmjFkEP3QmZ8/SdgqGUclxfKUuEszU0SOo5W86oqh7rxoBquedeS6NonYateUEYVQPgPR+/Ym64mUpOdLf7XzaSYkFn3bpO6y2i8IhEi/akTdYiOlq9flbADgNPsREPCuolovTtYfl6EwL2axHQpYRB2jcL0fj3GvaazUjKhf9E4yABHJ2vLaOsT9SzzOjxqI1ExL8ZEMPOKVYYSkjLORyBRQUufZvfty3lft/A+AY0wLIrSD6bHOgvzLR60OeZP1hybOYWRN9XjnJ2sGlgpFfWdPvddx36JzkiXbN6O8DoriMiuPdf6flodL1QBVg+gsAg/l+ftC15SLFAvvBuabzGII0MagGpjcM1vAJheQ0+LiKwYzkVez6seL1ynz/Q+tmkN5gcY90zy7qoxuW9AUd8MwDXj26WP9rc2fmTH6Es0JaLG7PSXif6+cdVzJiE7bGwSKmbMnGbpmkgzxggcF0+33eR7q1qupeuo5KvFdDDbjcsE64aayut72S/6aaROg6w8yYT/EkEPAeh3kIVvoBsfdS77JJHwyTRdJMIM0I74Zzjeg4ECT3esWqBcXuxfeJuqLj4FZXwrwL0FwTQrK9mrMeKe03tPP+E14qCus3mYqoBfjP456z7F9seBaWFrXTtulLRiamKfysdCV0SzsnBQw6WgDKe+wFni1IxD4eMuHnhNRDWWJgYAkmEFYIv4a5+2s43wzUfHEBOlMDaX1DZsN8bwu54UEGGQz1IoOvFXm9hwQbtwbZpRfrSpKzFxGzPxtaX3jdkMNu8EYrySYNKPuc5VfClZuAJkLncnEn5bWNfY6CvlqnC+BMTnNqmdGd4z1bUHt0DHzl4SNKO51lb9HUPaJoWyLY9NxMzMGlbtaSIJJ49x2xYDBPLM+Rwxe7nA37tHXHcFXU+kDsz2NqmdMV0QIatD+WFa35NFwSomXOVt7++poITBEWtjVXuuoXRcs2JgxA8tRRSTBpGlim2ZUnKsqdFe3L1O0bsW5n5hvcdQ3/qlvvZYzqw7XrKHngbietn8RQ/wToLRBUbaBpg1aAPJNT8zvqyrPK7YEHvJ35v8d4BlmpkPX9TllcxdHfM3zVVfcRESXRTGia/3Ra91SEowZtAdWRxLMwPCL2bqLEIJzibCDiEcSszC+UNhyacncJxrD1fW7Ku5mpnPM3N/0a094Hpw3c11e87qRbBluCagTAuByIuU4Yt4+pm7JrRBUteA+w+Y9ZSRY+uaMyY7hNvsruomA6grxEyV1jVXR1PHVVDSBqTRcHQa3rvbaJMEkdz7DSpMEkyKQDX8XClxHjEoGRw0mRTAsWjaC6KF11vY/TbjrmYjJm/2uyrcZvG8Can9g91r3j2QY5q+p/JKZx5uXSx3M+nqFSBj+hRj8MzGGM2OCGfIjkA41dLB9zpKl3X16p5cfRqoi8hFFfW6O9JLUU3d/dcXDTPQHSTDmZzQVNSXBJBFVrp2c710zrFKFOguM3XRgWGSAhZ0WBRj8jR6iBnIodaV/X/RdLHV8LqeIdD88Vr2evzNzq4O2GEVud8QkYC01lVM1ZpFSJeaxiYBOTef/84f8/9pu/su+Xh+2q/JJBp8QSz+xmVPA99jdjef1bu8UT80XRmvPwJelbs+EaHVaZlYdrmnB54D+2RvkDibW7CTvd0kwycMS3mqnOAr9sWcgbxKhY4xlpZgJAAANhUlEQVQLBwZB6WRwC5g+UQme9QHvg30/0Fjq+GoqgmAyHyicSRimneCoa3g+hmylyVXxqQL6VSwdAKxr2agePO6RhSv71t20CzHlCMrQl5W6F0/sK8PncnYginc5EX1tr2uIudvyVld8TUThnqPlHYyJSU5GFUkwyUCxjwyurbUALxsk8PLLwLqRI/WqBQtC4v8PJEDVhnN+N86idX7LbMpitUsrxp8d9Z4bzQxzU6YDE8GVKMjgS0vdntv7yhW7uObVpd5Yx8JN7XxfYtXYvh7Kza7KJ/XouyBh1eyIhaXXVfkPAs8OM/b2H+UrkpklMeA6kmAGDGH6BBgxaRR9KdhsFgJeH4S6x0j3ojVmtPy52rmXjSBi3sR2voxAXFxVZfOXBpcD2CFWnwxuduQFxlGfOycjNEZA/SrSi5vRbszew2MFgfK5KqsAfqzvnQ4DvlK3J+wFcCyd5e/xISAJJj68BrV2c3X5WTqUuWYuUQ1FNwVYMqs0u6aMaIHlvzp491htGHRbqbvhon47GEDxVTtfIcIhsWQQkb+kybIVhbFH8bkq1gC0ZXgZ5LeP2XNEbIL57XjmzteJsEVPOcS0zl7fMCqWfvL3gSMgCWbgGKZNgvDmhq7PNNmhzx5wbEfz5/e6hI3V1uuqfJzAUZ+Au2TQIoe7YVo4ed5qp0iNOyvW4tJBP5aO2XPbcEThqymvg664wodRMEcwQjd/TeVrzHxwTz3DWUfHwkX+nhgCsdZAYlJlq6QjYNxt/OhYZDY4FTHuttd7ZsWrSLOr8m86+JJY7YjodXtdQ9hdipFil7QnY+60Ijgdir590088EhbLs+D+mS8Z8DvcnrJYdzBCTrOr4j4dVNOLYHQ8UDrXc0asMcrfB46AJJiBY5gWCVxVVdw8PPg46yai3zHY7vZYiOLPeLDhnJMOUkOh12MOinmpo74xrDe4QQ6qRTwRR7ZnMd6p6U+OuoabI/Xld1Vu4HAe4wyfo97cHUpLTfnZGitzevShMeiiUnfDnTHHKCsMGAFJMAOGMD0C4iIY4p8cdY2jE9HMcMaEEvGj75YZLRC2QTCK5floOxgi7igZ7S+l2pfFk3TY4nc5P2fAyATQsxDjO3u9Z1sz4/PWVE4l5oU96vpULXhotwWxGRmyTuIISIJJHLu0toyLYHRljmNuYpH3/C6n8JfqZfwWdqC6/nfH3MUXh/utZUbFuZpCd0cDiJlfKq1v/HW0Or4a53/AOKZfHaJvHXUNpsItiNS8gZD+ZHfKWCL61F7XMOQCdaV1sfboTBLMYCEfZ78vTZ6cv88EE3cwDFYV3m1YXeOncXZhVPdVO58F4TfR21JQZ+38svrF94Wr53U55xFwVkQZzB0arEcOr3/ijWj9eF3O+QTDcLH3Dkahpfb7GkwF62qqqZiisOLpjlLHjLtK6z3nJ4KNbBM/ApJg4sdsUFowoDTXOB9gxqnRFBAhJe1ujy0RJb3Tp24DVX+RgKhWskxo7wBPGh2GxISePpfzXQL2jqgDUYOj7pcAWpHqRTKUI+B2u9sTzoCunyhBMCpoETMsIoVsMKhPHnG/jKGbyPpIpI0kmERQG6Q2G6rLz7KQMjd6yAf+yuFujGnkFm4IwpDPSvpzDDiiDpH4W0dd+IhwYqe1944OEbe4IJwM4RdlUbCfmR1Wi6vyfI35jj5P1QEF5CpxNzxgZhqMHYxODSLAF4M+cXgtE2UmADPIJaeOJJjk4JgWKYYDXyj4UtTL0wFkIVw/Y0qFqige4d0ddZdEuMNe5wnrkCgCoze3BteHI0EhVSGaNqyuYZEZwDbWTDslxNq/ekX7J/ZaFMvk4jkLRWbGmKXriETiktfKwOxw7g0xhcgKCSMgCSZh6NLfcJ1r6mgL9B8iRmsj6KpO1w+rb7g6Ee18Myv+DI3+Gr0td2ps/XWk+5NNT9QvhN+94EuHz7qr2R1Em6uyqpP539SD8UTyM7vbYzpcRdcOBo+DSLcXFGxPdzy6NhFsZJvEEJAEkxhug9bKV+0MRYrnK8IotBHvE+5uxIzCvurKRSCOmnNbYXqwpL6h38Vrt/yW6sprNOK/hOmPQ0E+MJ77D79r6u911v5F3U9AxlZGucbuXhQzsHd3/15X+REKFA8Yr9nrPTHDSJjBSdYxj4AkGPNYZURNb7WzlQiF4ZQxfHvqGkxZuIZr762uWE5Eu0QaqLhADkDZJpLzpLA29q9xLAbj6J4yjA0I4T57XYNZNwej+UaX88IQ47buExuBOxUtNCkeG5bVZ0zZqcCqLgl0dkzb4sFnTR2rMmKic0QJSTBZNpH+audbXcnB+hcGe0vdjQnlSmqdecLEkGZ9hoGRkSGh+x3uhojPzyKZXHNr8zsM9DLyY+bVjrF7bxPLObFvv/6ayjnMfHb3f2fmF0rrG3uRV6zpY5er0Id114dzzIzVVv4+cAQkwQwcw7RK8FVX3sLEF4ebOJF32V7nSciIrLmmYorOJEIbhN0dAYiZ6mNT/GER8rKneqwHtT+U3R8+C0A08ATBgLmm+8K4DdrIMe4lIqJfXKX5vGk7ldy9MGyak7gEycpxIyAJJm7IBreB4Uioao3hnAAJvNzubtwtEQ2bXBU3KqB+WQyELCN+rsJn9EzXGq6PppoppyisPtLrN8KLjjrPUYno5HNVLgTYSDhHTEvt9eaM6xLpS7ZJDQKSYFKDa0ql+lxOEbt3676dDMQMvslV8agC+l04xRm0uNTdUBFrUN4ZzgtJ+SXjJDEFFIvlmGFzFpgKodlXvjDYA2MiFITsnY6R8YaeiKWv/D31CEiCST3GSe/BW13xABGdnkyC8c6oeIUUOqyvTHF/UlrfONbMIPwu51UMXNtdlxmvltZ7+sk0I0vU8VY7vyXC1jpRXVmcF8Rm+5D1UouAJJjU4psS6eIookJ9UJi/9+xgIDsYr8u5kvqEuSRCCJpaYZ+78GkzA/G7ymsZSpcNjvAZULi8pK5xiZm2fevU1sJy4eqKFToQunNM4261tTBiGsuSXQhIgsmu+er6dkVsmLLQB33zGCWdYIB3S9ye/c0EdhJ69SQY8aQdtPKhI+5JzO/HO718b1ZpekdAvztSHuosnLohp7IkmCyd8r73HWIYAyEYX03FGnDvGLg6ab+PlAM6HGxel/NCwuY7mLagGjxs5Jyn3stSiKXaSUBAEkwSQBwMEcJtwAptBUAl3f0PiGCqnV7QL06ORPRTSaFlV7ptgXBcNFWEL5OFVI/xSE3sDVlwXKI7GFMdykoZj4AkmIyfosgKbkr0Nn2gBMO1sPhXV2zoSVY6uK7M3bjZyM0MTCJdLnPHh0RUxIy1OixTY8V8MSNX1sleBCTBZO/coWX6CbtpqvXD7ti3xPjMXu+JaOofaaiCYJpXO9f1DNOggw4tcze8Fi88vhrnS2BMBvgnja3TJMHEi2Bu1ZcEk+Xz6auuuAlEl4lhMNHXpSZSqvYdcl+CEa9HJTzKHi2XdSTYNpxdWa3q7CZgbYjlDibLl9eA1ZcEM2AIB1+Ar6aiCUylIql7qbuxOF6NBMH4VjubCBi2qe0HDrcnckS6KB0YmR0doY0MfaXNYju9aM4Ceckb74TkUH1JMDkwmetryq+0QLmGmNpK3A12s8/KPYfudzlXb3ZSjCOfdTj4DENAhSYUKnkX2eb8e2kOQCyHkCACkmASBC7TmvmrK98E6SNLimz7xfPy0z0On8u5DJvi6CoBdeeS+Yk7B4qwDb7VjnsKmG7Or2/4ItOwkvqkDwFJMOnDOqU9bTjnd+OgdbiCoeC/t5z31CfxduZzlS8EK1OJSC+pa7AmkrStZ58iTEIidzjx6i3rZzYCkmAye37i1k5Y6Cd2RCq/mqFeDPB6h9tjKudQ3MrJBkMOAUkwQ27Kww94/bkV+1uDyl1gaDIsglwUyUJAEkyykMwBOc3V5WfpUHd21DdckgPDkUPIAAQkwWTAJEgVJAK5ioAkmFydWTkuiUAGICAJJgMmQaogEchVBCTB5OrMynFJBDIAAUkwGTAJUgWJQK4iIAkmV2dWjksikAEISILJgEmQKkgEchUBSTC5OrNyXBKBDEBAEkwGTIJUQSKQqwhIgsnVmZXjkghkAAKSYDJgEqQKEoFcRUASTK7OrByXRCADEJAEkwGTIFWQCOQqApJgcnVm5bgkAhmAgCSYDJgEqYJEIFcRkASTqzMrxyURyAAEJMFkwCRIFSQCuYqAJJhcnVk5LolABiAgCSYDJkGqIBHIVQQkweTqzMpxSQQyAAFJMBkwCVIFiUCuIiAJJldnVo5LIpABCEiCyYBJkCpIBHIVAUkwuTqzclwSgQxAQBJMBkyCVEEikKsISILJ1ZmV45IIZAACkmAyYBKkChKBXEVAEkyuzqwcl0QgAxCQBJMBkyBVkAjkKgKSYHJ1ZuW4JAIZgIAkmAyYBKmCRCBXEZAEk6szK8clEcgABCTBZMAkSBUkArmKgCSYXJ1ZOS6JQAYgIAkmAyZBqiARyFUEJMHk6szKcUkEMgABSTAZMAlSBYlAriIgCSZXZ1aOSyKQAQhIgsmASZAqSARyFQFJMLk6s3JcEoEMQEASTAZMglRBIpCrCEiCydWZleOSCGQAApJgMmASpAoSgVxF4P8BJDBLwZvO5hIAAAAASUVORK5CYII="/>
          <p:cNvSpPr>
            <a:spLocks noChangeAspect="1" noChangeArrowheads="1"/>
          </p:cNvSpPr>
          <p:nvPr/>
        </p:nvSpPr>
        <p:spPr bwMode="auto">
          <a:xfrm>
            <a:off x="155575" y="-319088"/>
            <a:ext cx="666750" cy="676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0" name="AutoShape 4" descr="data:image/png;base64,iVBORw0KGgoAAAANSUhEUgAAARgAAAEcCAYAAAAcH6uaAAAAAXNSR0IArs4c6QAAAp50RVh0bXhmaWxlACUzQ214R3JhcGhNb2RlbCUzRSUzQ3Jvb3QlM0UlM0NteENlbGwlMjBpZCUzRCUyMjAlMjIlMkYlM0UlM0NteENlbGwlMjBpZCUzRCUyMjElMjIlMjBwYXJlbnQlM0QlMjIwJTIyJTJGJTNFJTNDbXhDZWxsJTIwaWQlM0QlMjIyJTIyJTIwdmFsdWUlM0QlMjIlMjIlMjBzdHlsZSUzRCUyMnZlcnRpY2FsTGFiZWxQb3NpdGlvbiUzRGJvdHRvbSUzQnNrZXRjaCUzRDAlM0JodG1sJTNEMSUzQmZpbGxDb2xvciUzRCUyM0YwNjY1MCUzQnN0cm9rZUNvbG9yJTNEJTIzZmZmZmZmJTNCdmVydGljYWxBbGlnbiUzRHRvcCUzQmFsaWduJTNEY2VudGVyJTNCcG9pbnRzJTNEJTVCJTVEJTNCcG9pbnRlckV2ZW50cyUzRDElM0JzaGFwZSUzRG14Z3JhcGguY2lzY29fc2FmZS5jb21wb3NpdGVJY29uJTNCYmdJY29uJTNEdGhyZWF0MSUzQnJlc0ljb24lM0RteGdyYXBoLmNpc2NvX3NhZmUudGhyZWF0LnRocmVhdF9hNiUzQiUyMiUyMHZlcnRleCUzRCUyMjElMjIlMjBwYXJlbnQlM0QlMjIxJTIyJTNFJTNDbXhHZW9tZXRyeSUyMHglM0QlMjItMjAwMCUyMiUyMHklM0QlMjI5NjAlMjIlMjB3aWR0aCUzRCUyMjQ5JTIyJTIwaGVpZ2h0JTNEJTIyNTAlMjIlMjBhcyUzRCUyMmdlb21ldHJ5JTIyJTJGJTNFJTNDJTJGbXhDZWxsJTNFJTNDJTJGcm9vdCUzRSUzQyUyRm14R3JhcGhNb2RlbCUzRV5Rg9QAACAASURBVHhe7V0HeFvV2X6/eyV5xpKdAUkIK4SyV8JeoYyyYssJpqUFCiSWCRAg/IxSoJhRRqFlEywnJYwCJSSWE1YZBcoKK8xAIOxAQkhiSXa8JN37/c+5joOHxpUsyZJ8zvPw0KJzvvOd95z7+oxvEGSRCEgEJAIpQoBSJFeKlQhIBCQCkAQjF4F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0BWI+CvmTbBXrdwZVYPIoeVlwSTw5M7FIbmrXYucRQWzKA7Hl07FMabbWOUBJNtMyb17YWA1+X8UgW/MMzdeA4BuoQnsxCQBJNZ8yG1iQMBBhS/q/J7AHbW9fNL5zbeH0dzWTUNCEiCSQPIsovUIMC1tRbv6g++V4DRAFY53J6tU9OTlJooApJgEkVOtht0BPoQDBNwtd3tuW7QFZMKbEZAEkwGLwaeXVW2trltTLFitbAeDMFi0UPFamsglNfR5l/TuW3ryDZasCCQwUNIqWp9CAYErLa7PWNT2qkUHhcCkmDigis9ldk1ZYSflcdBdETYHhkaEdoAtDDjEyLlgRL3oscy+ZKzqaZiSlld45JkIhiGYKCDLih1N9yZzH6krMQRkASTOHYpb+mrdl7OoNkgHhltohgQf70Z4BaF8Jwe0u5zzHvyxZQrGKMDrqoqbi4NPaYz78bES8vcjb9Lpk59CaZLNv3ocDdslcx+pKzEEZAEkzh2aWkpjkn+1sBFAF0KwGqmUyKEWMeHrGgPlNYtuctMm2TW4dqq4ubV2sU69IsIGEZApwqUF7s9zyW1H0DxVVesIqIxm+Uy0BbUdh4zf8mKZPYlZSWGgCSYxHBLe6ufZ5x4vFWx1BEQz19ncfG50gblmgL3okfSobR3evneiqo8qQNjeiyu7x1uzzap6N/nqvQBbO8pm5kfLK1v/GMq+pMy40NAEkx8eA1qba6dnO9f43gSjCPjUUTsaHQdzzrcngqi1Bmjbag+6SALaS8yOL+Hfkyk/MVet+j6eHQ2W9frcoYIUHsRDNDiCDi2pvnzfWblyHqpQUASTGpwTalU34zyW6GQODbFNX/ilaXE7RmXistg/4xpx7OiLwFY6Tl4AnW0IjRujHvJ+mSDIi7Dfayu64cCA2TRDrTPWbI02X1KefEhENcCjU+0rJ1KBHznnngkBy3PEdDrg47VJzO3QlFOL61rWBSrrtnffTWVR4PxFMD974gIbzrqPAeZlRVPveYZJ1WwGvKwuOXuW5huddQ3XBKPPFk3+QhIgkk+pmmT6KuuuAlElyXQYTtZ9Kn2exc/m0DbXk2WV1UVj3EE1xKhMKws4kscdY23DrSfcO391c6nmHB8WNnMSx31jQemol8p0zwCkmDMY5VxNZmhNJ9d/ijrysninTqeQqCm5iLLhHG3LWiKp13fur5q5/MgHBVOBgP+IGPyqHrPBwPpI6xsl6vQj59/AjAsPLHRD/k6jsyvb/gi2X1LeeYRiHNZmhcsa6YPAb+rci2DR8Xbo868uqy+MWHLV5+rsopZ/zdR+LsgJvqktK5h93j1MlO/ZfoJu2mq9eModYMBTS8fNW/guzQz+sg64RGQBJMDK8M/c8oBrFle73vBamZoBHrK7m440UzdnnW4qsrmLw2KQE8RHQwZ8JS6PZXxyjZT31ddeQuIL45al/FnR73nRjPyZJ3UICAJJjW4pl2qv6ZyDjOfnUDHDGvoaMc98Vn++qZPnQFVrx+MD3yda+poK+kfgTEiWv8EvdbuXnxNApjIJklCQBJMkoAcbDHrZ5841tpq+ZiB0nh10RmflY717UO1L3eYbet3OZcysH+0+opCrpL7GqKTkNkOe9Tzzaj4MxT6a6ymBNxtd3tmxaonf08dApJgUodtTMnGC0yJNrx03qLvYlY2UcHvct7GwIUmqvarwrpycencRX8307bJVXmISvrzzNTToK5XU7GwdOKzSuuSGwRqVVVVWbEjuIwIMS2DFeInSuoaq8yMSdZJDQKSYFKDa0yprTOrJgb14F0WRm2yfHS806duQ4r+AQiOmAr0qUDM35T4bDuZCf9g5v5D2KZYFJo2LIn2NkJls7sXY3iMFxz1nqPjxSKe+sLYj1JgRBiPDplcVxLMIM2O/2zn06zjaCsrBxXVL3onWWp4q8s9REpFAvJ0C6mnFtctfDRWW2+181UiHBKjXiAU5MNG3N/4Vix5Zn8XrhLe1Y6vN0Wwi92M8Zyj3vOb2BUTr7HR5bywCMq/yb1oTeJScrelJJhBmNuWmVWHa6Gg8Cy2tfisw8ctGJgtSs8h+Fy/HQ90fpnIsBhYUur2lMdq66upWAOmLaPVI6A1xJZjhtc/8UYseWZ/97oq/wHos8mk0Q+DFpS6G042Kz+Rel6Xcz4zWsrq5V1POPwkwSSyqgbYxldT+QqYDwOYHe7GuEz9Y3Vt3FGUBlcRIljWRhVATXZ3g4g9EzE6f+v08r2DqvIqgKKoohiBkI0PG3FPcnYwIv8RWF/BfXydoumggG4pcTeIMBcpKz5XxRqAfmrxWo9M5h+KlCmcZsGSYNIM+PrTTxxrybd8BSBPEIw34C/bbv7LSfP6FUGY/D++/yqIDoh3aATSFMLJ0e5NmlwVNRbQnTpgi7GDYY24IhlR7N51TSwcz1t/S8Qj4xlTiPSrRtQtTokXt9CDzzjD4bf5NwD6RpBykqOu4fl49BsKdSXBpHmW/dUVDzPRH7q6ZdahHFbmbngtmWr4XeVXM5TaRGQy8xOl9ZFfXsy+VCXzFak3ZuZGxWAEdZw1KoWpTLwznPNJwR9BCCGkzHTMWzTXnHZDp5YkmDTPta+moglMhq0KgXRd044onbf4f8lUY/25FftbgpRYqAKmHxz1DeMi6eOd4XyBFHPxaJJhByPcEQB+PG58GOutun5M0bzF78fd1kSD2lpYLlzt9AMoZEBnnc8vm9t4j4mmQ6qKJJg0TjdfcMoWvvb2n34BnZksfHwyvJr7DEPxVTs1k3ehfZqS7nA39Arg1LNCVA/mvpJIuWoggaa6wkDwM+gTUMrMlDHwhQPK5FS97mw4u7Ja1dndrYuu83mSYPrPjCQYM6s1SXXChVdIRXhHkfGw2eXsYJMxfHsNj4GOjrYttnzouZ97/nfxRLzuR8dONsITAMabgYRBi0vdDYk8maPlnKknaSFdPJlbzPTVt44CWlCSohcknjw53z+hdCWIN4cvlQQTfpYkwSSyehNoIy5ffas/+JSACb0+XOAHEa82mVHmNhHMBkb8BneGbsQrSEeeTlDBSgGI88mInsd5RLCGDfAUBhMCAgT6l0b6q2D+ttS9+CUz0HlrKs5UQG7mxMjFGIKC0+33eR4y01+8dXyuiusBuqJnO0kwkmDiXUdJrc+zjivxBfJ+JEZxL8HEIXuTrciMBa1ZhbgWFv+Pzh9A2MJsmxTXCzK4XcSgYcZqRcE7pFleYpU//U+T8t3Jm5LHCYz8nfl/J/B0EfUyUZ3E3RbDtqPD/W/xWpfU0mVn1LEMoBJJMLGhTXgSY4uWNXoi8NNpx4zKLyhcHe4+IZ/pV8kMjGTsYKqdqzlzCCbsYhCEozN/quuhB1TYQKpew8Ckga4cBi//4Av/pCNeNu+8abbPZlfl4zq4n3+T3MHIHYzZNZSSelEDJDFesdd7fp3MY1KTq2KNgujWtikZaEYI1S9zuBf/Ldmq+F2V1+vQr+hrSSxCArO85I3wRyTZsyDlhUVA5AsiVVkW7kdiCpQUB7en2578caDwrZt5wkQbW6/TdT62695kaBVxPPqP11LQfexK1uibayqm6EyNXUk0+5WAxvrM4fWL/5ms/nJFzpBbgIM1ca2zyvcOdoYnGKETMf/LXt94aiL6iSPRxpppLo21Cwk0IR5z+kT6y+Q2RPjUXufZNZk6Gl7qqi7Cc4aN/0vAWgqok0vmL5TZJPsALwkmmSsxiqyWmopddKbl4TJsiGY6c0eezgfFYxgmUrS2rdWPCmnabQzaOpGQmWkafnq6YbDGoZOHz31SPKUnpQgfKIb2IhgRjQ/FnU+pu3G3pHSYY0IkwaRpQjec87txaqhDBJaKjDnjP456z7GxVBJWpBesmnYiVO1vxNhBmATHajM0fuevHO7GHZI11o0zp+0RDIU8RLRdVJkm5y1ZemWTHLkw0zRbXU+weSJmSPj8QZv0iBXmsXX61BMCin47EZL2IaUJgtR2Q9AVXa8uSdI9SJehnzYfoOhe48ZfDOUau3tRQr5fqQVl8KVLgknTHBhezqs/+ATAr6J1KY5QShgjMRE5zc/qo6TgKLOGbmkaWkZ0I+5eVvKqfSe532sbqEIi7gyBZ5uRI17+dFWdVjpnocdM/aFWRxJMGmfcW+18UCGcFukeplsVQSC6Sq7hmwJmN9c4b9AYFyQW4yWNAxzUrigILXiOY96TCXs0r6+euq8K/XYCDjJ76BS5pUpJnZQqn6dBhTQJnUuCSQKIZkV4p5cfpqjKK7EIpkse6QR+h4HRBIwbiGWrWf1yoF6AGC+ErPlnD7/3sVVmx7MpSNctBDotbH7tKIIG8vpnVr9sricJJs2z53M5A0jECTHNemZ1d4T1FsYfYgVT59lVZd7WQJVCyp/AvG1CY9ZCRznmxZdTKqF+srSRJJg0T1yziOEK+qMIiCRLChEQABPPdLgb6/r2sto1ZUQ+lP9TgHP6+hTFo5GRiaG+cYdkWmDH03821JUEk+ZZWnvBKVvktbeL7bs1zV0Pze4Y79lJmQL3orXtrsppnaRfoLByAIMjxrwxC5QCOqPE3fCA2fpDsZ4kmEGYdW91xQNEdPogdD1Uu+w04sowVLOXt7GAEo6adnfD8Fj1hvrvkmAGYQWIXYytrW0ZEY0ZhO5llwNFgKCrujJrWP2iewcqKtfbS4IZpBn2VTsvB9H1Q968f5DwT7Rbw2iasdRe33BgojKGUjtJMIM02yK/M7H+YEwz9EHST3YbHgECvCXQdpTpYs2tEEkwMXASnsq+6VPH2YDdWNWDsZ4+zcAuZPpdlXMB/QwMwZAKZjDKzDoUtKjKpOI5Cz/KTP0yTytJMH3mZNXsqrKi1sAlKmgqE7YnQGFmAndBJf6XSMWoAx0K4xMQnizxWm82G/KyKzbvsncJyp6ZtxykRtEQsFksBxfem7xUuEMBbUkwm2bZP2Pa8aSEbtSJdjFeG8zEhBWmLCQM+ykA0Aqm0LzSuiV3RVs4flfl2wzedygsrlwZo7h10UG3l7obLsqVMaVrHEOeYDaFUbgTjONB0dOhxpwUNvY5K8DqxSXK8JfJ7e7leOevmXolWL9OmtjFRDJjKhBEgkhcWur23J4xSmWRIkOaYIRzm0XRnwZjRFLnTBAN0ZetgVD56PlLvvhy1nHFozvzzgox/pH62C0EKijoOs51dghf36QOLR3CyGIB8gqAYAAcECYsg1MY3GoFTU3GvdvgjGDwex2yBCN2E8z61Ykm9jI1dQxxe3M/KbqXdHV2qkNZqqPHwXrIUbDuPtFQT/vuKwSXvYngJ8uMjzXjCxFsh/0Glp33hLrlWOjNPoRWfIzQsjeg/TTgcMWmh298FAotLdFHHtl3F2paiKxoIDAkCcbrci5WgBM3eyizcXmbGjCMe5rUrjbxFz//5OmwHXQkYO3vgaD7vWi94xroP4qAeplZ1O13RMHva6CO276fghwKob3uZgQ/ejflyuvAGmhKddm8RU+lvLMh0EGKl37mIeitrryGwCdsCuD8jaaHniCydOSx4hU3MAHQ5i9UoWCHppGVmMaD9clEJIyrRmba07LtiBOQf9IfQZbI7k3aF8vReue14AzcydCIUSia8X9Qt9sx8oIJBbHxhkugpZgkdfDnpWP23o1qa0OZt3qzT6MhRzAtM6sOJy2Y12nJ/yyemCFiate5po7Op1CFzspVAMZkymVt8VW3Qd0qRrSBUBCtt9citPLTjFuleUeVI7/qzJh6dT69AB2Nj8SsN7AKzLqmTpE7mIGh2N16yBFMcmAD/DXOh3TGKQTjSXvQChUUYtiN9RD/jlqY0fH4P9H53ycHTddIHRe6LoF14kEx9Qq++zra6m+NWW/AFRjrNWv+PvH+ARpwvzkoQBLMACbVP3PKAawpLwOUNwAxA2pKefko/ut9UIbZY8rpeGI+Op8XucMyqxRddB0sv4qd9SOw9GW0339HWpQnoteDhcHfjuhKhqewy5WPOneHuE+T8V/MT4EkGPNYha25sdq5V5Dw/mACWTT7Wlh22j3mDmZj7fnQfvphgCNOfvO831Qif2rs6BXt/7oPgf/9J/kKhJEojOsY+JpZ/4QUZRR0TADBz4wfFPAPUJQW0SykBV9UlaL3He5/f5UWxbKsk8H8LrIMqsjqeqsrFxFx5WANSFyOFlZfDGX4yKgqhD56B20P3A3e2DxYqvbrV3GUoeiym6GURTdF0r77Eq23XJEhl9TcZVIpCrFIWyLeITUGtxPTh4qiLCiuW3SP3Omk/AE1Y9ZxShURzovNLqeXgZKUdhRFuGWHnWH7zVRYd90bUCNfCwXf+C/an5gPbjX+AA9qEce6oouuhTJm64h6iCd2beWnaH+sHtziH1R9zXQuwjmIpBAAt4LwtqpYrxs2Z8ErZtrmYh25g0nSrHpdlfUEnp56q5fIClN+IdRf7QZ17NbgQAB5hx8LZdTofg0Cr72AjoUPgNs2Jmn08YuhEgeKzr0C6rb988cF3n0dvPZH8MYWaD98i9DK5V0HluwsRqaDYGfINeJB4z5nSBVJMEma7g1nV1arzHeA0WWnnwFFvCwVzboK6vid+pPMW6+g46F7B+XIoZQ4UDjzT1C375+DLiguch+6B8K4LpcKgToooOxdMn/hilwaV6yxSIKJhZDJ3/2uyie5y4AvowrlF6Dw7MsM8/u+JfTh22i97+a0+ispxSUonH1NWLudwGvPo/3hOdm8W4kx96QT8Q32Oo+woxoSJasJRsRu2aq1tGOw/UXWn37iWGuB5VtmWDJx1YijU6HrYljE/UyfEvrsQ+N+Q4/L16fvsjF3fKGiYSi+5K9QRo/rp0fni0vQ2fDwoOyo0jlnRAhpuj6rrH7xfensd7D6ymqC8bkqrmfGuNL6xj8OFoCiX5/L2QCGM9U+RwMaY34Bis67EpYJu/QTI+45xM5B++aL3r+pKtRtJ8Aybjso2+wAKiruMugj6gqD012YobduhP7zGmjffwV93U/QVq8CQsHNVcSFbuHsa437ob4l8MISdCx5FNzRPqAhDn5j6gA4SMAGJu7QdTJAElfuTGwjUop01tZayDJvWN2iqHGDBn8sydEg2wnmUQIdWeL2bDlYT4LfnDHZUWpzrEupV3Zy5hrCKK/wgqthCXMnI0im86nHoX37JWiYHdbd9oa6wy7GC494So6n6OvXIvTlZwh9/B70H78FCopQ8HtXWEfGwMvPoGPRg12hJbKsiNciBfCzjhW6Qq9B549Um77efu/iZ7NsKClTN6sJxu9yLmXG/jrjtLK5nodThlIUwSKhPRFOG4y+E+nTIJnz/wLxrN2viJ2I3xs3oUTVQ+x0dA1Q+58ejSfzh+eAtey60CWQrrP+MCnKw466hucTmYeh0iarCcZX7fwchB0HKwnWylnHlYzozPuJkDkvR6YWbl6+8URsxjzflLwEKgVef9F4Lcq252cGfCEou4x0L1qTwLCHXJOsJhi/y/kOA5PErGmEO4bXeS5M5ww21ThvUBiXp7PPZPVFZSNQePp5YV+XktVHJDniGNZ2383QvetT3VXy5YtLWi10yvC5Tz6RfOG5JzG7Caba+RQTjhfTQoAW0kO/S9fEs2vKCD/U9wBENkPN4PVi2f5XyD/FBXXr/gGeUq62phk+RR1P/juj3BZMj5voUUddw+9N1x/CFbObYFwVdzPo3O75I9DP7VrgyC3nPfVJqufUf075sRxSnkl1P6mQr249HgUnnwU1zItSKvoLK5MZoa9WoH3eP6A3Zd1OZoPD7UluHOe0AZ/ejrKaYDZMP3GGqlrqe0FGWMUh5dDSeYtSGh8yWxPYi8BUBWdeEDtAVZrWob5hHTbeegW4STzEZU1hnZXzymRu6pgTltUE01FduWMHsciy1ysei9jJ/JzXMWHCXc+kxG3Yf7bzNNZx/yYTh5ggZ0oFZeSWKLrgaoh/Z1LRfU1ovfUKw34mWwoBb9ndngP66ltbC8vhL0+2TJ7cfyQLlo/UP911gX51LfTBMqtIN75ZTTAvTZ6cv8+Ojle7L3p7gicsJsG42+72zE4GqN7p5YcpVuVPuo7JJPyNsgw5stpQfNU/oGwxNhlwJF2G9tUKIzB5FtnDaKRqh+iaZT8CHwHmnUDKKDDbjfgNYYybxZIRmUEhwjoQNWma/prFynfa5yxZmnRAM0Rgln0m/VFrqik/W2FlTkQ8GesJeKykuOQmuu1B096s66ord7SSfgQznagQDmSGsDYT3vhZWay7TUThrCszV/f2VrTe9zeEVmRP2mci6MwiIgwL2+b4sTUyTpAu8i8R83KLqj5RVKDeT7ctaIpfWGa2SACVzBoIV1UV+0uDqzdlCQivnJhIBe3EWMXE70PHtyqUzqDCm8PwM+sBYioj0HYKMJ6JxgBcnG3HoEizQ8LJ8PTzQKPHQi0dGTa9yWDMrIjxIi55A2+9gsCrzwGDmGhtMMbfs08RxgqAn4jvCUK9JxdsbbKeYMQEbahxXmdhXGnO5W6wl9Hg9U+KApSNgHXH3WHZY5IRLkH4Fonjk/AvSksRZ4fODmi+DdBWfIzgO68abgWy9EBAHKJA68B8Q+nc7E5Zm6ZVldrlIy7WLljt/IaArVLbU3ZJF97TyvBRCH74DtgfZtetWiDsYSx77QfLr3Y3Ln+FK4FRkkU43ZcR4ln6848R/Pg9hD79ALqIDRwhiFS+81TDCC/4+ovgHg6T2YV+crQlpqUlHcUV9NBDPydHYnql5ATBCMjWnn7sHnn5+cty5Ugz0GUgIsYV/+X2rmwDoSBEOITAGy91fdiRii0PqnBuLBsBdZsdjEBVIs6vIUPsckwUcUkr8klrn39sRKPj9T8j9ON30Nesiu4WoFqQd+gxsB56NNSx24DbWtF629XQVn1totdcr0IbdZ1nDpa/3UDQzRmCESD4XOWXgpWbsvcq9pepJHtpV57m8TuBVAtCq79DcOkr/UMqRJj9glNnwnboMb1+FR+/9uVnCLzzGkQA8IhxeUVMX3FtKTJFWqwgq9XwsI4awpl1cDDY9Qokdh0d7WBN63J0jFDEbkkc06x77w/LbhOhlPVOminuZdr/eXv09U1kZIS07rW/8W+y2RD471PGnU4uFQJpOvMjpfWe2OkXMmjgOUUwm0kGyl+zIXxC5HVARoAo694HAOLeZFMRyeD1dWsQ+uhd46ihr/4+7K5AxG0pubEe6D7u9OlIpI/lpvXQ1qxCaPn70NeuNo4kvH4tWNdTtjzFXQ8NHwl1y62MWLzqDjtDHbONEWcmXNF9G9A25yYjhETfIo5zwlnTsuf+sGy/I8Ql9uaiaWi96zqIYFrZVHp+jH3vE40Tq7gEZrxur/ccmi3jyjmCEcALM36ElIcZGJ4tE9FTT3KUYdi19/xyHxJmEHrTOoRWfIzQB28h9PUKcIvIEtC1LPOOcSJ/WhwxuAKdCH3/NfSfV3cFi/r6c6CzE3qnkWesi3Q628Ht7eCOtsg7ksIikC0fIkyn+BLEDkjsUsRxTexUlNLhRjS7mGlue/TQMxeSseMZvxOse+4Hy467QRnTPzJed9PgsjfRVve3zJl+AYgCDYxOYmwk4rU6k7hX0Znoe2L+2kJoDxFbmKEpRGWk09Y62LCKJMK2DIxl4Kd2aAeMcS/JCv+KnCQYMSFcW2vxrf5gLoDTSDxSZ1FRRm6B4tq7oiaz7zkcQQrBt//XdSwIBVF04TVhswnEDYGuGcG3SQsZT8naTz8aux5xBOl1vFJViPzS4uNXy0aCRCYDccSyWgEaGPTB95eifd5tsB4w2fgnbBybMAMz4g3fe2PcQ052A4K4P9GXWVUs6WjXHh1qmQVylmC6F8ryqqri0fbOv5FCZxBT1ljgFp77Z1j32De+9R4luFN8giLX5vY2tNffiuDy9zdXEqlRiv98a+z82MlSwoSczqefQEfjv0zUTH4VkUGACc/k6/hTfn1Dnzikye8vkyXmPMF0g89VVTZ/qTJOQeBGjTCRmLfJ9BcncdTJO74qoz5cgac4eogjSHcR7geGj1OMzJLp+BD0Fj9Cb76EdhHgUFwyp7EQ4NVB8x0B+7U0f74vjV1nbFdDhmB6zgBfcMoWGwOhnTQtsJOqKmNCGsaAmXQFW6tMowj65viODEX4NH3NJDKD0lRKln2ImSVBBMUx3LjMtB58pPF8KyLzD3Zpc9+C4Htv9CIYseNStxgzaKqJJ3FxnAq+9QpETOA0R8rTSv9fwAAAIABJREFUGXjIUVBwGd3x6NpBAyEDOx6SBJPIPLDLVeindWvBhvtA2ot4aVHGbmtka1S33xGKvSxqitiUKcjctYN5/xf/PLGDKb7oWojL6XQWkZkytPLTrovuFR9DXHwPRiHgC7vb0z+L3GAok2F9SoIxOSHe/5u6DbXwSuAX/yWTTZNeTeQ5su1/GCwTD+669IySizrZnYuPuG3uPyC8nzcfkUpHdOWYDpOmNtn9C3nGMeiDtxF840WExIvX4JcvHJJgws6CJJgwsIhk9j3/s4jdIV6lmtd8sJG5d+yZwV7bZC+D7aAjkHf4caDSFL3Kd7RBW7vGsKo1jiJv/Ld3WAUi2CYdAnWn3Y28SyRekkxa/saDn0gO1/H0AoSWvZlRCdp0xmdl9Z7+CafiGVyO1h3SBLNx5rF7hLSCWcw8CWC7QjScCYWGxUKPQoYJKwm3/IxdBsLvyPCWTtIxRV+3FsFP3kXo7VcRWvW1iEnQlV4kWhJ6cT8lDAMVxXgBs+xzIGwTD06OX5OmoflyV3ifqkGeFUkwkSdgSBHM+nMr9reFqEIHTiWdRzKRVXwSHNUGfpBXr8nuhfFZwRnngwqLTLYIX01b/T2CrzyL4AdvQ2/2DihvtTC0U8Zth7yjphjGcWb9mSINoPlPM8DeDQMaXyoaS4IZ4gTTVDPlFBXqLJ2x56YcRjlHrOI5O79iAIHuO9oNQ73O5zxdrzDJLKoKy4RdDevigWQxaLv3RgQ/fDuZmiVFliSYIUowvprKo4n5Bh3YJ9useeNd+QVnXQjb/ofH28yoL+5VOp6Yn3LfHbLlIf/k6bAd/GtAERmb4yudTy9AR+Mj8TVKQ21JMEOQYHyuynowT88Fz2oz30jx5X8zEtXHW0SMljb3renLT0SE/MpTkXdMZdx3M8F3XkPb3L/HO8SU15cEM4QIRrgGjHWEPgPxkAk+RaqKoiv/YcRyiacI/6W2ebfF0yQ5dRUVecdNQ375KXHJEwTT/mgduHVjXO1SXVkSzBAhmLUXnLJFXnu7OKTH96WlegWmWL5h6PZ/10HEkDFbQl98gnb3rYZNyaAU1YKCqjNgO+IE092HvliO9vl3QORSyqjC+MJRLw3tws1Jzlx28uyqsubW4DIGhI/RkCrW3fZBYfXFQH6BqXELj+j2+++E9l3/OCsRBQi3hS3GGrFbehrZifoiPIOIgCdenYStilkzfRF+oUgc7UZHDrvQUx8jf9LNl2VcJkgCrSupa9hSZBkwNQEmKjFDaa6edqzOvDzVSQRNqJNwlZwhGJ/L+Q2AbRNGIkMaiiDcIm4KCooQy+9JhFIQYRPyK0+DdeJBpkYggk21P3Sv4bNjulhtRvArpXSEYWwnYur2LgTrfodCHTOuK0PAa8+bft4WaWyLxO7LJDl2LHwAoU+WxXyOZxGi37sBgpSiRdUzjUHUiszEeKSEtnCR2x05YI7JzkSmjKay4CKFsT3ZtKMddy8RazsrS04QjP9s59Os47jIMyCWG20kcCcDbdBpJam8Xhf5bHTkESm7ieBUBIiwaIrIcTMYRnXWPSYh76QzU+o0GPr4XbTOucm0pzEVFht3JSJQVOvd1wPBQESYlS3HIr/894ahnRHsKZpRXg8pha5LTBNkXF8Zs+H13eF5GPrPa+JqmlhlbobC9fYtm6+k2pc74pUhLMj91RU3gGgWgEKxVkvdnoEZNsWrRJLrZz3BeGsqp5LOT4R5LWoV4QVDrN07vCD0Eu56ZiNqaxWqrQ0ZrgC1wlq3FqitNdJ4drsH/HzBKSMLOjvKdY1PhsITwWT+YmMAkyPi0Radf5XxIaes6Dpa//EXhFYuN91FwannwHbA4dh402XGc3asIo474tgj7Gk6n3rcFMmI41XRuX+O6w4plh49fxfJ3EQA8TSWIDPeslmUmwrnLHomVppY33lTttMDymUK6FQAmwmFgQdK3Z4z0qh30rvKaoLh2sn5vh/tnxLRdgYywiRXIb/O+KcDI68cyHbVIJzZVY7OjaERHeBpAJ0D8NhUPXtbJx2MglNcvWPLJnm6ta8+Q+sd15pOzyqcFwvP+TOUEjuaL+oTa1pRoBQVg9vawCKwd/duRVFRfM2dhi9S6+3XRM9i0HMXM+tKiOyTqSgi4l/LlTNTITq6TLEeCUFmWsukNwGkEeNnVrgFzNsTlCKCEQpTpGzo9S0yod2qqAcUz1mYPakuw6CR1QTTfHZltaaze9MgmIgW6CG6NBWXYuurp+6rQPMoRsbH5Bd13HYoPPsyKCO2SL7wTRLbH74XgVefNy3fOukQiOwEIjdRy8VnGnFpxEuVuBsysp7m5Ru/CQM6BALQfvgG7Pei8Lwrjdg17Y/VI/C//5jqz3rI0Sg87RxTdeOtFHj5GbQ/6o632aDWJ+D2ZOVVH8yBZDXB+GY434CCAwHSWadLS+cuSqkVltflbCDAmaoJy/tNJfJOOLnrg01yYCvhqNhiOAt6Tasv4uzmVZ4GYkZL7SzjnoQ3tkAX/kAi+LdIVaKoUIpLjMDevLEZ3OwzCEb4RHV4/oXOZ54w1Z86equu3VISQz6IC22RpqXtvpvBHe2m9MiESgxe/hV+2G+S+70BXxgP9niylmDaXZWHdEAXQVeHWwj7Datr/DTVYG6sqbhYY+WWVF4Aq9uMNyLmGz47Ii9RNKIRH3ggAMvW46NG2Be4iOfjjbXng9n8S6rtwCNQIHYVqgWdSx5DxwuLjXxH0Ypl5z1RdGGtUaXt7r8i+PG7pqZFHKkKzrwg5mWv/v3XCP30Q8RwEN1ZENi3AaEvVyD44VumL7RNKZriSgR0UkDdq2T+wl8C7qS4z1SKz1qC8bkq/wnwEapqPWPYnAVxvLkmDqf/bOdprOPBxCXE2VKQS9QIEV0/Gvc3IlRDhDxIoo646Gy745q48h6JGLuF5//FyGMkdgOtt9caO4JIpecxTwQH33jtBXHZrOSf+FvkTfldRPniWb7l8mpjlxTdAT5zw2pEXQFGrhf6rcPdsCDOlZKx1bOWYNbPmFJhIctOjvqGm9OFblfg8GBnuvoz24/Y9RTNumpT9sXwrYw8Qe5bYr7qiJi/4rlc3Wo7WA6cDKVPDODAGy8i8Opz0L79arN9iQh0ZTtgsmGVq/SwJhbpX0Xys9DnnyD4/pubiCHyqMTxMJr7AHvXY+PfrzJyN+VaIUJIgTprWN3C+3JpbFlLMKtmV5XNsy9orq1FKJ0T4qt2doKMW/+MKcJWRaQNEfmUwhWRKzrw4pIuT+QotinW/Q5DQcUfuiLjRQrDqWmbM0KK4491171h3euArr7Fka5vEQZvgU5wix/tj/8TIl9RpGI7/FgU/L4m4u+GY+b9d2RkTJgBLoY2QL/G4V6cQZniBjiiTc2zlmCSM/z4pXhdFd8RKON8nYZd+Q8juFOiBGM79GjkC3IpLgG3t4IKiowdR+jblcDGlq6Ur2O2BhUPMy56RewY4SwpMjYW/K66665IZIP0rYf2/TdAYaFxlyQcMYV1r7ACFulpOx6p65VTqae+sQgmsPRltM+/M+YuLP5ZHbwWzPgOFvXC0jkLPYOnRep6lgQTJ7Zel3MxMab0tlqIU0gKqouXG+vuke1Ioh2RhBtA/u+qoRQUIrDsTXS+uAQFzj8AgU60L34U+pofDI2FEaAIaiUIo/PZhV1HHiIUX36LYb0b+O+TRs5ssVsRz+0ilQl3dhikIGxcbEeeCIRCaH98HkIfv9cPhVhHpMALi9G+4P4UoJd+keJ2TQO7O6BfmS1pYBNBSRJMnKj9PKPiTJtKc/vG7Y1TTNKrC3+kvGOnRj5eRLrkFQRx5T+MJ+eOpxYYKUDEMcp26DGw7nsoAi891StFiXhCN3Y5zV4jraxBPCO3hL7h517+R8IxUhCMJry2H55j1BPpVkRaW0FQrX+7HCLtSM8iyEtE5otU2h+8G4HXX0w6dmkVSGgnYGFHfsHFWwyBHEqSYOJcXSK7QMvqD1r1LuvLjCniklU880YqkZ6pRVaCollXIvDmS8YOpPuORjhcFs68HLpvA9rqbgFEwG/xYrXbRFj23Nd4+hUvS8JpMpwLQb7zD7Bs/6su0vr8481qiYtgy857IPi/5xD85JddjHB2LKy5FJZd9oowBEbLpdOhx2HHkwmTQ0Q6s/4Ng16zEP+tuK5xRSzXgUzQO1k6SIJJAMlM9NyORTCRDO3EUUYEf+p6GeodvsF28FGwHfRriEDgwmhOeG4L+5z8384wyEPsQFqEbU3PmDJEBkkImSK9SOfLz/byZhZP3iJLpe5vQuCFJZvRt4zfGYXn/Cmiq4TYIbVceU4aPKPNLwiRcA3g5wF1vaJy17cUAgKk6QpxE7Hlp5BV/779Z9vKcQsWNJmXnDs1JcEkMJf+syvfZJ0PSKBpUpuIC1SxAxFHGUEEwps5Wml/6B4EXnuhVxUaVoK830w1jh76mlW9m4v0I/sdZsjmZj8C7/wPpFqQV/F7wzZG7GL85528+WikDB8Fyx6TYBm/k7Gr6XzlWaC9jzGqLQ+2g4+EeMLuGTLCdnQFCk6K7Ncn7nva6m9F6OsvgFAwqTgmIkw8xmnFoa1G3Pbkj4m0HyptcppgRFwNWrAgqfEVReoTa1B5msHpzZPac0UKR8Mtxnbdk+wxEcrI0abWqwgwJexI0NkzkgAh74QqhJa9AW3TZW5fYda99oftGKcRqkFv9sO6y55dOw1m+C/4vXHfrWwzHqKeeC0Sr0vBD9+JuNsQtjbipQr6L1bFRRdcHeV41KWRcEUQl8MBkavpq8/6jMMUBEmrRIT19jrPyKQJzFFBOU0w3pqK5aQrn7NOs5PhAOk/p/xYDinCuWZQYnSIewrLr3aH7bBjYNl1n4T8lYQ1rjB+61lEiAVx1yKsbyMVslhg2esA5B05xSATsXsSpWPRgwi88V9j9ySM8oIfvRv3MUY8Zxed8ycjyJbZIgJJBd99zcgyKY5wZmPPmJUfsx7Ro466hgHkiYnZQ05UyG2CmVHxCil0qDC3Z+JPVCh/L3E3PBDvzPlcvx3P3PkgEQvHyrRjJo4jtqPLYd190oBjpoQ+ehet9/UOOCVcDISXdKygTOJupXDG/0FE3RPGc+JFyXiGfvAehN5fGtXPSRm91ebn7r74F519GSx7J37iFHqLS2qxc0p6Tqfwi0ULMCaNqvf0De0X79LK+fpp/1jSiWjzedN20gPaMgBGsNpNHiotpOMTTcWLwVDw31vOe+qTcDp5XeVHEOhIguJi8IgYzi8pGZZwHMw7usLI9wzhYZ2kIgJBdSx+tJc0yx77QvgeCWdCcX8iiKO7KFuMMchNXNyKXU7gpacRXPGRYXcjLoJpmN2w0BX2M8JmRrwuGUXE8R09zojQJ7yZ++6cRBUj5W3NpVH9qEwNW1gMt200fKU6nl0ITdzVpKgwc6uD1AnkXpSOMHkpGkV6xOY0wQgIfTOm3gtFDxNtiHQQd4KxEYQOYvqJwcLW3QFGMRQUgTl/MHYsQm/b5OOQd+JvoQyzJ30liLuM1rpbDBuV7iJ2McrYbbriAYvE9eIiVaR+FfFfxD95BUbc3M7/PQvti+VdRxJFgbrVtrAdfpxBEJrICClCNnS2G5fCglSMf1r8YWPjihAPxZfdFD0Gjq4bNjbC1sZsEZkS2u68Dtr3X5ltkkA9+lGDVq+z+ujI+obUsVkCmmVSk5wnGAG2v9r5FhP2yyTgo+lifHhX3ArFMdyUyuK4InYdIhi3eGomRUHhzMtEeL+I7cXH1zrnZnBT7xQg4vijjt8Z6lbbGAQjFoje4kPos4+iHqFEyE9BNjRySyi2PGg/r4H247ddWQbCFCM8w/TZRjDxiEXE1H33NQReeRaW3ScZmSvJ7og6rm5ZwaUvG35LqS5E5Nd13OEI2m+j+fOFm7csPRAYEgRjkIyr8m0G75sNsy+eeQtnXxMx5snmMQSDxtOxuGTVVvYOh1N03hXGRxmtaN9/bYRgEPYtaS2qirxjYydeC339Odruvn5zojWRMsW63+GwHf6bmKlOgh+9g7Z7bkjbsBjcSkx/ddR7bkxbp1nQ0ZAhGDEXXlfl4wSObIueIRMmnoCHXXuPkYOoXwkFEVr+vmEYF1zxccQo/+r4nVB80bXhPZx7CBUvMO2P1PUjqJRBYctD4SkuWA88IkYwLUbrrVcgFC7+DBHU7SYYOxrLpEOhFA/rp+5gpZlViJ8oqWvM+DWWsvntI3hIEcwmkjlfAdcykJZsAYlOpLhAzSv/fVdkO5Gg/ruvup5l330d7G8Ca1pM0XnHnQRhsh+riB1M5+JH0fnyM7GqDuh3cYwqnHWlqRS34lVIGAYKY77IhQCbDdY990XeYcdCnbCzcXwSr0qtt/wZuhGYKv2FGfNK6z0z0t9z5vU45AhGTMGGc343Tgl1XEegaQCH2SZkxkSRo6zrY2TuetnZ2ByXvQflF6Lg9HNjhqHsYjDNcGoUMXS11avitmWJhpiIV2PZbR/kO081XqpiFUEMrTddGl+K2MIiI9C4Omo0gp8siyv2cCx94v1dvFYqpFxlr1t0fbxtc63+kCSY7knsqK7csQOoZugnKQqNZmbbYL0apWphKWPGoXD6RcYFrJlixID56F10vvy0sRPo+Vxtpn3POkZK2Qm7Iu83Tlh22MUUtKI/kcNI+ybbH2bID9gmOtz/TuVTVrxTkvb6Q5pgeqItjOkIwdPA+q918HgQ7AAVCIBEpseeReQJJZ1COuBXCM0gflNn2ouYd8u0ODFCb3HcKph+kWEgZ7qEQgh98QmCH7xteEMbr03Cg3qTV3VYOYoCsuVDcZQZZv/W/Q+Duu0E012KWDFtc//eKzyE+caZV5MIt9vrPLMzT7P0aSQJJgbW3Rkfe/1lRv8k52svOGWL/PaOTwfVRynKWNQddjai/Yvn4USKvrHFiAEjAlcFnvP03tkQGb5KtokHQdlyq4SN5joWPYTO/yxKRL2MbEOAz+72ZPRdX6qBkwSTRISbXZX/1MFnJlFkUkUJy2CRPVJY5iZaRE6k9rl/7/W6o5SNQOHsa437j4QKMzqeehyBp5+IvkNKSPjAGolg3NDUimBeaIOi0wRotIcqXEaYJjGEIWbkQswdKujA4iHsUiAJZmDrb3Nr7/RpTqjaI7TJLSFJYpMuRvgEiRi6lp32SEw2s5HYXlwIdxfh2V00u9bwpI67hIJodd9i3Puk3WEx5u6VRQLze+zuxvN6VhUpizeusW+vsrJrELiRmbcPl1JYRHSwgC4a5m64M25ccqSBJJgkTGTLmVWHa9bg0wDiuORIQscJihCWwvknnGy4IyRSRPqT4Htv9CIYER5T+BzFU8TzuLhzCX3a27s7HhmprEuET+11nl1j9eFzVVwPpnNBcPSvS/c73A1nxZKRq79LghngzIo7Gl915U9EHPv9dYB9Jbu58CEq+O30yClKInSYDIIRl8atd13fFWohAwsD7SE1eOjIOU/1j04eRt/VZ0zZqdCmPgJg714/E9501HkOysAhpkUlSTADgFnE5/WveX8VmMx74g2gv1Q0Fc6N+SdP7/IJMhmJYkAE09mBzucb0fHsoohWyKkYZ1wyWUChXGN3L+rKgRtH8dc4lzNjl+4mDP641N2Y4Hk0jo4ztKokmAFMTHNNxQKd6aQBiMiYpurW4w2rXyPodgyiSYhgmA2fKRGgyjAYzODCxP9zjN77SKqtTSipX5OrYo0C2lIY3JGuP+qYu3jIBqaSBJPgQm+uLj+LFapjJkuCIjKvmcVqGOSJ9K3CQI5s4Z+04yWY0Kfvo/OlZyD+LWxdMr3ooEPL3A2vJapnc03FFGbFw8zERLeXuhsuSlRWtreTBJPADP502jGjCgoK32ZgmwSaZ3wTwwJ3+x1hO+QYWHbaHSKG7uai612vPn1fkS661jCw23w0EPFzv1qB4DuvIiRM96OE48w0QEIdoa1GPDiwYN6+6orPmGgsgy8pczfWZdoY06WPJJgEkG6qcd6gMC5PoGnWNbHssLORtcA68SBAtRixe9sfq4f2+S/BqkTqk6Lz/2LEgkGLv8vb+7XnDYLJxqIS7zqsrrF3/Is4B7JhxoknkaIeFSwovHooJFiLBI8kmDgXjqjuczl/BpB1r0YJDPWXJkSw7rIXaMzWCInYtz0SoIlodiL8gshZLeKwiJSz2VwY+q9L3YtfGugY3nVNLJzkfi9yJPWBdpAF7SXBxDlJ62dMqbCQ2hDOsKqvKGYGEX2lQX8Imv6jRbXcx0BXOH5ZMhYBZrq2tL7h6oxVMIsUkwQT52R5XRUfEij2syNhPan6aSWj9nmh+zVCWPuSqj0u/A/j7FZWTyMCDFpQ6m44OY1d5mxXkmDimNrHq6psR5cG2yj6LiTIxI1au3ZhuItCn6uiBkx3gjIrt3UcMOR8VWb+tJ30w8e4l6zP+cGmeICSYOIA2D9j2vGsaE9FbMLwWS3KqUVzFkWuI0J31kyZRbp6qySZOMBPZ1Xmjnwoe+bLbAEDRl0STBwQeqsrHiCi0yM0WddZULC72RcDb03FmcTkFqmB4lBBVk0TAlZVOTHWH4o0qZLV3UiCMTl9L02enL/PBMcyJuzctwmBVpaM2XOXeC0/m2oqphCThyCcdmXJLAT4MYe78ZTM0in7tJEEY3LO1p9+4lhLgWUluCtL5ObC8NnH7jUyXnLpbt86c+oJoZD2BBNFjS1iUk1ZLQoCIlecSXcrkWv4h+d8lvEnL1iwKU2lhDYRBCTBmERNxO/tJP6Ee7wAiYBCwWJthxG3DdDq01XxGEC/NamKrJYAAjrzCkVR5oP5CgD985z0kUki7LmKP5bN8TycQHeyySYEJMGYXApraip2yWf6qPsFSTiysYYby+Z5/mxSRMRqfpfzKgZfE8ff14F2OaTaE6gDauiIkjlL3m6uqXyUmU09QRPoHbu7IWsygmbipEqCMTkrLTUVu+hMYgdjYMaMtY56zxjxl86kiIjVvK7yhQRl6kDlyPbhESAgGLTyoSPuaXzr5xknHp9HlgY2ZSZAusJadUn94n9KbBNDQBKMSdyaXJWHKOBXRXWxYHXov0mGObmQ56uuXAXirUyqIqslhAB/Za9r3FE0bampbNDB5WbEMPCDY8xe2yV6x2amj1yuIwnG5Oyur566r4X0t43dC+ApdXsqTTaNWc3vcnYwkBezoqwwMASIL3HUNd4qUtQAnR+ZDXFKoKfs7oYTB9b50GwtCcbkvPvOm7IdBdUvWIeuWqzHDJuz4BWTTaNWW39mxf6qlZbKiUgGmjFkEP3QmZ8/SdgqGUclxfKUuEszU0SOo5W86oqh7rxoBquedeS6NonYateUEYVQPgPR+/Ym64mUpOdLf7XzaSYkFn3bpO6y2i8IhEi/akTdYiOlq9flbADgNPsREPCuolovTtYfl6EwL2axHQpYRB2jcL0fj3GvaazUjKhf9E4yABHJ2vLaOsT9SzzOjxqI1ExL8ZEMPOKVYYSkjLORyBRQUufZvfty3lft/A+AY0wLIrSD6bHOgvzLR60OeZP1hybOYWRN9XjnJ2sGlgpFfWdPvddx36JzkiXbN6O8DoriMiuPdf6flodL1QBVg+gsAg/l+ftC15SLFAvvBuabzGII0MagGpjcM1vAJheQ0+LiKwYzkVez6seL1ynz/Q+tmkN5gcY90zy7qoxuW9AUd8MwDXj26WP9rc2fmTH6Es0JaLG7PSXif6+cdVzJiE7bGwSKmbMnGbpmkgzxggcF0+33eR7q1qupeuo5KvFdDDbjcsE64aayut72S/6aaROg6w8yYT/EkEPAeh3kIVvoBsfdS77JJHwyTRdJMIM0I74Zzjeg4ECT3esWqBcXuxfeJuqLj4FZXwrwL0FwTQrK9mrMeKe03tPP+E14qCus3mYqoBfjP456z7F9seBaWFrXTtulLRiamKfysdCV0SzsnBQw6WgDKe+wFni1IxD4eMuHnhNRDWWJgYAkmEFYIv4a5+2s43wzUfHEBOlMDaX1DZsN8bwu54UEGGQz1IoOvFXm9hwQbtwbZpRfrSpKzFxGzPxtaX3jdkMNu8EYrySYNKPuc5VfClZuAJkLncnEn5bWNfY6CvlqnC+BMTnNqmdGd4z1bUHt0DHzl4SNKO51lb9HUPaJoWyLY9NxMzMGlbtaSIJJ49x2xYDBPLM+Rwxe7nA37tHXHcFXU+kDsz2NqmdMV0QIatD+WFa35NFwSomXOVt7++poITBEWtjVXuuoXRcs2JgxA8tRRSTBpGlim2ZUnKsqdFe3L1O0bsW5n5hvcdQ3/qlvvZYzqw7XrKHngbietn8RQ/wToLRBUbaBpg1aAPJNT8zvqyrPK7YEHvJ35v8d4BlmpkPX9TllcxdHfM3zVVfcRESXRTGia/3Ra91SEowZtAdWRxLMwPCL2bqLEIJzibCDiEcSszC+UNhyacncJxrD1fW7Ku5mpnPM3N/0a094Hpw3c11e87qRbBluCagTAuByIuU4Yt4+pm7JrRBUteA+w+Y9ZSRY+uaMyY7hNvsruomA6grxEyV1jVXR1PHVVDSBqTRcHQa3rvbaJMEkdz7DSpMEkyKQDX8XClxHjEoGRw0mRTAsWjaC6KF11vY/TbjrmYjJm/2uyrcZvG8Can9g91r3j2QY5q+p/JKZx5uXSx3M+nqFSBj+hRj8MzGGM2OCGfIjkA41dLB9zpKl3X16p5cfRqoi8hFFfW6O9JLUU3d/dcXDTPQHSTDmZzQVNSXBJBFVrp2c710zrFKFOguM3XRgWGSAhZ0WBRj8jR6iBnIodaV/X/RdLHV8LqeIdD88Vr2evzNzq4O2GEVud8QkYC01lVM1ZpFSJeaxiYBOTef/84f8/9pu/su+Xh+2q/JJBp8QSz+xmVPA99jdjef1bu8UT80XRmvPwJelbs+EaHVaZlYdrmnB54D+2RvkDibW7CTvd0kwycMS3mqnOAr9sWcgbxKhY4xlpZgJAAANhUlEQVQLBwZB6WRwC5g+UQme9QHvg30/0Fjq+GoqgmAyHyicSRimneCoa3g+hmylyVXxqQL6VSwdAKxr2agePO6RhSv71t20CzHlCMrQl5W6F0/sK8PncnYginc5EX1tr2uIudvyVld8TUThnqPlHYyJSU5GFUkwyUCxjwyurbUALxsk8PLLwLqRI/WqBQtC4v8PJEDVhnN+N86idX7LbMpitUsrxp8d9Z4bzQxzU6YDE8GVKMjgS0vdntv7yhW7uObVpd5Yx8JN7XxfYtXYvh7Kza7KJ/XouyBh1eyIhaXXVfkPAs8OM/b2H+UrkpklMeA6kmAGDGH6BBgxaRR9KdhsFgJeH4S6x0j3ojVmtPy52rmXjSBi3sR2voxAXFxVZfOXBpcD2CFWnwxuduQFxlGfOycjNEZA/SrSi5vRbszew2MFgfK5KqsAfqzvnQ4DvlK3J+wFcCyd5e/xISAJJj68BrV2c3X5WTqUuWYuUQ1FNwVYMqs0u6aMaIHlvzp491htGHRbqbvhon47GEDxVTtfIcIhsWQQkb+kybIVhbFH8bkq1gC0ZXgZ5LeP2XNEbIL57XjmzteJsEVPOcS0zl7fMCqWfvL3gSMgCWbgGKZNgvDmhq7PNNmhzx5wbEfz5/e6hI3V1uuqfJzAUZ+Au2TQIoe7YVo4ed5qp0iNOyvW4tJBP5aO2XPbcEThqymvg664wodRMEcwQjd/TeVrzHxwTz3DWUfHwkX+nhgCsdZAYlJlq6QjYNxt/OhYZDY4FTHuttd7ZsWrSLOr8m86+JJY7YjodXtdQ9hdipFil7QnY+60Ijgdir590088EhbLs+D+mS8Z8DvcnrJYdzBCTrOr4j4dVNOLYHQ8UDrXc0asMcrfB46AJJiBY5gWCVxVVdw8PPg46yai3zHY7vZYiOLPeLDhnJMOUkOh12MOinmpo74xrDe4QQ6qRTwRR7ZnMd6p6U+OuoabI/Xld1Vu4HAe4wyfo97cHUpLTfnZGitzevShMeiiUnfDnTHHKCsMGAFJMAOGMD0C4iIY4p8cdY2jE9HMcMaEEvGj75YZLRC2QTCK5floOxgi7igZ7S+l2pfFk3TY4nc5P2fAyATQsxDjO3u9Z1sz4/PWVE4l5oU96vpULXhotwWxGRmyTuIISIJJHLu0toyLYHRljmNuYpH3/C6n8JfqZfwWdqC6/nfH3MUXh/utZUbFuZpCd0cDiJlfKq1v/HW0Or4a53/AOKZfHaJvHXUNpsItiNS8gZD+ZHfKWCL61F7XMOQCdaV1sfboTBLMYCEfZ78vTZ6cv88EE3cwDFYV3m1YXeOncXZhVPdVO58F4TfR21JQZ+38svrF94Wr53U55xFwVkQZzB0arEcOr3/ijWj9eF3O+QTDcLH3Dkahpfb7GkwF62qqqZiisOLpjlLHjLtK6z3nJ4KNbBM/ApJg4sdsUFowoDTXOB9gxqnRFBAhJe1ujy0RJb3Tp24DVX+RgKhWskxo7wBPGh2GxISePpfzXQL2jqgDUYOj7pcAWpHqRTKUI+B2u9sTzoCunyhBMCpoETMsIoVsMKhPHnG/jKGbyPpIpI0kmERQG6Q2G6rLz7KQMjd6yAf+yuFujGnkFm4IwpDPSvpzDDiiDpH4W0dd+IhwYqe1944OEbe4IJwM4RdlUbCfmR1Wi6vyfI35jj5P1QEF5CpxNzxgZhqMHYxODSLAF4M+cXgtE2UmADPIJaeOJJjk4JgWKYYDXyj4UtTL0wFkIVw/Y0qFqige4d0ddZdEuMNe5wnrkCgCoze3BteHI0EhVSGaNqyuYZEZwDbWTDslxNq/ekX7J/ZaFMvk4jkLRWbGmKXriETiktfKwOxw7g0xhcgKCSMgCSZh6NLfcJ1r6mgL9B8iRmsj6KpO1w+rb7g6Ee18Myv+DI3+Gr0td2ps/XWk+5NNT9QvhN+94EuHz7qr2R1Em6uyqpP539SD8UTyM7vbYzpcRdcOBo+DSLcXFGxPdzy6NhFsZJvEEJAEkxhug9bKV+0MRYrnK8IotBHvE+5uxIzCvurKRSCOmnNbYXqwpL6h38Vrt/yW6sprNOK/hOmPQ0E+MJ77D79r6u911v5F3U9AxlZGucbuXhQzsHd3/15X+REKFA8Yr9nrPTHDSJjBSdYxj4AkGPNYZURNb7WzlQiF4ZQxfHvqGkxZuIZr762uWE5Eu0QaqLhADkDZJpLzpLA29q9xLAbj6J4yjA0I4T57XYNZNwej+UaX88IQ47buExuBOxUtNCkeG5bVZ0zZqcCqLgl0dkzb4sFnTR2rMmKic0QJSTBZNpH+audbXcnB+hcGe0vdjQnlSmqdecLEkGZ9hoGRkSGh+x3uhojPzyKZXHNr8zsM9DLyY+bVjrF7bxPLObFvv/6ayjnMfHb3f2fmF0rrG3uRV6zpY5er0Id114dzzIzVVv4+cAQkwQwcw7RK8FVX3sLEF4ebOJF32V7nSciIrLmmYorOJEIbhN0dAYiZ6mNT/GER8rKneqwHtT+U3R8+C0A08ATBgLmm+8K4DdrIMe4lIqJfXKX5vGk7ldy9MGyak7gEycpxIyAJJm7IBreB4Uioao3hnAAJvNzubtwtEQ2bXBU3KqB+WQyELCN+rsJn9EzXGq6PppoppyisPtLrN8KLjjrPUYno5HNVLgTYSDhHTEvt9eaM6xLpS7ZJDQKSYFKDa0ql+lxOEbt3676dDMQMvslV8agC+l04xRm0uNTdUBFrUN4ZzgtJ+SXjJDEFFIvlmGFzFpgKodlXvjDYA2MiFITsnY6R8YaeiKWv/D31CEiCST3GSe/BW13xABGdnkyC8c6oeIUUOqyvTHF/UlrfONbMIPwu51UMXNtdlxmvltZ7+sk0I0vU8VY7vyXC1jpRXVmcF8Rm+5D1UouAJJjU4psS6eIookJ9UJi/9+xgIDsYr8u5kvqEuSRCCJpaYZ+78GkzA/G7ymsZSpcNjvAZULi8pK5xiZm2fevU1sJy4eqKFToQunNM4261tTBiGsuSXQhIgsmu+er6dkVsmLLQB33zGCWdYIB3S9ye/c0EdhJ69SQY8aQdtPKhI+5JzO/HO718b1ZpekdAvztSHuosnLohp7IkmCyd8r73HWIYAyEYX03FGnDvGLg6ab+PlAM6HGxel/NCwuY7mLagGjxs5Jyn3stSiKXaSUBAEkwSQBwMEcJtwAptBUAl3f0PiGCqnV7QL06ORPRTSaFlV7ptgXBcNFWEL5OFVI/xSE3sDVlwXKI7GFMdykoZj4AkmIyfosgKbkr0Nn2gBMO1sPhXV2zoSVY6uK7M3bjZyM0MTCJdLnPHh0RUxIy1OixTY8V8MSNX1sleBCTBZO/coWX6CbtpqvXD7ti3xPjMXu+JaOofaaiCYJpXO9f1DNOggw4tcze8Fi88vhrnS2BMBvgnja3TJMHEi2Bu1ZcEk+Xz6auuuAlEl4lhMNHXpSZSqvYdcl+CEa9HJTzKHi2XdSTYNpxdWa3q7CZgbYjlDibLl9eA1ZcEM2AIB1+Ar6aiCUylIql7qbuxOF6NBMH4VjubCBi2qe0HDrcnckS6KB0YmR0doY0MfaXNYju9aM4Ceckb74TkUH1JMDkwmetryq+0QLmGmNpK3A12s8/KPYfudzlXb3ZSjCOfdTj4DENAhSYUKnkX2eb8e2kOQCyHkCACkmASBC7TmvmrK98E6SNLimz7xfPy0z0On8u5DJvi6CoBdeeS+Yk7B4qwDb7VjnsKmG7Or2/4ItOwkvqkDwFJMOnDOqU9bTjnd+OgdbiCoeC/t5z31CfxduZzlS8EK1OJSC+pa7AmkrStZ58iTEIidzjx6i3rZzYCkmAye37i1k5Y6Cd2RCq/mqFeDPB6h9tjKudQ3MrJBkMOAUkwQ27Kww94/bkV+1uDyl1gaDIsglwUyUJAEkyykMwBOc3V5WfpUHd21DdckgPDkUPIAAQkwWTAJEgVJAK5ioAkmFydWTkuiUAGICAJJgMmQaogEchVBCTB5OrMynFJBDIAAUkwGTAJUgWJQK4iIAkmV2dWjksikAEISILJgEmQKkgEchUBSTC5OrNyXBKBDEBAEkwGTIJUQSKQqwhIgsnVmZXjkghkAAKSYDJgEqQKEoFcRUASTK7OrByXRCADEJAEkwGTIFWQCOQqApJgcnVm5bgkAhmAgCSYDJgEqYJEIFcRkASTqzMrxyURyAAEJMFkwCRIFSQCuYqAJJhcnVk5LolABiAgCSYDJkGqIBHIVQQkweTqzMpxSQQyAAFJMBkwCVIFiUCuIiAJJldnVo5LIpABCEiCyYBJkCpIBHIVAUkwuTqzclwSgQxAQBJMBkyCVEEikKsISILJ1ZmV45IIZAACkmAyYBKkChKBXEVAEkyuzqwcl0QgAxCQBJMBkyBVkAjkKgKSYHJ1ZuW4JAIZgIAkmAyYBKmCRCBXEZAEk6szK8clEcgABCTBZMAkSBUkArmKgCSYXJ1ZOS6JQAYgIAkmAyZBqiARyFUEJMHk6szKcUkEMgABSTAZMAlSBYlAriIgCSZXZ1aOSyKQAQhIgsmASZAqSARyFQFJMLk6s3JcEoEMQEASTAZMglRBIpCrCEiCydWZleOSCGQAApJgMmASpAoSgVxF4P8BJDBLwZvO5hIAAAAASUVORK5CYII="/>
          <p:cNvSpPr>
            <a:spLocks noChangeAspect="1" noChangeArrowheads="1"/>
          </p:cNvSpPr>
          <p:nvPr/>
        </p:nvSpPr>
        <p:spPr bwMode="auto">
          <a:xfrm>
            <a:off x="1136576" y="5007196"/>
            <a:ext cx="666750" cy="676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" name="AutoShape 6" descr="data:image/png;base64,iVBORw0KGgoAAAANSUhEUgAAARgAAAEcCAYAAAAcH6uaAAAAAXNSR0IArs4c6QAAAp50RVh0bXhmaWxlACUzQ214R3JhcGhNb2RlbCUzRSUzQ3Jvb3QlM0UlM0NteENlbGwlMjBpZCUzRCUyMjAlMjIlMkYlM0UlM0NteENlbGwlMjBpZCUzRCUyMjElMjIlMjBwYXJlbnQlM0QlMjIwJTIyJTJGJTNFJTNDbXhDZWxsJTIwaWQlM0QlMjIyJTIyJTIwdmFsdWUlM0QlMjIlMjIlMjBzdHlsZSUzRCUyMnZlcnRpY2FsTGFiZWxQb3NpdGlvbiUzRGJvdHRvbSUzQnNrZXRjaCUzRDAlM0JodG1sJTNEMSUzQmZpbGxDb2xvciUzRCUyM0YwNjY1MCUzQnN0cm9rZUNvbG9yJTNEJTIzZmZmZmZmJTNCdmVydGljYWxBbGlnbiUzRHRvcCUzQmFsaWduJTNEY2VudGVyJTNCcG9pbnRzJTNEJTVCJTVEJTNCcG9pbnRlckV2ZW50cyUzRDElM0JzaGFwZSUzRG14Z3JhcGguY2lzY29fc2FmZS5jb21wb3NpdGVJY29uJTNCYmdJY29uJTNEdGhyZWF0MSUzQnJlc0ljb24lM0RteGdyYXBoLmNpc2NvX3NhZmUudGhyZWF0LnRocmVhdF9hNiUzQiUyMiUyMHZlcnRleCUzRCUyMjElMjIlMjBwYXJlbnQlM0QlMjIxJTIyJTNFJTNDbXhHZW9tZXRyeSUyMHglM0QlMjItMjAwMCUyMiUyMHklM0QlMjI5NjAlMjIlMjB3aWR0aCUzRCUyMjQ5JTIyJTIwaGVpZ2h0JTNEJTIyNTAlMjIlMjBhcyUzRCUyMmdlb21ldHJ5JTIyJTJGJTNFJTNDJTJGbXhDZWxsJTNFJTNDJTJGcm9vdCUzRSUzQyUyRm14R3JhcGhNb2RlbCUzRV5Rg9QAACAASURBVHhe7V0HeFvV2X6/eyV5xpKdAUkIK4SyV8JeoYyyYssJpqUFCiSWCRAg/IxSoJhRRqFlEywnJYwCJSSWE1YZBcoKK8xAIOxAQkhiSXa8JN37/c+5joOHxpUsyZJ8zvPw0KJzvvOd95z7+oxvEGSRCEgEJAIpQoBSJFeKlQhIBCQCkAQjF4F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0BWI+CvmTbBXrdwZVYPIoeVlwSTw5M7FIbmrXYucRQWzKA7Hl07FMabbWOUBJNtMyb17YWA1+X8UgW/MMzdeA4BuoQnsxCQBJNZ8yG1iQMBBhS/q/J7AHbW9fNL5zbeH0dzWTUNCEiCSQPIsovUIMC1tRbv6g++V4DRAFY53J6tU9OTlJooApJgEkVOtht0BPoQDBNwtd3tuW7QFZMKbEZAEkwGLwaeXVW2trltTLFitbAeDMFi0UPFamsglNfR5l/TuW3ryDZasCCQwUNIqWp9CAYErLa7PWNT2qkUHhcCkmDigis9ldk1ZYSflcdBdETYHhkaEdoAtDDjEyLlgRL3oscy+ZKzqaZiSlld45JkIhiGYKCDLih1N9yZzH6krMQRkASTOHYpb+mrdl7OoNkgHhltohgQf70Z4BaF8Jwe0u5zzHvyxZQrGKMDrqoqbi4NPaYz78bES8vcjb9Lpk59CaZLNv3ocDdslcx+pKzEEZAEkzh2aWkpjkn+1sBFAF0KwGqmUyKEWMeHrGgPlNYtuctMm2TW4dqq4ubV2sU69IsIGEZApwqUF7s9zyW1H0DxVVesIqIxm+Uy0BbUdh4zf8mKZPYlZSWGgCSYxHBLe6ufZ5x4vFWx1BEQz19ncfG50gblmgL3okfSobR3evneiqo8qQNjeiyu7x1uzzap6N/nqvQBbO8pm5kfLK1v/GMq+pMy40NAEkx8eA1qba6dnO9f43gSjCPjUUTsaHQdzzrcngqi1Bmjbag+6SALaS8yOL+Hfkyk/MVet+j6eHQ2W9frcoYIUHsRDNDiCDi2pvnzfWblyHqpQUASTGpwTalU34zyW6GQODbFNX/ilaXE7RmXistg/4xpx7OiLwFY6Tl4AnW0IjRujHvJ+mSDIi7Dfayu64cCA2TRDrTPWbI02X1KefEhENcCjU+0rJ1KBHznnngkBy3PEdDrg47VJzO3QlFOL61rWBSrrtnffTWVR4PxFMD974gIbzrqPAeZlRVPveYZJ1WwGvKwuOXuW5huddQ3XBKPPFk3+QhIgkk+pmmT6KuuuAlElyXQYTtZ9Kn2exc/m0DbXk2WV1UVj3EE1xKhMKws4kscdY23DrSfcO391c6nmHB8WNnMSx31jQemol8p0zwCkmDMY5VxNZmhNJ9d/ijrysninTqeQqCm5iLLhHG3LWiKp13fur5q5/MgHBVOBgP+IGPyqHrPBwPpI6xsl6vQj59/AjAsPLHRD/k6jsyvb/gi2X1LeeYRiHNZmhcsa6YPAb+rci2DR8Xbo868uqy+MWHLV5+rsopZ/zdR+LsgJvqktK5h93j1MlO/ZfoJu2mq9eModYMBTS8fNW/guzQz+sg64RGQBJMDK8M/c8oBrFle73vBamZoBHrK7m440UzdnnW4qsrmLw2KQE8RHQwZ8JS6PZXxyjZT31ddeQuIL45al/FnR73nRjPyZJ3UICAJJjW4pl2qv6ZyDjOfnUDHDGvoaMc98Vn++qZPnQFVrx+MD3yda+poK+kfgTEiWv8EvdbuXnxNApjIJklCQBJMkoAcbDHrZ5841tpq+ZiB0nh10RmflY717UO1L3eYbet3OZcysH+0+opCrpL7GqKTkNkOe9Tzzaj4MxT6a6ymBNxtd3tmxaonf08dApJgUodtTMnGC0yJNrx03qLvYlY2UcHvct7GwIUmqvarwrpycencRX8307bJVXmISvrzzNTToK5XU7GwdOKzSuuSGwRqVVVVWbEjuIwIMS2DFeInSuoaq8yMSdZJDQKSYFKDa0yprTOrJgb14F0WRm2yfHS806duQ4r+AQiOmAr0qUDM35T4bDuZCf9g5v5D2KZYFJo2LIn2NkJls7sXY3iMFxz1nqPjxSKe+sLYj1JgRBiPDplcVxLMIM2O/2zn06zjaCsrBxXVL3onWWp4q8s9REpFAvJ0C6mnFtctfDRWW2+181UiHBKjXiAU5MNG3N/4Vix5Zn8XrhLe1Y6vN0Wwi92M8Zyj3vOb2BUTr7HR5bywCMq/yb1oTeJScrelJJhBmNuWmVWHa6Gg8Cy2tfisw8ctGJgtSs8h+Fy/HQ90fpnIsBhYUur2lMdq66upWAOmLaPVI6A1xJZjhtc/8UYseWZ/97oq/wHos8mk0Q+DFpS6G042Kz+Rel6Xcz4zWsrq5V1POPwkwSSyqgbYxldT+QqYDwOYHe7GuEz9Y3Vt3FGUBlcRIljWRhVATXZ3g4g9EzE6f+v08r2DqvIqgKKoohiBkI0PG3FPcnYwIv8RWF/BfXydoumggG4pcTeIMBcpKz5XxRqAfmrxWo9M5h+KlCmcZsGSYNIM+PrTTxxrybd8BSBPEIw34C/bbv7LSfP6FUGY/D++/yqIDoh3aATSFMLJ0e5NmlwVNRbQnTpgi7GDYY24IhlR7N51TSwcz1t/S8Qj4xlTiPSrRtQtTokXt9CDzzjD4bf5NwD6RpBykqOu4fl49BsKdSXBpHmW/dUVDzPRH7q6ZdahHFbmbngtmWr4XeVXM5TaRGQy8xOl9ZFfXsy+VCXzFak3ZuZGxWAEdZw1KoWpTLwznPNJwR9BCCGkzHTMWzTXnHZDp5YkmDTPta+moglMhq0KgXRd044onbf4f8lUY/25FftbgpRYqAKmHxz1DeMi6eOd4XyBFHPxaJJhByPcEQB+PG58GOutun5M0bzF78fd1kSD2lpYLlzt9AMoZEBnnc8vm9t4j4mmQ6qKJJg0TjdfcMoWvvb2n34BnZksfHwyvJr7DEPxVTs1k3ehfZqS7nA39Arg1LNCVA/mvpJIuWoggaa6wkDwM+gTUMrMlDHwhQPK5FS97mw4u7Ja1dndrYuu83mSYPrPjCQYM6s1SXXChVdIRXhHkfGw2eXsYJMxfHsNj4GOjrYttnzouZ97/nfxRLzuR8dONsITAMabgYRBi0vdDYk8maPlnKknaSFdPJlbzPTVt44CWlCSohcknjw53z+hdCWIN4cvlQQTfpYkwSSyehNoIy5ffas/+JSACb0+XOAHEa82mVHmNhHMBkb8BneGbsQrSEeeTlDBSgGI88mInsd5RLCGDfAUBhMCAgT6l0b6q2D+ttS9+CUz0HlrKs5UQG7mxMjFGIKC0+33eR4y01+8dXyuiusBuqJnO0kwkmDiXUdJrc+zjivxBfJ+JEZxL8HEIXuTrciMBa1ZhbgWFv+Pzh9A2MJsmxTXCzK4XcSgYcZqRcE7pFleYpU//U+T8t3Jm5LHCYz8nfl/J/B0EfUyUZ3E3RbDtqPD/W/xWpfU0mVn1LEMoBJJMLGhTXgSY4uWNXoi8NNpx4zKLyhcHe4+IZ/pV8kMjGTsYKqdqzlzCCbsYhCEozN/quuhB1TYQKpew8Ckga4cBi//4Av/pCNeNu+8abbPZlfl4zq4n3+T3MHIHYzZNZSSelEDJDFesdd7fp3MY1KTq2KNgujWtikZaEYI1S9zuBf/Ldmq+F2V1+vQr+hrSSxCArO85I3wRyTZsyDlhUVA5AsiVVkW7kdiCpQUB7en2578caDwrZt5wkQbW6/TdT62695kaBVxPPqP11LQfexK1uibayqm6EyNXUk0+5WAxvrM4fWL/5ms/nJFzpBbgIM1ca2zyvcOdoYnGKETMf/LXt94aiL6iSPRxpppLo21Cwk0IR5z+kT6y+Q2RPjUXufZNZk6Gl7qqi7Cc4aN/0vAWgqok0vmL5TZJPsALwkmmSsxiqyWmopddKbl4TJsiGY6c0eezgfFYxgmUrS2rdWPCmnabQzaOpGQmWkafnq6YbDGoZOHz31SPKUnpQgfKIb2IhgRjQ/FnU+pu3G3pHSYY0IkwaRpQjec87txaqhDBJaKjDnjP456z7GxVBJWpBesmnYiVO1vxNhBmATHajM0fuevHO7GHZI11o0zp+0RDIU8RLRdVJkm5y1ZemWTHLkw0zRbXU+weSJmSPj8QZv0iBXmsXX61BMCin47EZL2IaUJgtR2Q9AVXa8uSdI9SJehnzYfoOhe48ZfDOUau3tRQr5fqQVl8KVLgknTHBhezqs/+ATAr6J1KY5QShgjMRE5zc/qo6TgKLOGbmkaWkZ0I+5eVvKqfSe532sbqEIi7gyBZ5uRI17+dFWdVjpnocdM/aFWRxJMGmfcW+18UCGcFukeplsVQSC6Sq7hmwJmN9c4b9AYFyQW4yWNAxzUrigILXiOY96TCXs0r6+euq8K/XYCDjJ76BS5pUpJnZQqn6dBhTQJnUuCSQKIZkV4p5cfpqjKK7EIpkse6QR+h4HRBIwbiGWrWf1yoF6AGC+ErPlnD7/3sVVmx7MpSNctBDotbH7tKIIG8vpnVr9sricJJs2z53M5A0jECTHNemZ1d4T1FsYfYgVT59lVZd7WQJVCyp/AvG1CY9ZCRznmxZdTKqF+srSRJJg0T1yziOEK+qMIiCRLChEQABPPdLgb6/r2sto1ZUQ+lP9TgHP6+hTFo5GRiaG+cYdkWmDH03821JUEk+ZZWnvBKVvktbeL7bs1zV0Pze4Y79lJmQL3orXtrsppnaRfoLByAIMjxrwxC5QCOqPE3fCA2fpDsZ4kmEGYdW91xQNEdPogdD1Uu+w04sowVLOXt7GAEo6adnfD8Fj1hvrvkmAGYQWIXYytrW0ZEY0ZhO5llwNFgKCrujJrWP2iewcqKtfbS4IZpBn2VTsvB9H1Q968f5DwT7Rbw2iasdRe33BgojKGUjtJMIM02yK/M7H+YEwz9EHST3YbHgECvCXQdpTpYs2tEEkwMXASnsq+6VPH2YDdWNWDsZ4+zcAuZPpdlXMB/QwMwZAKZjDKzDoUtKjKpOI5Cz/KTP0yTytJMH3mZNXsqrKi1sAlKmgqE7YnQGFmAndBJf6XSMWoAx0K4xMQnizxWm82G/KyKzbvsncJyp6ZtxykRtEQsFksBxfem7xUuEMBbUkwm2bZP2Pa8aSEbtSJdjFeG8zEhBWmLCQM+ykA0Aqm0LzSuiV3RVs4flfl2wzedygsrlwZo7h10UG3l7obLsqVMaVrHEOeYDaFUbgTjONB0dOhxpwUNvY5K8DqxSXK8JfJ7e7leOevmXolWL9OmtjFRDJjKhBEgkhcWur23J4xSmWRIkOaYIRzm0XRnwZjRFLnTBAN0ZetgVD56PlLvvhy1nHFozvzzgox/pH62C0EKijoOs51dghf36QOLR3CyGIB8gqAYAAcECYsg1MY3GoFTU3GvdvgjGDwex2yBCN2E8z61Ykm9jI1dQxxe3M/KbqXdHV2qkNZqqPHwXrIUbDuPtFQT/vuKwSXvYngJ8uMjzXjCxFsh/0Glp33hLrlWOjNPoRWfIzQsjeg/TTgcMWmh298FAotLdFHHtl3F2paiKxoIDAkCcbrci5WgBM3eyizcXmbGjCMe5rUrjbxFz//5OmwHXQkYO3vgaD7vWi94xroP4qAeplZ1O13RMHva6CO276fghwKob3uZgQ/ejflyuvAGmhKddm8RU+lvLMh0EGKl37mIeitrryGwCdsCuD8jaaHniCydOSx4hU3MAHQ5i9UoWCHppGVmMaD9clEJIyrRmba07LtiBOQf9IfQZbI7k3aF8vReue14AzcydCIUSia8X9Qt9sx8oIJBbHxhkugpZgkdfDnpWP23o1qa0OZt3qzT6MhRzAtM6sOJy2Y12nJ/yyemCFiate5po7Op1CFzspVAMZkymVt8VW3Qd0qRrSBUBCtt9citPLTjFuleUeVI7/qzJh6dT69AB2Nj8SsN7AKzLqmTpE7mIGh2N16yBFMcmAD/DXOh3TGKQTjSXvQChUUYtiN9RD/jlqY0fH4P9H53ycHTddIHRe6LoF14kEx9Qq++zra6m+NWW/AFRjrNWv+PvH+ARpwvzkoQBLMACbVP3PKAawpLwOUNwAxA2pKefko/ut9UIbZY8rpeGI+Op8XucMyqxRddB0sv4qd9SOw9GW0339HWpQnoteDhcHfjuhKhqewy5WPOneHuE+T8V/MT4EkGPNYha25sdq5V5Dw/mACWTT7Wlh22j3mDmZj7fnQfvphgCNOfvO831Qif2rs6BXt/7oPgf/9J/kKhJEojOsY+JpZ/4QUZRR0TADBz4wfFPAPUJQW0SykBV9UlaL3He5/f5UWxbKsk8H8LrIMqsjqeqsrFxFx5WANSFyOFlZfDGX4yKgqhD56B20P3A3e2DxYqvbrV3GUoeiym6GURTdF0r77Eq23XJEhl9TcZVIpCrFIWyLeITUGtxPTh4qiLCiuW3SP3Omk/AE1Y9ZxShURzovNLqeXgZKUdhRFuGWHnWH7zVRYd90bUCNfCwXf+C/an5gPbjX+AA9qEce6oouuhTJm64h6iCd2beWnaH+sHtziH1R9zXQuwjmIpBAAt4LwtqpYrxs2Z8ErZtrmYh25g0nSrHpdlfUEnp56q5fIClN+IdRf7QZ17NbgQAB5hx8LZdTofg0Cr72AjoUPgNs2Jmn08YuhEgeKzr0C6rb988cF3n0dvPZH8MYWaD98i9DK5V0HluwsRqaDYGfINeJB4z5nSBVJMEma7g1nV1arzHeA0WWnnwFFvCwVzboK6vid+pPMW6+g46F7B+XIoZQ4UDjzT1C375+DLiguch+6B8K4LpcKgToooOxdMn/hilwaV6yxSIKJhZDJ3/2uyie5y4AvowrlF6Dw7MsM8/u+JfTh22i97+a0+ispxSUonH1NWLudwGvPo/3hOdm8W4kx96QT8Q32Oo+woxoSJasJRsRu2aq1tGOw/UXWn37iWGuB5VtmWDJx1YijU6HrYljE/UyfEvrsQ+N+Q4/L16fvsjF3fKGiYSi+5K9QRo/rp0fni0vQ2fDwoOyo0jlnRAhpuj6rrH7xfensd7D6ymqC8bkqrmfGuNL6xj8OFoCiX5/L2QCGM9U+RwMaY34Bis67EpYJu/QTI+45xM5B++aL3r+pKtRtJ8Aybjso2+wAKiruMugj6gqD012YobduhP7zGmjffwV93U/QVq8CQsHNVcSFbuHsa437ob4l8MISdCx5FNzRPqAhDn5j6gA4SMAGJu7QdTJAElfuTGwjUop01tZayDJvWN2iqHGDBn8sydEg2wnmUQIdWeL2bDlYT4LfnDHZUWpzrEupV3Zy5hrCKK/wgqthCXMnI0im86nHoX37JWiYHdbd9oa6wy7GC494So6n6OvXIvTlZwh9/B70H78FCopQ8HtXWEfGwMvPoGPRg12hJbKsiNciBfCzjhW6Qq9B549Um77efu/iZ7NsKClTN6sJxu9yLmXG/jrjtLK5nodThlIUwSKhPRFOG4y+E+nTIJnz/wLxrN2viJ2I3xs3oUTVQ+x0dA1Q+58ejSfzh+eAtey60CWQrrP+MCnKw466hucTmYeh0iarCcZX7fwchB0HKwnWylnHlYzozPuJkDkvR6YWbl6+8URsxjzflLwEKgVef9F4Lcq252cGfCEou4x0L1qTwLCHXJOsJhi/y/kOA5PErGmEO4bXeS5M5ww21ThvUBiXp7PPZPVFZSNQePp5YV+XktVHJDniGNZ2383QvetT3VXy5YtLWi10yvC5Tz6RfOG5JzG7Caba+RQTjhfTQoAW0kO/S9fEs2vKCD/U9wBENkPN4PVi2f5XyD/FBXXr/gGeUq62phk+RR1P/juj3BZMj5voUUddw+9N1x/CFbObYFwVdzPo3O75I9DP7VrgyC3nPfVJqufUf075sRxSnkl1P6mQr249HgUnnwU1zItSKvoLK5MZoa9WoH3eP6A3Zd1OZoPD7UluHOe0AZ/ejrKaYDZMP3GGqlrqe0FGWMUh5dDSeYtSGh8yWxPYi8BUBWdeEDtAVZrWob5hHTbeegW4STzEZU1hnZXzymRu6pgTltUE01FduWMHsciy1ysei9jJ/JzXMWHCXc+kxG3Yf7bzNNZx/yYTh5ggZ0oFZeSWKLrgaoh/Z1LRfU1ovfUKw34mWwoBb9ndngP66ltbC8vhL0+2TJ7cfyQLlo/UP911gX51LfTBMqtIN75ZTTAvTZ6cv8+Ojle7L3p7gicsJsG42+72zE4GqN7p5YcpVuVPuo7JJPyNsgw5stpQfNU/oGwxNhlwJF2G9tUKIzB5FtnDaKRqh+iaZT8CHwHmnUDKKDDbjfgNYYybxZIRmUEhwjoQNWma/prFynfa5yxZmnRAM0Rgln0m/VFrqik/W2FlTkQ8GesJeKykuOQmuu1B096s66ord7SSfgQznagQDmSGsDYT3vhZWay7TUThrCszV/f2VrTe9zeEVmRP2mci6MwiIgwL2+b4sTUyTpAu8i8R83KLqj5RVKDeT7ctaIpfWGa2SACVzBoIV1UV+0uDqzdlCQivnJhIBe3EWMXE70PHtyqUzqDCm8PwM+sBYioj0HYKMJ6JxgBcnG3HoEizQ8LJ8PTzQKPHQi0dGTa9yWDMrIjxIi55A2+9gsCrzwGDmGhtMMbfs08RxgqAn4jvCUK9JxdsbbKeYMQEbahxXmdhXGnO5W6wl9Eg9i/+zg4fCeuOu8OyxyQjXILwLRLHJ+FflJYizg6dHdB8G6Ct+BjBd1413Apk6YGAOESB1oH5htK52Z2yNk2rKrXLR1ysXbDa+Q0BW6W2p+ySLrynleGjEPzwHbA/zK5btUDYw1j22g+WX+1uXP4KVwKjJItwui8jxLP05x8j+PF7CH36AXQRGzhCEKl856mGEV7w9RfBPRwmswv95GhLTEtLOoor6KGHfk6OxPRKyQmCEZCtPf3YPfLy85flypFmoMtARIwr/svtXdkGQkGIcAiBN17q+rAjFVseVOHcWDYC6jY7GIGqRJxfQ4bY5Zgo4pJW5JPWPv/YiEbH639G6MfvoK9ZFd0tQLUg79BjYD30aKhjtwG3taL1tquhrfraRK+5XoU26jrPHCx/u4GgmzMEI0DwucovBSs3Ze9V7C9TSfbSrjzN43cCqRaEVn+H4NJX+odUiDD7BafOhO3QY3r9Kj5+7cvPEHjnNYgA4BHj8oqYvuI4JTJFWqwgq9XwsI4awpl1cDDY9Qokdh0d7WBN63J0jFDEbkkc06x77w/LbhOhlPVOminuZdr/eXv09U1kZIS07rW/8W+y2RD471PGnU4uFQJpOvMjpfWe2OkXMmjgOUUwm0kGyl+zIXxC5HVARoAo694HAIqyuZpIBq+vW4PQR+8aRw199fdhdwUibkvJjfVA93GnT0cifSw3rYe2ZhVCy9+Hvna1cSTh9WvBup6y5SnuesQdkLrlVkYsXnWHnaGO2caIMxOu6L4NaJtzkxFCom8RxznhrGnZc39Ytt8R4hJ7c9E0tN51HUQwrWwqPT/GvveJxolVXAIzXrfXew7NlnHlHMEI4IUZP0LKwwwMz5aJ6KknOcow7Np7frkPCTMIvWkdQis+RuiDtxD6egW4RWQJ6FqWecc4kT8tjhhcgU6Evv8a+s+ru4JFff050NkJvdPIM9ZFOp3t4PZ2cEdb5B1JYRHIlg8RplN8CWIHJHYp4rgmdipK6XAjml3MNLc9euiZC8nY8YzfCdY994Nlx92gjOkfGa+7aXDZm2ir+1vmTL8ARIEGRicxNhLxWp1J3KvoTPQ9MX9tIbSHiC3M0BSiMtJpax1sWEUSYVsGxjLwUzu0A8a4l2SFf0VOEoyYEK6ttfhWfzAXwGkkHqmzqCgjt0Bx7V1Rk9n3HI4gheDb/+s6FoSCKLrwmrDZBOKGQNeM4NukhYynZO2nH41djziC9DpeqSpEfmnx8atlI0Eik4E4YlmtAA0M+uD7S9E+7zZYD5hs/BM2jk2YgRnxhu+9Me4hJ7sBQdyf6MusKpZ0tGuPDrXMAjlLMN0LZXlVVfFoe+ffSKEziClrLHALz/0zrHvsG996jxLcKT5BkWtzexva629FcPn7myuJ1CjFf741dn7sZClhQk7n00+go/FfJmomv4rIIMCEZ/J1/Cm/vqFPHNLk95fJEnOeYLrB56oqm79UGacgcKNGmEjM22T6i5M46uQdX5VRH67AUxw9xBGkuwj3A8PHKUZmyXR8CHqLH6E3X0K7CHAoLpnTWAjw6qD5joD9Wpo/35fGrjO2qyFDMD1ngC84ZYuNgdBOmhbYSVWVMSENY8BMuoKtVaZRBH1zfEeGInyavmYSmUFpKiXLPsTMkiCC4hhuXGZaDz7SeL4VkfkHu7S5b0HwvTd6EYzYcalbjBk01cSTuDhOBd96BSImcJoj5ekMnL5NPgAAIABJREFUPOQoKLiM7nh07aCBkIEdD0mCSWQe2OUq9NO6tWDDfSDtRby0KGO3NbI1qtvvCMVeFjVFbMoUZO7awbz/i3+e2MEUX3QtxOV0OovITBla+WnXRfeKjyEuvgejEPCF3e3pn0VuMJTJsD4lwZicEO//Td2GWngl8Iv/ksmmSa8m8hzZ9j8MlokHd116RslFnezOxUfcNvcfEN7Pm49IpSO6ckyHSVOb7P6FPOMY9MHbCL7xIkLixWvwyxcOSTBhZ0ESTBhYRDL7nv9ZxO4Qr1LNaz7YyNw79sxgr22yl8F20BHIO/w4UGmKXuU72qCtXWNY1RpHkTf+2zusAhFskw6ButPuRt4lEi9JJi1/48FPJIfreHoBQsvezKgEbTrjs7J6T/+EU/EMLkfrDmmC2Tjz2D1CWsEsZp4EsF0hGs6EQsNioUchw4SVhFt+xi4D4XdkeEsn6Ziir1uL4CfvIvT2qwit+lrEJOhKLxItCb24nxKGgYpivIBZ9jkQtokHJ8evSdPQfLkrvE/VIM+KJJjIEzCkCGb9uRX720JUoQOnks4jmcgqPgmOagM/yKvXZPfC+KzgjPNBhUUmW4Svpq3+HsFXnkXwg7ehN3sHlLdaGNop47ZD3lFTDOM4s/5MkQbQ/KcZYO+GAY0vFY0lwQxxgmmqmXKKCnWWzthzUw6jnCNW8ZydXzGAQPcd7YahXudznq5XmGQWVYVlwq6GdfFAshi03Xsjgh++nUzNkiJLEswQJRhfTeXRxHyDDuyTbda88a78grMuhG3/w+NtZtQX9yodT8xPue8O2fKQf/J02A7+NaCIjM3xlc6nF6Cj8ZH4GqWhtiSYIUgwPldlPZin54JntZlvpPjyvxmJ6uMtIkZLm/vW9OUnIkJ+5anIO6Yy7ruZ4DuvoW3u3+MdYsrrS4IZQgQjXAPGOkKfgXjIBJ8iVUXRlf8wYrnEU4T/Utu82+Jpkpy6ioq846Yhv/yUuOQJgml/tA7cujGudqmuLAlmiBDM2gtO2SKvvV0c0uP70lK9AlMs3zB0+7/rIGLImC2hLz5Bu/tWw6ZkUIpqQUHVGbAdcYLp7kNfLEf7/DsgcillVGF84aiXhnbh5iRnLjt5dlVZc2twGQPCx2hIFetu+6Cw+mIgv8DUuIVHdPv9d0L7rn+clYgChNvCFmON2C09jexEfRGeQUTAE69OwlbFrJm+CL9QJI52oyOHXeipj5E/6ebLMi4TJIHWldQ1bCmyDJiaABOVmKE0V087VmdenuokgibUSbhKzhCMz+X8BsC2CSORIQ1FEG4RNwUFRYjl9yRCKYiwCfmVp8E68SBTIxDBptofutfw2TFdrDYj+JVSOsIwthMxdXsXgnW/Q6GOGdeVIeC1500/b4s0tkVi92WSHDsWPoDQJ8tiPsezCNHv3QBBStGi6pnGIGpFZmI8UkJbuMjtjhwwx2RnIlNGU1lwkcLYnmza0Y67l4i1nZUlJwjGf7bzadZxXOQZEMuNNhK4k4E26LSSVF6vi3w2OvKIlN1EcCoCRFg0ReS4GQyjOusek5B30pkpdRoMffwuWufcZNrTmAqLjbsSESiq9e7rgWAgIszKlmORX/57w9DOCPYUzSivh5RC1yWmCTKur4zZ8Pru8DwM/ec1cTVNrDI3Q+F6+5bNV1Ltyx3xyhAW5P7qihtANAtAoVirpW7PwAyb4lUiyfWznmC8NZVTSecnwrwWtYrwgiHW7h1eEHoJdz2zEbW1CtXWhgxXgFphrVsL1NYaaTy73QN+vuCUkQWdHeW6xidD4YlgMn+xMYDJEfFoi86/yviQU1Z0Ha3/+AtCK5eb7qLg1HNgO+BwbLzpMuM5O1YRxx1x7BH2NJ1PPW6KZMTxqujcP8d1hxRLj56/i2RuIoB4GkuQGW/ZLMpNhXMWPRMrTazvvCnb6QHlMgV0KoDNhMLAA6Vuzxlp1DvpXWU1wXDt5Hzfj/ZPiWg7AxlhkquQX2f804GRVw5ku2oQzuwqR+fG0IgO8DSAzgF4bKqeva2TDkbBKa7esWWTPN3aV5+h9Y5rTadnFc6Lhef8GUqJHc0X9Yk1rShQiorBbW1gEdi7e7eiqCi+5k7DF6n19muiZzHouYuZdSVE9slUFBHxr+XKmakQHV2mWI+EIDOtZdKbANKI8TMr3ALm7QlKEcEIhSlSNvT6FpnQblXUA4rnLMyeVJdh0Mhqgmk+u7Ja09m9aRBMRAv0EF2aikux9dVT91WgeRQj42PyizpuOxSefRmUEVskX/gmie0P34vAq8+blm+ddAhEdgKRm6jl4jONuDTipUrcDRlZT/Pyjd+EAR0CAWg/fAP2e1F43pVG7Jr2x+oR+N9/TPVnPeRoFJ52jqm68VYKvPwM2h91x9tsUOsTcHuy8qoP5kCymmB8M5xvQMGBAOms06Wlcxel1ArL63I2EOBM1YTl/aYSeSec3PXBJjmwlXBUbDGcBb2m1RdxdvMqTwMxo6V2lnFPwhtboAt/IBH8W6QqUVQoxSVGYG/e2Axu9hkEI3yiOjz/QuczT5jqTx29VdduKYkhH8SFtkjT0nbfzeCOdlN6ZEIlBi//Cj/sN8n93oAvjAd7PFlLMO2uykM6oIugq8MthP2G1TV+mmowN9ZUXKyxcksqL4DVbcYbEfMNnx2Rlyga0YgPPBCAZevxUSPsC1zE8/HG2vPBbP4l1XbgESgQuwrVgs4lj6HjhcVGvqNoxbLznii6sNao0nb3XxH8+F1T0yKOVAVnXhDzslf//muEfvohYjiI7iwI7NuA0JcrEPzwLdMX2qYUTXElAjopoO5VMn/hLwF3UtxnKsVnLcH4XJX/BPgIVbWeMWzOgjjeXBOH03+28zTW8WDiEuJsKcglaoSIrh+N+xsRqiFCHiRRR1x0tt1xTVx5j0SM3cLz/2LkMRK7gdbba40dQaTS85gngoNvvPaCuGxW8k/8LfKm/C6ifPEs33J5tbFLiu4An7lhNaKuACPXC/3W4W5YEOdKydjqWUsw62dMqbCQZSdHfcPN6UK3K3B4sDNd/ZntR+x6imZdtSn7YvhWRp4g9y0xX3VEzF/xXK5utR0sB06G0icGcOCNFxF49Tlo33612b5EBLqyHTDZsMpVelgTi/SvIvlZ6PNPEHz/zU3EEHlU4ngYzX2Aveux8e9XGbmbcq0QIaRAnTWsbuF9uTS2rCWYVbOryubZFzTX1iKUzgnxVTs7Qcatf8YUYasi0oaIfErhisgVHXhxSZcnchTbFOt+h6Gg4g9dkfEiheHUtM0ZIcXxx7rr3rDudUBX3+JI17cIg7dAJ7jFj/bH/wmRryhSsR1+LAp+XxPxd8Mx8/47MjImzAAXQxugX+NwL86gTHEDHNGm5llLMMkZfvxSvK6K7wiUcb5Ow678hxHcKVGCsR16NPIFuRSXgNtbQQVFxo4j9O1KYGNLV8rXMVuDiocZF70idoxwlhQZGwt+V911VySyQfrWQ/v+G6Cw0LhLEo6YwrpXWAGL9LQdj9T1yqnUU99YBBNY+jLa598ZcxcW/6wOXgtmfAeLemHpnIWewdMidT1LgokTW6/LuZgYU3pbLcQpJAXVxcuNdffIdiTRjkjCDSD/d9VQCgoRWPYmOl9cggLnH4BAJ9oXPwp9zQ+GxsIIUAS1EoTR+ezCriMPEYovv8Ww3g3890kjZ7bYrYjndpHKhDs7DFIQNi62I08EQiG0Pz4PoY/f64dCrCNS4IXFaF9wfwrQS79Icbumgd0d0K/MljSwiaAkCSZO1H6eUXGmTaW5feP2xikm6dWFP1LesVMjHy8iXfIKgrjyH8aTc8dTC4wUIOIYZTv0GFj3PRSBl57qlaJEPKEbu5xmr5FW1iCekVtC3/BzL/8j4RgpCEYTXtsPzzHqiXQrIq2tIKjWv10OkXakZxHkJSLzRSrtD96NwOsvJh27tAoktBOwsCO/4OIthkAOJUkwca4ukV2gZfUHrXqX9WXGFHHJKp55I5VIz9QiK0HRrCsRePMlYwfSfUcjHC4LZ14O3bcBbXW3ACLgt3ix2m0iLHvuazz9ipcl4TQZzoUg3/kHWLb/VRdpff7xZrXERbBl5z0Q/N9zCH7yyy5GODsW1lwKyy57RRgCo+XS6dDjsOPJhMkhIp1Z/4ZBr1mI/1Zc17gilutAJuidLB0kwSSAZCZ6bscimEiGduIoI4I/db0M9Q7fYDv4KNgO+jVEIHBhNCc8t4V9Tv5vZxjkIXYgLcK2pmdMGSKDJIRMkV6k8+Vne3kziydvkaVS9zch8MKSzehbxu+MwnP+FNFVQuyQWq48Jw2e0eYXhEi4BvDzgLpeUbnrWwoBAdJ0hbiJ2PJTyKp/3/6zbeW4BQuazEvOnZqSYBKYS//ZlW+yzgck0DSpTcQFqtiBiKOMIALhzRyttD90DwKvvdCrCg0rQd5vphpHD33Nqt7NRfqR/Q4zZHOzH4F3/gdSLcir+L1hGyN2Mf7zTt58NFKGj4Jlj0mwjN/J2NV0vvIs0N7HGNWWB9vBR0I8YfcMGWE7ugIFJ0X26xP3PW31tyL09RdAKJhUHBMRJh7jtOLQViNue/LHRNoPlTY5TTAirgYtWJDU+Ioi9Yk1qDzN4PTmSe25IoWj4RZju+5J9pgIZeRoU+tVBJgSdiTo7BlJgJB3QhVCy96Atukyt68w6177w3aM0wjVoDf7Yd1lz66dBjP8F/zeuO9WthkPUU+8FonXpeCH70TcbQhbG/FSBf0Xq+KiC66Ocjzq0ki4IojL4YDI1fTVZ33GYQqCpFUiwnp7nWdk0gTmqKCcJhhvTcVy0pXPWafZyXCA9J9TfiyHFOFcMygxOsQ9heVXu8N22DGw7LpPQv5KwhpXGL/1LCLEgrhrEda3kQpZLLDsdQDyjpxikInYPYnSsehBBN74r7F7EkZ5wY/ejfsYI56zi875kxFky2wRgaSC775mZJkURzizsWfMyo9Zj+hRR13DAPLExOwhJyrkNsHMqHiFFDpUmNsz8ScqlL+XuBseiHfmfK7fjmfufJCIhWNl2jETxxHb0eWw7j5pwDFTQh+9i9b7egecEi4Gwks6VlAmcbdSOOP/IKLuCeM58aJkPEM/eA9C7y+N6uekjN5q83N3X/yLzr4Mlr0TP3EKvcUltdg5JT2nU/jFogUYk0bVe/qG9ot3aeV8/bR/LOlEtPm8aTvpAW0ZACNY7SYPlRbS8Ymm4sVgKPjvLec99Uk4nbyu8iMIdCRBcTF4RAznl5QMSzgO5h1dYeR7hvCwTlIRgaA6Fj/aS5plj30hfI+EM6G4PxHE0V2ULcYY5CYubsUuJ/DS0wiu+MiwuxEXwTTMbljoCvsZYTMjXpeMIuL4jh5nROgT3sx9d06iipHytubSqH5UpoYtLIbbNhq+Uh3PLoQm7mpSVJi51UHqBHIvSkeYvBSNIj1ic5pgBIS+GVPvhaKHiTZEOog7wdgIQgcx/cRgYevuAKMYCorAnD8YOxaht23yccg78bdQhtmTvhLEXUZr3S2GjUp3EbsYZew2XfGAReJ6cZEqUr+K+C/in7wCI25u5/+ehfbF8q4jiaJA3Wpb2A4/ziAITWSEFCEbOtuNS2FBKsY/Lf6wsXFFiIfiy26KHgNH1w0bG2FrY7aITAltd14H7fuvzDZJoB79qEGr11l9dGR9Q+rYLAHNMqlJzhOMANtf7XyLCftlEvDRdDE+vCtuheIYbkplcVwRuw4RjFs8NZOioHDmZSK8X8T24uNrnXMzuKl3ChBx/FHH7wx1q20MghELRG/xIfTZR1GPUCLkpyAbGrklFFsetJ/XQPvx264sA2GKEZ5h+mwjmHjEImLqvvsaAq88C8vuk4zMlWR3RB1Xt6zg0pcNv6VUFyLy6zrucATtt9H8+cLNW5YeCAwJgjFIxlX5NoP3zYbZF8+8hbOviRjzZPMYgkHj6Vhcsmore4fDKTrvCuOjjFa07782QjAI+5a0FlVF3rGxE6+Fvv4cbXdfvznRmkiZYt3vcNgO/03MVCfBj95B2z03pG1YDG4lpr866j03pq3TLOhoyBCMmAuvq/JxAke2Rc+QCRNPwMOuvcfIQdSvhIIILX/fMIwLrvg4YpR/dfxOKL7o2vAezj2EiheY9kfq+hFUyqCw5aHwFBesBx4RI5gWo/XWKxAKF3+GCOp2E4wdjWXSoVCKh/VTd7DSzCrET5TUNWb8GkvZ/PYRPKQIZhPJnK+AaxlIS7aARCdSXKDmlf++K7KdSFD/3Vddz7Lvvg72N4E1LabovONOgjDZj1XEDqZz8aPofPmZWFUH9Ls4RhXOutJUilvxKiQMA4UxX+RCgM0G6577Iu+wY6FO2Nk4PolXpdZb/gzdCEyV/sKMeaX1nhnp7znzehxyBCOmYMM5vxunhDquI9A0gMNsEzJjoshR1vUxMne97Gxsjsveg/ILUXD6uTHDUHYxmGY4NYoYutrqVXHbskRDTMSrsey2D/KdpxovVbGKIIbWmy6NL0VsYZERaFwdNRrBT5bFFXs4lj7x/i5eKxVSrrLXLbo+3ra5Vn9IEkz3JHZUV+7YAVQz9JMUhUYzs22wXo1StbCUMeNQOP0i4wLWTDFiwHz0LjpfftrYCfR8rjbTvmcdI6XshF2R9xsnLDvsYgpa0Z/IYaR9k+0PM+QHbBMd7n+n8ikr3ilJe/0hTTA90RbGdITgaWD91zp4PAh2gAoEQCLTY88i8oSSTiEd8CuEZhC/qTPtRcy7ZVqcGKG3OG4VTL/IMJAzXUIhhL74BMEP3ja8oY3XJuFBvcmrOqwcRQHZ8qE4ygyzf+v+h0HddoLpLkWsmLa5f+8VHsJ848yrSYTb7XWe2ZmnWfo0kgQTA+vujI+9/jKjf5LztRecskV+e8eng+qjFGUs6g47G9H+xfNwIkXf2GLEgBGBqwLPeXrvbIgMXyXbxIOgbLlVwkZzHYseQud/FiWiXka2IcBnd3sy+q4v1cBJgkkiws2uyn/q4DOTKDKpooRlsMgeKSxzEy0iJ1L73L/3et1RykagcPa1xv1HQoUZHU89jsDTT0TfISUkfGCNRDBuaGpFMC+0QdFpAjTaQxUuI0yTGMIQM3Ih5g4VdGDxEHYpkAQzsPW3ubV3+jQnVO0R2uSWkCSxSRcjfIJEDF3LTnskJpvZSGwvLoS7i/DsLppda3hSx11CQbS6bzHufdLusBhz98oigfk9dnfjeT2ripTFG9fYt1dZ2TUI3MjM24dLKSwiOlhAFw1zN9wZNy450kASTBImsuXMqsM1a/BpAHFcciSh4wRFCEvh/BNONtwREiki/UnwvTd6EYwIjyl8juIp4nlc3LmEPu3t3R2PjFTWJcKn9jrPrrH68LkqrgfTuSA4+tel+x3uhrNiycjV3yXBDHBmxR2Nr7ryJyKO/f46wL6S3Vz4EBX8dnrkFCUROkwGwYhL49a7ru8KtZCBhYH2kBo8dOScp/pHJw+j7+ozpuxUaFMfAbB3r58JbzrqPAdl4BDTopIkmAHALOLz+te8vwpM5j3xBtBfKpoK58b8k6d3+QSZjEQxIILp7EDn843oeHZRRCvkVIwzLpksoFCusbsXdeXAjaP4a5zLmbFLdxMGf1zqbkzwPBpHxxlaVRLMACamuaZigc500gBEZExTdevxhtWvEXQ7BtEkRDDMhs+UCFBlGAxmcGHi/zlG730k1dYmlNSvyVWxRgFtKQzuSNcfdcxdPGQDU0mCSXChN1eXn8UK1TGTJUERmdfMYjUM8kT6VmEgR7bwT9rxEkzo0/fR+dIzEP8Wti6ZXnTQoWXuhtcS1bO5pmIKs+JhZmKi20vdDRclKivb20mCSWAGfzrtmFEFBYVvM7BNAs0zvolhgbv9jrAdcgwsO+0OEUN3c9H1rlefvq9IF11rGNhtPhqI+LlfrUDwnVcREqb7UcJxZhogoY7QViMeHFgwb191xWdMNJbBl5S5G+sybYzp0kcSTAJIN9U4b1AYlyfQNOuaWHbY2chaYJ14EKBajNi97Y/VQ/v8l2BVIvVJ0fl/MWLBoMXf5e392vMGwWRjUYl3HVbX2Dv+RZwD2TDjxJNIUY8KFhRePRQSrEWCRxJMnAtHVPe5nD8DyLpXowSG+ksTIlh32Qs0ZmuEROzbHgnQRDQ7EX5B5KwWcVhEytlsLgz916XuxS8NdAzvuiYWTnK/FzmS+kA7yIL2kmDinKT1M6ZUWEhtCGdY1VcUM4OIvtKgPwRN/9GiWu5joCscvywZiwAzXVta33B1xiqYRYpJgolzsryuig8JFPvZkbCeVP20klH7vND9GiGsfUnVHhf+h3F2K6unEQEGLSh1N5ycxi5ztitJMHFM7eNVVbajS4NtFH0XEmTiRq1duzDcRaHPVVEDpjtBmZXbOg4Ycr4qM3/aTvrhY9xL1uf8YFM8QEkwcQDsnzHteFa0pyI2YfisFuXUojmLItcRoTtrpswiXb1Vkkwc4KezKnNHPpQ982W2gAGjLgkmDgi91RUPENHpEZqs6ywo2N3si4G3puJMYnKL1EBxqCCrpgkBq6qcGOsPRZpUyepuJMGYnL6XJk/O32eCYxkTdu7bhEArS8bsuUu8lp9NNRVTiMlDEE67smQWAvyYw914SmbplH3aSIIxOWfrTz9xrKXAshLclSVyc2H47GP3GhkvuXS3b5059YRQSHuCiaLGFjGppqwWBQGRK86ku5XINfzDcz7L+JMXLNiUplJCmwgCkmBMoibi93YSf8I9XoBEQKFgsbbDiNsGaPXpqngMoN+aVEVWSwABnXmFoijzwXwFgP55TvrIJBH2XMUfy+Z4Hk6gO9lkEwKSYEwuhTU1FbvkM33U/YIkHNlYw41l8zx/NikiYjW/y3kVg6+J4+/rQLscUu0J1AE1dETJnCVvN9dUPsrMpp6gCfSO3d2QNRlBM3FSJcGYnJWWmopddCaxgzEwY8ZaR71njPhLZ1JExGpeV/lCgjJ1oHJk+/AIEBAMWvnQEfc0vvXzjBOPzyNLA5syEyBdYa26pH7xPyW2iSEgCcYkbk2uykMU8KuiuliwOvTfJMOcXMjzVVeuAvFWJlWR1RJCgL+y1zXuKJq21FQ26OByM2IY+MExZq/tEr1jM9NHLteRBGNydtdXT93XQvrbxu4F8JS6PZUmm8as5nc5OxjIi1lRVhgYAsSXOOoabxUpaoDOj8yGOCXQU3Z3w4kD63xotpYEY3LefedN2Y6C6hesQ1ct1mOGzVnwismmUautP7Nif9VKS+VEJAPNGDKIfujMz58kbJWMo5JieUrcpZkpIsfRSl51xVB3XjSDVc86cl2bRGy1a8qIQiifgeh9e5P1RErS86W/2vk0ExKLvm1Sd1ntFwRCpF81om6xkdLV63I2AHCa/QgIeFdRrRcn64/LUJgXs9gOBSyijlG43o/HuNc0VmpG1C96JxmAiGRteW0d4v4lHudHDURqpqX4SAYe8cowQlLG2UhkCiip8+zefTnvq3b+B8AxpgUR2sH0WGdB/uWjVoe8yfpDE+cwsqZ6vPOTNQNLhaK+s6fe67hv0TnJku2bUV4HRXGZlcc6/0/Lw6VqgKpBdBaBh/L8faFrykWKhXcD801mMQRoY1ANTO6ZLWCTC8hpcfEVg5nIq1n148XrlPn+h1bNobxA455pnl1VRrctaIq7YZgGPPv0sf7W5s/MGH2J5gS02N2eEvG/V846rmREp+0NAsXM2ZMMXTNJhnjBg4Lp9vs8D3Xr1VQ99RyV+C4Gm3G5YJ1wU1ldb/slf820CdD1B5mwH2LIIWC9DvKQLXSD4+4l32QSPpmmiySYQZoR3wznG1BwoMnudQvUi4vdC28T9cXHwKwvBfiXILgmBWV7NWa8U1rv6Wf8JjzUFVZvMxXQi/EfR73n2L5YcC0srWun7dIWDE3MU/lY6MpoFnZOCph0tIGUd1gLvNoRCHy85UPPiaiGssRAQBLMICwRf43zdtZxvpmoeGKCdKaG0vqGzYZ4XpfzQgIMshlqRQfeKnN7Dgg37g0zyq9WFSVmLiNm/ra0vnG7oYbdYIxXEkyaUfe5yi8FKzeAzIXOZOJPS+saex2FfDXOl8CYnGbVM6M7xvq2oHbomPlLwkYU97rK3yMo+8RQtsWx6biZGYPKXS0kwaRxbrtiwGCeWZ8jBi93uBv36OuO4Kup9IHZnkbVM6YrIgQ1aH8sq1vyaDilxMucrb19dbQQGCIt7GqvddSuCxZszJiB5agikmDSNLFNMyrOVRW6q9uXKVq34txPzLc46hv/1Ldey5lVh2vW0PNAXE/bv4gh/glQ2qAo20DTBi0A+aYn5vdVlecVWwIP+Tvz/w7wDDPToev6nLK5iyO+5vmqK24iosuiGNG1/ui1bikJxgzaA6sjCWZg+MVs3UUIwblE2EHEI4lZGF8obLm0ZO4TjeHq+l0VdzPTOWbub/q1JzwPzpu5Lq953Ui2DLcE1AkBcDmRchwxbx9Tt+RWCKpacJ9h854yEix9c8Zkx3Cb/RXdREB1hfiJkrrGqmjq+GoqmsBUGq4Og1tXe22SYJI7n2GlSYJJEciGvwsFriNGJYOjBpMiGBYtG0H00Dpr+58m3PVMxOTNflfl2wzeNwG1P7B7rftHMgzz11R+yczjzculDmZ9vUIkDP9CDP6ZGMOZMcEM+RFIhxo62D5nydLuPr3Tyw8jVRH5iKI+N0d6Seqpu7+64mEm+oMkGPMzmoqakmCSiCrXTs73rhlWqUKdBcZuOjAsMsDCTosCDP5GD1EDOZS60r8v+i6WOj6XU0S6Hx6rXs/fmbnVQVuMIrc7YhKwlprKqRqzSKkS89hEQKem8//5Q/5/bTf/ZV+vD9tV+SSDT4iln9jMKeB77O7G83q3d4qn5gujtWfgy1K3Z0K0Oi0zqw7XtOBzQP/sDXIHE2t2kve7JJjkYQlvtVMchf7YM5A3idAxxoUKX7olAAANg0lEQVQDg6B0MrgFTJ+oBM/6gPfBvh9oLHV8NRVBMJkPFM4kDNNOcNQ1PB9DttLkqvhUAf0qlg4A1rVsVA8e98jClX3rbtqFmHIEZejLSt2LJ/aV4XM5OxDFu5yIvrbXNcTcbXmrK74monDP0fIOxsQkJ6OKJJhkoNhHBtfWWoCXDRJ4+WVg3ciRetWCBSHx/wcSoGrDOb8bZ9E6v2U2ZbHapRXjz456z41mhrkp04GJ4EoUZPClpW7P7X3lil1c8+pSb6xj4aZ2vi+xamxfD+VmV+WTevRdkLBqdsTC0uuq/AeBZ4cZe/uP8hXJzJIYcB1JMAOGMH0CjJg0ir4UbDYLAa8PQt1jpHvRGjNa/lzt3MtGEDFvYjtfRiAurqqy+UuDywHsEKtPBjc78gLjqM+dkxEaI6B+FenFzWg3Zu/hsYJA+VyVVQA/1vdOhwFfqdsT9gI4ls7y9/gQkAQTH16DWru5uvwsHcpcM5eohqKbAiyZVZpdU0a0wPJfHbx7rDYMuq3U3XBRvx0MoPiqna8Q4ZBYMojIX9Jk2YrC2KP4XBVrANoyvAzy28fsOSI2wfx2PHPn60TYoqccYlpnr28YFUs/+fvAEZAEM3AM0yZBeHND12ea7NBnDzi2o/nze13CxmrrdVU+TuCoT8BdMmiRw90wLZw8b7VTpMadFWtx6aAfS8fsuW04ovDVlNdBV1zhwyiYIxihm7+m8jVmPrinnuGso2PhIn9PDIFYayAxqbJV0hEw7jZ+dCwyG5yKGHfb6z2z4lWk2VX5Nx18Sax2RPS6va4h7C7FSLFL2pMxd1oRnA5F377pJx4Ji+VZcP/Mlwz4HW5PWaw7GCGn2VVxnw6q6UUwOh4ones5I9YY5e8DR0ASzMAxTIsErqoqbh4efJx1E9HvGGx3eyxE8Wc82HDOSQepodDrMQfFvNRR3xjWG9wgB9Uinogj27MY79T0J0ddw82R+vK7KjdwOI9xhs9Rb+4OpaWm/GyNlTk9+tAYdFGpu+HOmGOUFQaMgCSYAUOYHgFxEQzxT466xtGJaGY4Y0KJ+NF3y4wWCNsgGMXyfLQdDBF3lIz2l1Lty+JJOmzxu5yfM2BkAuhZiPGdvd6zrZnxeWsqpxLzwh51faoWPLTbgtiMDFkncQQkwSSOXVpbxkUwujLHMTexyHt+l1P4S/Uyfgs7UF3/u2Pu4ovD/dYyo+JcTaG7owHEzC+V1jf+OlodX43zP2Ac068O0beOugZT4RZEat5ASH+yO2UsEX1qr2sYcoG60rpYe3QmCWawkI+z35cmT87fZ4KJOxgGqwrvNqyu8dM4uzCq+6qdz4Lwm+htKaizdn5Z/eL7wtXzupzzCDgrogzmDg3WI4fXP/FGtH68Lud8gmG42HsHo9BS+30NpoJ1NdVUTFFY8XRHqWPGXaX1nvMTwUa2iR8BSTDxYzYoLRhQmmucDzDj1GgKiJCSdrfHloiS3ulTt4Gqv0hAVCtZJrR3gCeNDkNiQk+fy/kuAXtH1IGowVH3SwCtSPUiGcoRcLvd7QlnQNdPlCAYFbSIGRaRQjYY1CePuF/G0E1kfSTSRhJMIqgNUpsN1eVnWUiZGz3kA3/lcDfGNHILNwRhyGcl/TkGHFGHSPytoy58RDix09p7R4eIW1wQTobwi7Io2M/MDqvFVXm+xnxHn6fqgAJylbgbHjAzDcYORqcGEeCLQZ84vJaJMhOAGeSSU0cSTHJwTIsUw4EvFHwp6uXpALIQrp8xpUJVFI/w7o66SyLcYa/zhHVIFIHRm1uD68ORoJCqEE0bVtewyAxgG2umnRJi7V+9ov0Tey2KZXLxnIUiM2PM0nVEInHJa2Vgdjj3hphCZIWEEZAEkzB06W+4zjV1tAX6DxGjtRF0Vafrh9U3XJ2Idr6ZFX+GRn+N3pY7Nbb+OtL9yaYn6hfC717wpcNn3dXsDqLNVVnVyfxv6sF4IvmZ3e0xHa6iaweDx0Gk2wsKtqc7Hl2bCDayTWIISIJJDLdBa+WrdoYixfMVYRTaiPcJdzdiRmFfdeUiEEfNua0wPVhS39Dv4rVbfkt15TUa8V/C9MehIB8Yz/2H3zX19zpr/6LuJyBjK6NcY3cvihnYu7t/r6v8CAWKB4zX7PWemGEkzOAk65hHQBKMeawyoqa32tlKhMJwyhi+PXUNpixcw7X3VlcsJ6JdIg1UXCAHoGwTyXlSWBv71zgWg3F0TxnGBoRwn72uwaybg9F8o8t5YYhxW/eJjcCdihaaFI8Ny+ozpuxUYFWXBDo7pm3x4LOmjlUZMdE5ooQkmCybSH+1862u5GD9C4O9pe7GhHIltc48YWJIsz7DwMjIkND9DndDxOdnkUyuubX5HQZ6Gfkx82rH2L23ieWc2Ldff03lHGY+u/u/M/MLpfWNvcgr1vSxy1Xow7rrwzlmxmorfx84ApJgBo5hWiX4qitvYeKLw02cyLtsr/MkZETWXFMxRWcSoQ3C7o4AxEz1sSn+sAh52VM91oPaH8ruD58FIBp4gmDAXNN9YdwGbeQY9xIR0S+u0nzetJ1K7l4YNs1JXIJk5bgRkAQTN2SD28BwJFS1xnBOgARebnc37paIhk2uihsVUL8sBkKWET9X4TN6pmsN10dTzZRTFFYf6fUb4UVHneeoRHTyuSoXAmwknCOmpfZ6c8Z1ifQl26QGAUkwqcE1pVJ9LqeI3bt1304GYgbf5Kp4VAH9LpziDFpc6m6oiDUo7wznhaT8knGSmAKKxXLMsDkLTIXQ7CtfGOyBMREKQvZOx8h4Q0/E0lf+nnoEJMGkHuOk9+CtrniAiE5PJsF4Z1S8Qgod1lemuD8prW8ca2YQfpfzKgau7a7LjFdL6z39ZJqRJep4q53fEmFrnaiuLM4LYrN9yHqpRUASTGrxTYl0cRRRoT4ozN97djCQHYzX5VxJfcJcEiEETa2wz134tJmB+F3ltQylywZH+AwoXF5S17jETNu+dWprYblwdcUKHQjdOaZxt9paGDGNZckuBCTBZNd8dX27IjZMWeiDvnmMkk4wwLslbs/+ZgI7Cb16Eox40g5a+dAR9yTm9+OdXr43qzS9I6DfHSkPdRZO3ZBTWRJMlk553/sOMYyBEIyvpmINuHcMXJ2030fKAR0ONq/LeSFh8x1MW1ANHjZyzlPvZSnEUu0kICAJJgkgDoYI4TZghbYCoJLu/gdEMNVOL+gXJ0ci+qmk0LIr3bZAOC6aKsKXyUKqx3ikJvaGLDgu0R2MqQ5lpYxHQBJMxk9RZAU3JXqbPlCC4VpY/KsrNvQkKx1cV+Zu3GzkZgYmkS6XueNDIipixlodlqmxYr6YkSvrZC8CkmCyd+7QMv2E3TTV+mF37FtifGav90Q09Y80VEEwzaud63qGadBBh5a5G16LFx5fjfMlMCYD/JPG1mmSYOJFMLfqS4LJ8vn0VVfcBKLLxDCY6OtSEylV+w65L8GI16MSHmWPlss6Emwbzq6sVnV2E7A2xHIHk+XLa8DqS4IZMISDL8BXU9EEplKR1L3U3Vgcr0aCYHyrnU0EDNvU9gOH2xM5Il2UDozMjo7QRoa+0maxnV40Z4G85I13QnKoviSYHJjM9TXlV1qgXENMbSXuBrvZZ+WeQ/e7nKs3OynGkc86HHyGIaBCEwqVvItsc/69NAcglkNIEAFJMAkCl2nN/NWVb4L0kSVFtv3iefnpHofP5VyGTXF0lYC6c8n8xJ0DRdgG32rHPQVMN+fXN3yRaVhJfdKHgCSY9GGd0p42nPO7cdA6XMFQ8N9bznvqk3g787nKF4KVqUSkl9Q1WBNJ2tazTxEmIZE7nHj1lvUzGwFJMJk9P3FrJyz0EzsilV/NUC8GeL3D7TGVcyhu5WSDIYeAJJghN+XhB7z+3Ir9rUHlLjA0GRZBLopkISAJJllI5oCc5urys3SoOzvqGy7JgeHIIWQAApJgMmASpAoSgVxFQBJMrs6sHJdEIAMQkASTAZMgVZAI5CoCkmBydWbluCQCGYCAJJgMmASpgkQgVxGQBJOrMyvHJRHIAAQkwWTAJEgVJAK5ioAkmFydWTkuiUAGICAJJgMmQaogEchVBCTB5OrMynFJBDIAAUkwGTAJUgWJQK4iIAkmV2dWjksikAEISILJgEmQKkgEchUBSTC5OrNyXBKBDEBAEkwGTIJUQSKQqwhIgsnVmZXjkghkAAKSYDJgEqQKEoFcRUASTK7OrByXRCADEJAEkwGTIFWQCOQqApJgcnVm5bgkAhmAgCSYDJgEqYJEIFcRkASTqzMrxyURyAAEJMFkwCRIFSQCuYqAJJhcnVk5LolABiAgCSYDJkGqIBHIVQQkweTqzMpxSQQyAAFJMBkwCVIFiUCuIiAJJldnVo5LIpABCEiCyYBJkCpIBHIVAUkwuTqzclwSgQxAQBJMBkyCVEEikKsISILJ1ZmV45IIZAACkmAyYBKkChKBXEVAEkyuzqwcl0QgAxCQBJMBkyBVkAjkKgKSYHJ1ZuW4JAIZgIAkmAyYBKmCRCBXEZAEk6szK8clEcgABCTBZMAkSBUkArmKgCSYXJ1ZOS6JQAYgIAkmAyZBqiARyFUEJMHk6szKcUkEMgABSTAZMAlSBYlAriLw/yQkS8FADfW/AAAAAElFTkSuQmCC"/>
          <p:cNvSpPr>
            <a:spLocks noChangeAspect="1" noChangeArrowheads="1"/>
          </p:cNvSpPr>
          <p:nvPr/>
        </p:nvSpPr>
        <p:spPr bwMode="auto">
          <a:xfrm>
            <a:off x="307975" y="-166688"/>
            <a:ext cx="666750" cy="676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" name="TextBox 1"/>
          <p:cNvSpPr txBox="1"/>
          <p:nvPr/>
        </p:nvSpPr>
        <p:spPr>
          <a:xfrm>
            <a:off x="451032" y="775780"/>
            <a:ext cx="839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+mj-ea"/>
                <a:ea typeface="+mj-ea"/>
              </a:rPr>
              <a:t>Ribbon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324" y="4653136"/>
            <a:ext cx="8187278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500" dirty="0">
                <a:latin typeface="+mj-ea"/>
                <a:ea typeface="+mj-ea"/>
              </a:rPr>
              <a:t>클라이언트 사이드 로드 </a:t>
            </a:r>
            <a:r>
              <a:rPr lang="ko-KR" altLang="en-US" sz="1500" dirty="0" err="1">
                <a:latin typeface="+mj-ea"/>
                <a:ea typeface="+mj-ea"/>
              </a:rPr>
              <a:t>밸런서이다</a:t>
            </a:r>
            <a:r>
              <a:rPr lang="en-US" altLang="ko-KR" sz="1500" dirty="0">
                <a:latin typeface="+mj-ea"/>
                <a:ea typeface="+mj-ea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500" dirty="0">
              <a:latin typeface="+mj-ea"/>
              <a:ea typeface="+mj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500" dirty="0">
                <a:latin typeface="+mj-ea"/>
                <a:ea typeface="+mj-ea"/>
              </a:rPr>
              <a:t>Eureka</a:t>
            </a:r>
            <a:r>
              <a:rPr lang="ko-KR" altLang="en-US" sz="1500" dirty="0">
                <a:latin typeface="+mj-ea"/>
                <a:ea typeface="+mj-ea"/>
              </a:rPr>
              <a:t>와 연동하여 동적으로 리스트를 관리하면서 부하 분산이 가능</a:t>
            </a:r>
            <a:endParaRPr lang="en-US" altLang="ko-KR" sz="1500" dirty="0">
              <a:latin typeface="+mj-ea"/>
              <a:ea typeface="+mj-ea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6774" y="925030"/>
            <a:ext cx="5438378" cy="3619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7039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1BEF1B6D-EDD0-46B0-8C4B-4503BA8E5168}"/>
              </a:ext>
            </a:extLst>
          </p:cNvPr>
          <p:cNvSpPr txBox="1">
            <a:spLocks/>
          </p:cNvSpPr>
          <p:nvPr/>
        </p:nvSpPr>
        <p:spPr>
          <a:xfrm>
            <a:off x="294114" y="264068"/>
            <a:ext cx="7444968" cy="42862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400" b="1" kern="1200" baseline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</a:lstStyle>
          <a:p>
            <a:r>
              <a:rPr lang="en-US" altLang="ko-KR" sz="2000" dirty="0">
                <a:solidFill>
                  <a:prstClr val="black"/>
                </a:solidFill>
                <a:latin typeface="+mj-lt"/>
                <a:ea typeface="+mn-ea"/>
                <a:cs typeface="Arial" charset="0"/>
              </a:rPr>
              <a:t>4. </a:t>
            </a:r>
            <a:r>
              <a:rPr lang="en-US" altLang="ko-KR" sz="2000" dirty="0">
                <a:solidFill>
                  <a:prstClr val="black"/>
                </a:solidFill>
                <a:cs typeface="Arial" charset="0"/>
              </a:rPr>
              <a:t>Netflix OSS</a:t>
            </a:r>
            <a:endParaRPr lang="ko-KR" altLang="en-US" sz="2200" dirty="0"/>
          </a:p>
        </p:txBody>
      </p:sp>
      <p:sp>
        <p:nvSpPr>
          <p:cNvPr id="9" name="AutoShape 2" descr="data:image/png;base64,iVBORw0KGgoAAAANSUhEUgAAARgAAAEcCAYAAAAcH6uaAAAAAXNSR0IArs4c6QAAAp50RVh0bXhmaWxlACUzQ214R3JhcGhNb2RlbCUzRSUzQ3Jvb3QlM0UlM0NteENlbGwlMjBpZCUzRCUyMjAlMjIlMkYlM0UlM0NteENlbGwlMjBpZCUzRCUyMjElMjIlMjBwYXJlbnQlM0QlMjIwJTIyJTJGJTNFJTNDbXhDZWxsJTIwaWQlM0QlMjIyJTIyJTIwdmFsdWUlM0QlMjIlMjIlMjBzdHlsZSUzRCUyMnZlcnRpY2FsTGFiZWxQb3NpdGlvbiUzRGJvdHRvbSUzQnNrZXRjaCUzRDAlM0JodG1sJTNEMSUzQmZpbGxDb2xvciUzRCUyM0YwNjY1MCUzQnN0cm9rZUNvbG9yJTNEJTIzZmZmZmZmJTNCdmVydGljYWxBbGlnbiUzRHRvcCUzQmFsaWduJTNEY2VudGVyJTNCcG9pbnRzJTNEJTVCJTVEJTNCcG9pbnRlckV2ZW50cyUzRDElM0JzaGFwZSUzRG14Z3JhcGguY2lzY29fc2FmZS5jb21wb3NpdGVJY29uJTNCYmdJY29uJTNEdGhyZWF0MSUzQnJlc0ljb24lM0RteGdyYXBoLmNpc2NvX3NhZmUudGhyZWF0LnRocmVhdF9hNiUzQiUyMiUyMHZlcnRleCUzRCUyMjElMjIlMjBwYXJlbnQlM0QlMjIxJTIyJTNFJTNDbXhHZW9tZXRyeSUyMHglM0QlMjItMjAwMCUyMiUyMHklM0QlMjI5NjAlMjIlMjB3aWR0aCUzRCUyMjQ5JTIyJTIwaGVpZ2h0JTNEJTIyNTAlMjIlMjBhcyUzRCUyMmdlb21ldHJ5JTIyJTJGJTNFJTNDJTJGbXhDZWxsJTNFJTNDJTJGcm9vdCUzRSUzQyUyRm14R3JhcGhNb2RlbCUzRV5Rg9QAACAASURBVHhe7V0HeFvV2X6/eyV5xpKdAUkIK4SyV8JeoYyyYssJpqUFCiSWCRAg/IxSoJhRRqFlEywnJYwCJSSWE1YZBcoKK8xAIOxAQkhiSXa8JN37/c+5joOHxpUsyZJ8zvPw0KJzvvOd95z7+oxvEGSRCEgEJAIpQoBSJFeKlQhIBCQCkAQjF4F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0BWI+CvmTbBXrdwZVYPIoeVlwSTw5M7FIbmrXYucRQWzKA7Hl07FMabbWOUBJNtMyb17YWA1+X8UgW/MMzdeA4BuoQnsxCQBJNZ8yG1iQMBBhS/q/J7AHbW9fNL5zbeH0dzWTUNCEiCSQPIsovUIMC1tRbv6g++V4DRAFY53J6tU9OTlJooApJgEkVOtht0BPoQDBNwtd3tuW7QFZMKbEZAEkwGLwaeXVW2trltTLFitbAeDMFi0UPFamsglNfR5l/TuW3ryDZasCCQwUNIqWp9CAYErLa7PWNT2qkUHhcCkmDigis9ldk1ZYSflcdBdETYHhkaEdoAtDDjEyLlgRL3oscy+ZKzqaZiSlld45JkIhiGYKCDLih1N9yZzH6krMQRkASTOHYpb+mrdl7OoNkgHhltohgQf70Z4BaF8Jwe0u5zzHvyxZQrGKMDrqoqbi4NPaYz78bES8vcjb9Lpk59CaZLNv3ocDdslcx+pKzEEZAEkzh2aWkpjkn+1sBFAF0KwGqmUyKEWMeHrGgPlNYtuctMm2TW4dqq4ubV2sU69IsIGEZApwqUF7s9zyW1H0DxVVesIqIxm+Uy0BbUdh4zf8mKZPYlZSWGgCSYxHBLe6ufZ5x4vFWx1BEQz19ncfG50gblmgL3okfSobR3evneiqo8qQNjeiyu7x1uzzap6N/nqvQBbO8pm5kfLK1v/GMq+pMy40NAEkx8eA1qba6dnO9f43gSjCPjUUTsaHQdzzrcngqi1Bmjbag+6SALaS8yOL+Hfkyk/MVet+j6eHQ2W9frcoYIUHsRDNDiCDi2pvnzfWblyHqpQUASTGpwTalU34zyW6GQODbFNX/ilaXE7RmXistg/4xpx7OiLwFY6Tl4AnW0IjRujHvJ+mSDIi7Dfayu64cCA2TRDrTPWbI02X1KefEhENcCjU+0rJ1KBHznnngkBy3PEdDrg47VJzO3QlFOL61rWBSrrtnffTWVR4PxFMD974gIbzrqPAeZlRVPveYZJ1WwGvKwuOXuW5huddQ3XBKPPFk3+QhIgkk+pmmT6KuuuAlElyXQYTtZ9Kn2exc/m0DbXk2WV1UVj3EE1xKhMKws4kscdY23DrSfcO391c6nmHB8WNnMSx31jQemol8p0zwCkmDMY5VxNZmhNJ9d/ijrysninTqeQqCm5iLLhHG3LWiKp13fur5q5/MgHBVOBgP+IGPyqHrPBwPpI6xsl6vQj59/AjAsPLHRD/k6jsyvb/gi2X1LeeYRiHNZmhcsa6YPAb+rci2DR8Xbo868uqy+MWHLV5+rsopZ/zdR+LsgJvqktK5h93j1MlO/ZfoJu2mq9eModYMBTS8fNW/guzQz+sg64RGQBJMDK8M/c8oBrFle73vBamZoBHrK7m440UzdnnW4qsrmLw2KQE8RHQwZ8JS6PZXxyjZT31ddeQuIL45al/FnR73nRjPyZJ3UICAJJjW4pl2qv6ZyDjOfnUDHDGvoaMc98Vn++qZPnQFVrx+MD3yda+poK+kfgTEiWv8EvdbuXnxNApjIJklCQBJMkoAcbDHrZ5841tpq+ZiB0nh10RmflY717UO1L3eYbet3OZcysH+0+opCrpL7GqKTkNkOe9Tzzaj4MxT6a6ymBNxtd3tmxaonf08dApJgUodtTMnGC0yJNrx03qLvYlY2UcHvct7GwIUmqvarwrpycencRX8307bJVXmISvrzzNTToK5XU7GwdOKzSuuSGwRqVVVVWbEjuIwIMS2DFeInSuoaq8yMSdZJDQKSYFKDa0yprTOrJgb14F0WRm2yfHS806duQ4r+AQiOmAr0qUDM35T4bDuZCf9g5v5D2KZYFJo2LIn2NkJls7sXY3iMFxz1nqPjxSKe+sLYj1JgRBiPDplcVxLMIM2O/2zn06zjaCsrBxXVL3onWWp4q8s9REpFAvJ0C6mnFtctfDRWW2+181UiHBKjXiAU5MNG3N/4Vix5Zn8XrhLe1Y6vN0Wwi92M8Zyj3vOb2BUTr7HR5bywCMq/yb1oTeJScrelJJhBmNuWmVWHa6Gg8Cy2tfisw8ctGJgtSs8h+Fy/HQ90fpnIsBhYUur2lMdq66upWAOmLaPVI6A1xJZjhtc/8UYseWZ/97oq/wHos8mk0Q+DFpS6G042Kz+Rel6Xcz4zWsrq5V1POPwkwSSyqgbYxldT+QqYDwOYHe7GuEz9Y3Vt3FGUBlcRIljWRhVATXZ3g4g9EzE6f+v08r2DqvIqgKKoohiBkI0PG3FPcnYwIv8RWF/BfXydoumggG4pcTeIMBcpKz5XxRqAfmrxWo9M5h+KlCmcZsGSYNIM+PrTTxxrybd8BSBPEIw34C/bbv7LSfP6FUGY/D++/yqIDoh3aATSFMLJ0e5NmlwVNRbQnTpgi7GDYY24IhlR7N51TSwcz1t/S8Qj4xlTiPSrRtQtTokXt9CDzzjD4bf5NwD6RpBykqOu4fl49BsKdSXBpHmW/dUVDzPRH7q6ZdahHFbmbngtmWr4XeVXM5TaRGQy8xOl9ZFfXsy+VCXzFak3ZuZGxWAEdZw1KoWpTLwznPNJwR9BCCGkzHTMWzTXnHZDp5YkmDTPta+moglMhq0KgXRd044onbf4f8lUY/25FftbgpRYqAKmHxz1DeMi6eOd4XyBFHPxaJJhByPcEQB+PG58GOutun5M0bzF78fd1kSD2lpYLlzt9AMoZEBnnc8vm9t4j4mmQ6qKJJg0TjdfcMoWvvb2n34BnZksfHwyvJr7DEPxVTs1k3ehfZqS7nA39Arg1LNCVA/mvpJIuWoggaa6wkDwM+gTUMrMlDHwhQPK5FS97mw4u7Ja1dndrYuu83mSYPrPjCQYM6s1SXXChVdIRXhHkfGw2eXsYJMxfHsNj4GOjrYttnzouZ97/nfxRLzuR8dONsITAMabgYRBi0vdDYk8maPlnKknaSFdPJlbzPTVt44CWlCSohcknjw53z+hdCWIN4cvlQQTfpYkwSSyehNoIy5ffas/+JSACb0+XOAHEa82mVHmNhHMBkb8BneGbsQrSEeeTlDBSgGI88mInsd5RLCGDfAUBhMCAgT6l0b6q2D+ttS9+CUz0HlrKs5UQG7mxMjFGIKC0+33eR4y01+8dXyuiusBuqJnO0kwkmDiXUdJrc+zjivxBfJ+JEZxL8HEIXuTrciMBa1ZhbgWFv+Pzh9A2MJsmxTXCzK4XcSgYcZqRcE7pFleYpU//U+T8t3Jm5LHCYz8nfl/J/B0EfUyUZ3E3RbDtqPD/W/xWpfU0mVn1LEMoBJJMLGhTXgSY4uWNXoi8NNpx4zKLyhcHe4+IZ/pV8kMjGTsYKqdqzlzCCbsYhCEozN/quuhB1TYQKpew8Ckga4cBi//4Av/pCNeNu+8abbPZlfl4zq4n3+T3MHIHYzZNZSSelEDJDFesdd7fp3MY1KTq2KNgujWtikZaEYI1S9zuBf/Ldmq+F2V1+vQr+hrSSxCArO85I3wRyTZsyDlhUVA5AsiVVkW7kdiCpQUB7en2578caDwrZt5wkQbW6/TdT62695kaBVxPPqP11LQfexK1uibayqm6EyNXUk0+5WAxvrM4fWL/5ms/nJFzpBbgIM1ca2zyvcOdoYnGKETMf/LXt94aiL6iSPRxpppLo21Cwk0IR5z+kT6y+Q2RPjUXufZNZk6Gl7qqi7Cc4aN/0vAWgqok0vmL5TZJPsALwkmmSsxiqyWmopddKbl4TJsiGY6c0eezgfFYxgmUrS2rdWPCmnabQzaOpGQmWkafnq6YbDGoZOHz31SPKUnpQgfKIb2IhgRjQ/FnU+pu3G3pHSYY0IkwaRpQjec87txaqhDBJaKjDnjP456z7GxVBJWpBesmnYiVO1vxNhBmATHajM0fuevHO7GHZI11o0zp+0RDIU8RLRdVJkm5y1ZemWTHLkw0zRbXU+weSJmSPj8QZv0iBXmsXX61BMCin47EZL2IaUJgtR2Q9AVXa8uSdI9SJehnzYfoOhe48ZfDOUau3tRQr5fqQVl8KVLgknTHBhezqs/+ATAr6J1KY5QShgjMRE5zc/qo6TgKLOGbmkaWkZ0I+5eVvKqfSe532sbqEIi7gyBZ5uRI17+dFWdVjpnocdM/aFWRxJMGmfcW+18UCGcFukeplsVQSC6Sq7hmwJmN9c4b9AYFyQW4yWNAxzUrigILXiOY96TCXs0r6+euq8K/XYCDjJ76BS5pUpJnZQqn6dBhTQJnUuCSQKIZkV4p5cfpqjKK7EIpkse6QR+h4HRBIwbiGWrWf1yoF6AGC+ErPlnD7/3sVVmx7MpSNctBDotbH7tKIIG8vpnVr9sricJJs2z53M5A0jECTHNemZ1d4T1FsYfYgVT59lVZd7WQJVCyp/AvG1CY9ZCRznmxZdTKqF+srSRJJg0T1yziOEK+qMIiCRLChEQABPPdLgb6/r2sto1ZUQ+lP9TgHP6+hTFo5GRiaG+cYdkWmDH03821JUEk+ZZWnvBKVvktbeL7bs1zV0Pze4Y79lJmQL3orXtrsppnaRfoLByAIMjxrwxC5QCOqPE3fCA2fpDsZ4kmEGYdW91xQNEdPogdD1Uu+w04sowVLOXt7GAEo6adnfD8Fj1hvrvkmAGYQWIXYytrW0ZEY0ZhO5llwNFgKCrujJrWP2iewcqKtfbS4IZpBn2VTsvB9H1Q968f5DwT7Rbw2iasdRe33BgojKGUjtJMIM02yK/M7H+YEwz9EHST3YbHgECvCXQdpTpYs2tEEkwMXASnsq+6VPH2YDdWNWDsZ4+zcAuZPpdlXMB/QwMwZAKZjDKzDoUtKjKpOI5Cz/KTP0yTytJMH3mZNXsqrKi1sAlKmgqE7YnQGFmAndBJf6XSMWoAx0K4xMQnizxWm82G/KyKzbvsncJyp6ZtxykRtEQsFksBxfem7xUuEMBbUkwm2bZP2Pa8aSEbtSJdjFeG8zEhBWmLCQM+ykA0Aqm0LzSuiV3RVs4flfl2wzedygsrlwZo7h10UG3l7obLsqVMaVrHEOeYDaFUbgTjONB0dOhxpwUNvY5K8DqxSXK8JfJ7e7leOevmXolWL9OmtjFRDJjKhBEgkhcWur23J4xSmWRIkOaYIRzm0XRnwZjRFLnTBAN0ZetgVD56PlLvvhy1nHFozvzzgox/pH62C0EKijoOs51dghf36QOLR3CyGIB8gqAYAAcECYsg1MY3GoFTU3GvdvgjGDwex2yBCN2E8z61Ykm9jI1dQxxe3M/KbqXdHV2qkNZqqPHwXrIUbDuPtFQT/vuKwSXvYngJ8uMjzXjCxFsh/0Glp33hLrlWOjNPoRWfIzQsjeg/TTgcMWmh298FAotLdFHHtl3F2paiKxoIDAkCcbrci5WgBM3eyizcXmbGjCMe5rUrjbxFz//5OmwHXQkYO3vgaD7vWi94xroP4qAeplZ1O13RMHva6CO276fghwKob3uZgQ/ejflyuvAGmhKddm8RU+lvLMh0EGKl37mIeitrryGwCdsCuD8jaaHniCydOSx4hU3MAHQ5i9UoWCHppGVmMaD9clEJIyrRmba07LtiBOQf9IfQZbI7k3aF8vReue14AzcydCIUSia8X9Qt9sx8oIJBbHxhkugpZgkdfDnpWP23o1qa0OZt3qzT6MhRzAtM6sOJy2Y12nJ/yyemCFiate5po7Op1CFzspVAMZkymVt8VW3Qd0qRrSBUBCtt9citPLTjFuleUeVI7/qzJh6dT69AB2Nj8SsN7AKzLqmTpE7mIGh2N16yBFMcmAD/DXOh3TGKQTjSXvQChUUYtiN9RD/jlqY0fH4P9H53ycHTddIHRe6LoF14kEx9Qq++zra6m+NWW/AFRjrNWv+PvH+ARpwvzkoQBLMACbVP3PKAawpLwOUNwAxA2pKefko/ut9UIbZY8rpeGI+Op8XucMyqxRddB0sv4qd9SOw9GW0339HWpQnoteDhcHfjuhKhqewy5WPOneHuE+T8V/MT4EkGPNYha25sdq5V5Dw/mACWTT7Wlh22j3mDmZj7fnQfvphgCNOfvO831Qif2rs6BXt/7oPgf/9J/kKhJEojOsY+JpZ/4QUZRR0TADBz4wfFPAPUJQW0SykBV9UlaL3He5/f5UWxbKsk8H8LrIMqsjqeqsrFxFx5WANSFyOFlZfDGX4yKgqhD56B20P3A3e2DxYqvbrV3GUoeiym6GURTdF0r77Eq23XJEhl9TcZVIpCrFIWyLeITUGtxPTh4qiLCiuW3SP3Omk/AE1Y9ZxShURzovNLqeXgZKUdhRFuGWHnWH7zVRYd90bUCNfCwXf+C/an5gPbjX+AA9qEce6oouuhTJm64h6iCd2beWnaH+sHtziH1R9zXQuwjmIpBAAt4LwtqpYrxs2Z8ErZtrmYh25g0nSrHpdlfUEnp56q5fIClN+IdRf7QZ17NbgQAB5hx8LZdTofg0Cr72AjoUPgNs2Jmn08YuhEgeKzr0C6rb988cF3n0dvPZH8MYWaD98i9DK5V0HluwsRqaDYGfINeJB4z5nSBVJMEma7g1nV1arzHeA0WWnnwFFvCwVzboK6vid+pPMW6+g46F7B+XIoZQ4UDjzT1C375+DLiguch+6B8K4LpcKgToooOxdMn/hilwaV6yxSIKJhZDJ3/2uyie5y4AvowrlF6Dw7MsM8/u+JfTh22i97+a0+ispxSUonH1NWLudwGvPo/3hOdm8W4kx96QT8Q32Oo+woxoSJasJRsRu2aq1tGOw/UXWn37iWGuB5VtmWDJx1YijU6HrYljE/UyfEvrsQ+N+Q4/L16fvsjF3fKGiYSi+5K9QRo/rp0fni0vQ2fDwoOyo0jlnRAhpuj6rrH7xfensd7D6ymqC8bkqrmfGuNL6xj8OFoCiX5/L2QCGM9U+RwMaY34Bis67EpYJu/QTI+45xM5B++aL3r+pKtRtJ8Aybjso2+wAKiruMugj6gqD012YobduhP7zGmjffwV93U/QVq8CQsHNVcSFbuHsa437ob4l8MISdCx5FNzRPqAhDn5j6gA4SMAGJu7QdTJAElfuTGwjUop01tZayDJvWN2iqHGDBn8sydEg2wnmUQIdWeL2bDlYT4LfnDHZUWpzrEupV3Zy5hrCKK/wgqthCXMnI0im86nHoX37JWiYHdbd9oa6wy7GC494So6n6OvXIvTlZwh9/B70H78FCopQ8HtXWEfGwMvPoGPRg12hJbKsiNciBfCzjhW6Qq9B549Um77efu/iZ7NsKClTN6sJxu9yLmXG/jrjtLK5nodThlIUwSKhPRFOG4y+E+nTIJnz/wLxrN2viJ2I3xs3oUTVQ+x0dA1Q+58ejSfzh+eAtey60CWQrrP+MCnKw466hucTmYeh0iarCcZX7fwchB0HKwnWylnHlYzozPuJkDkvR6YWbl6+8URsxjzflLwEKgVef9F4Lcq252cGfCEou4x0L1qTwLCHXJOsJhi/y/kOA5PErGmEO4bXeS5M5ww21ThvUBiXp7PPZPVFZSNQePp5YV+XktVHJDniGNZ2383QvetT3VXy5YtLWi10yvC5Tz6RfOG5JzG7Caba+RQTjhfTQoAW0kO/S9fEs2vKCD/U9wBENkPN4PVi2f5XyD/FBXXr/gGeUq62phk+RR1P/juj3BZMj5voUUddw+9N1x/CFbObYFwVdzPo3O75I9DP7VrgyC3nPfVJqufUf075sRxSnkl1P6mQr249HgUnnwU1zItSKvoLK5MZoa9WoH3eP6A3Zd1OZoPD7UluHOe0AZ/ejrKaYDZMP3GGqlrqe0FGWMUh5dDSeYtSGh8yWxPYi8BUBWdeEDtAVZrWob5hHTbeegW4STzEZU1hnZXzymRu6pgTltUE01FduWMHsciy1ysei9jJ/JzXMWHCXc+kxG3Yf7bzNNZx/yYTh5ggZ0oFZeSWKLrgaoh/Z1LRfU1ovfUKw34mWwoBb9ndngP66ltbC8vhL0+2TJ7cfyQLlo/UP911gX51LfTBMqtIN75ZTTAvTZ6cv8+Ojle7L3p7gicsJsG42+72zE4GqN7p5YcpVuVPuo7JJPyNsgw5stpQfNU/oGwxNhlwJF2G9tUKIzB5FtnDaKRqh+iaZT8CHwHmnUDKKDDbjfgNYYybxZIRmUEhwjoQNWma/prFynfa5yxZmnRAM0Rgln0m/VFrqik/W2FlTkQ8GesJeKykuOQmuu1B096s66ord7SSfgQznagQDmSGsDYT3vhZWay7TUThrCszV/f2VrTe9zeEVmRP2mci6MwiIgwL2+b4sTUyTpAu8i8R83KLqj5RVKDeT7ctaIpfWGa2SACVzBoIV1UV+0uDqzdlCQivnJhIBe3EWMXE70PHtyqUzqDCm8PwM+sBYioj0HYKMJ6JxgBcnG3HoEizQ8LJ8PTzQKPHQi0dGTa9yWDMrIjxIi55A2+9gsCrzwGDmGhtMMbfs08RxgqAn4jvCUK9JxdsbbKeYMQEbahxXmdhXGnO5W6wl9Hg9U+KApSNgHXH3WHZY5IRLkH4Fonjk/AvSksRZ4fODmi+DdBWfIzgO68abgWy9EBAHKJA68B8Q+nc7E5Zm6ZVldrlIy7WLljt/IaArVLbU3ZJF97TyvBRCH74DtgfZtetWiDsYSx77QfLr3Y3Ln+FK4FRkkU43ZcR4ln6848R/Pg9hD79ALqIDRwhiFS+81TDCC/4+ovgHg6T2YV+crQlpqUlHcUV9NBDPydHYnql5ATBCMjWnn7sHnn5+cty5Ugz0GUgIsYV/+X2rmwDoSBEOITAGy91fdiRii0PqnBuLBsBdZsdjEBVIs6vIUPsckwUcUkr8klrn39sRKPj9T8j9ON30Nesiu4WoFqQd+gxsB56NNSx24DbWtF629XQVn1totdcr0IbdZ1nDpa/3UDQzRmCESD4XOWXgpWbsvcq9pepJHtpV57m8TuBVAtCq79DcOkr/UMqRJj9glNnwnboMb1+FR+/9uVnCLzzGkQA8IhxeUVMX3FtKTJFWqwgq9XwsI4awpl1cDDY9Qokdh0d7WBN63J0jFDEbkkc06x77w/LbhOhlPVOminuZdr/eXv09U1kZIS07rW/8W+y2RD471PGnU4uFQJpOvMjpfWe2OkXMmjgOUUwm0kGyl+zIXxC5HVARoAo694HAOLeZFMRyeD1dWsQ+uhd46ihr/4+7K5AxG0pubEe6D7u9OlIpI/lpvXQ1qxCaPn70NeuNo4kvH4tWNdTtjzFXQ8NHwl1y62MWLzqDjtDHbONEWcmXNF9G9A25yYjhETfIo5zwlnTsuf+sGy/I8Ql9uaiaWi96zqIYFrZVHp+jH3vE40Tq7gEZrxur/ccmi3jyjmCEcALM36ElIcZGJ4tE9FTT3KUYdi19/xyHxJmEHrTOoRWfIzQB28h9PUKcIvIEtC1LPOOcSJ/WhwxuAKdCH3/NfSfV3cFi/r6c6CzE3qnkWesi3Q628Ht7eCOtsg7ksIikC0fIkyn+BLEDkjsUsRxTexUlNLhRjS7mGlue/TQMxeSseMZvxOse+4Hy467QRnTPzJed9PgsjfRVve3zJl+AYgCDYxOYmwk4rU6k7hX0Znoe2L+2kJoDxFbmKEpRGWk09Y62LCKJMK2DIxl4Kd2aAeMcS/JCv+KnCQYMSFcW2vxrf5gLoDTSDxSZ1FRRm6B4tq7oiaz7zkcQQrBt//XdSwIBVF04TVhswnEDYGuGcG3SQsZT8naTz8aux5xBOl1vFJViPzS4uNXy0aCRCYDccSyWgEaGPTB95eifd5tsB4w2fgnbBybMAMz4g3fe2PcQ052A4K4P9GXWVUs6WjXHh1qmQVylmC6F8ryqqri0fbOv5FCZxBT1ljgFp77Z1j32De+9R4luFN8giLX5vY2tNffiuDy9zdXEqlRiv98a+z82MlSwoSczqefQEfjv0zUTH4VkUGACc/k6/hTfn1Dnzikye8vkyXmPMF0g89VVTZ/qTJOQeBGjTCRmLfJ9BcncdTJO74qoz5cgac4eogjSHcR7geGj1OMzJLp+BD0Fj9Cb76EdhHgUFwyp7EQ4NVB8x0B+7U0f74vjV1nbFdDhmB6zgBfcMoWGwOhnTQtsJOqKmNCGsaAmXQFW6tMowj65viODEX4NH3NJDKD0lRKln2ImSVBBMUx3LjMtB58pPF8KyLzD3Zpc9+C4Htv9CIYseNStxgzaKqJJ3FxnAq+9QpETOA0R8rTSv9fwAAAIABJREFUGXjIUVBwGd3x6NpBAyEDOx6SBJPIPLDLVeindWvBhvtA2ot4aVHGbmtka1S33xGKvSxqitiUKcjctYN5/xf/PLGDKb7oWojL6XQWkZkytPLTrovuFR9DXHwPRiHgC7vb0z+L3GAok2F9SoIxOSHe/5u6DbXwSuAX/yWTTZNeTeQ5su1/GCwTD+669IySizrZnYuPuG3uPyC8nzcfkUpHdOWYDpOmNtn9C3nGMeiDtxF840WExIvX4JcvHJJgws6CJJgwsIhk9j3/s4jdIV6lmtd8sJG5d+yZwV7bZC+D7aAjkHf4caDSFL3Kd7RBW7vGsKo1jiJv/Ld3WAUi2CYdAnWn3Y28SyRekkxa/saDn0gO1/H0AoSWvZlRCdp0xmdl9Z7+CafiGVyO1h3SBLNx5rF7hLSCWcw8CWC7QjScCYWGxUKPQoYJKwm3/IxdBsLvyPCWTtIxRV+3FsFP3kXo7VcRWvW1iEnQlV4kWhJ6cT8lDAMVxXgBs+xzIGwTD06OX5OmoflyV3ifqkGeFUkwkSdgSBHM+nMr9reFqEIHTiWdRzKRVXwSHNUGfpBXr8nuhfFZwRnngwqLTLYIX01b/T2CrzyL4AdvQ2/2DihvtTC0U8Zth7yjphjGcWb9mSINoPlPM8DeDQMaXyoaS4IZ4gTTVDPlFBXqLJ2x56YcRjlHrOI5O79iAIHuO9oNQ73O5zxdrzDJLKoKy4RdDevigWQxaLv3RgQ/fDuZmiVFliSYIUowvprKo4n5Bh3YJ9useeNd+QVnXQjb/ofH28yoL+5VOp6Yn3LfHbLlIf/k6bAd/GtAERmb4yudTy9AR+Mj8TVKQ21JMEOQYHyuynowT88Fz2oz30jx5X8zEtXHW0SMljb3renLT0SE/MpTkXdMZdx3M8F3XkPb3L/HO8SU15cEM4QIRrgGjHWEPgPxkAk+RaqKoiv/YcRyiacI/6W2ebfF0yQ5dRUVecdNQ375KXHJEwTT/mgduHVjXO1SXVkSzBAhmLUXnLJFXnu7OKTH96WlegWmWL5h6PZ/10HEkDFbQl98gnb3rYZNyaAU1YKCqjNgO+IE092HvliO9vl3QORSyqjC+MJRLw3tws1Jzlx28uyqsubW4DIGhI/RkCrW3fZBYfXFQH6BqXELj+j2+++E9l3/OCsRBQi3hS3GGrFbehrZifoiPIOIgCdenYStilkzfRF+oUgc7UZHDrvQUx8jf9LNl2VcJkgCrSupa9hSZBkwNQEmKjFDaa6edqzOvDzVSQRNqJNwlZwhGJ/L+Q2AbRNGIkMaiiDcIm4KCooQy+9JhFIQYRPyK0+DdeJBpkYggk21P3Sv4bNjulhtRvArpXSEYWwnYur2LgTrfodCHTOuK0PAa8+bft4WaWyLxO7LJDl2LHwAoU+WxXyOZxGi37sBgpSiRdUzjUHUiszEeKSEtnCR2x05YI7JzkSmjKay4CKFsT3ZtKMddy8RazsrS04QjP9s59Os47jIMyCWG20kcCcDbdBpJam8Xhf5bHTkESm7ieBUBIiwaIrIcTMYRnXWPSYh76QzU+o0GPr4XbTOucm0pzEVFht3JSJQVOvd1wPBQESYlS3HIr/894ahnRHsKZpRXg8pha5LTBNkXF8Zs+H13eF5GPrPa+JqmlhlbobC9fYtm6+k2pc74pUhLMj91RU3gGgWgEKxVkvdnoEZNsWrRJLrZz3BeGsqp5LOT4R5LWoV4QVDrN07vCD0Eu56ZiNqaxWqrQ0ZrgC1wlq3FqitNdJ4drsH/HzBKSMLOjvKdY1PhsITwWT+YmMAkyPi0Radf5XxIaes6Dpa//EXhFYuN91FwannwHbA4dh402XGc3asIo474tgj7Gk6n3rcFMmI41XRuX+O6w4plh49fxfJ3EQA8TSWIDPeslmUmwrnLHomVppY33lTttMDymUK6FQAmwmFgQdK3Z4z0qh30rvKaoLh2sn5vh/tnxLRdgYywiRXIb/O+KcDI68cyHbVIJzZVY7OjaERHeBpAJ0D8NhUPXtbJx2MglNcvWPLJnm6ta8+Q+sd15pOzyqcFwvP+TOUEjuaL+oTa1pRoBQVg9vawCKwd/duRVFRfM2dhi9S6+3XRM9i0HMXM+tKiOyTqSgi4l/LlTNTITq6TLEeCUFmWsukNwGkEeNnVrgFzNsTlCKCEQpTpGzo9S0yod2qqAcUz1mYPakuw6CR1QTTfHZltaaze9MgmIgW6CG6NBWXYuurp+6rQPMoRsbH5Bd13HYoPPsyKCO2SL7wTRLbH74XgVefNy3fOukQiOwEIjdRy8VnGnFpxEuVuBsysp7m5Ru/CQM6BALQfvgG7Pei8Lwrjdg17Y/VI/C//5jqz3rI0Sg87RxTdeOtFHj5GbQ/6o632aDWJ+D2ZOVVH8yBZDXB+GY434CCAwHSWadLS+cuSqkVltflbCDAmaoJy/tNJfJOOLnrg01yYCvhqNhiOAt6Tasv4uzmVZ4GYkZL7SzjnoQ3tkAX/kAi+LdIVaKoUIpLjMDevLEZ3OwzCEb4RHV4/oXOZ54w1Z86equu3VISQz6IC22RpqXtvpvBHe2m9MiESgxe/hV+2G+S+70BXxgP9niylmDaXZWHdEAXQVeHWwj7Datr/DTVYG6sqbhYY+WWVF4Aq9uMNyLmGz47Ii9RNKIRH3ggAMvW46NG2Be4iOfjjbXng9n8S6rtwCNQIHYVqgWdSx5DxwuLjXxH0Ypl5z1RdGGtUaXt7r8i+PG7pqZFHKkKzrwg5mWv/v3XCP30Q8RwEN1ZENi3AaEvVyD44VumL7RNKZriSgR0UkDdq2T+wl8C7qS4z1SKz1qC8bkq/wnwEapqPWPYnAVxvLkmDqf/bOdprOPBxCXE2VKQS9QIEV0/Gvc3IlRDhDxIoo646Gy745q48h6JGLuF5//FyGMkdgOtt9caO4JIpecxTwQH33jtBXHZrOSf+FvkTfldRPniWb7l8mpjlxTdAT5zw2pEXQFGrhf6rcPdsCDOlZKx1bOWYNbPmFJhIctOjvqGm9OFblfg8GBnuvoz24/Y9RTNumpT9sXwrYw8Qe5bYr7qiJi/4rlc3Wo7WA6cDKVPDODAGy8i8Opz0L79arN9iQh0ZTtgsmGVq/SwJhbpX0Xys9DnnyD4/pubiCHyqMTxMJr7AHvXY+PfrzJyN+VaIUJIgTprWN3C+3JpbFlLMKtmV5XNsy9orq1FKJ0T4qt2doKMW/+MKcJWRaQNEfmUwhWRKzrw4pIuT+QotinW/Q5DQcUfuiLjRQrDqWmbM0KK4491171h3euArr7Fka5vEQZvgU5wix/tj/8TIl9RpGI7/FgU/L4m4u+GY+b9d2RkTJgBLoY2QL/G4V6cQZniBjiiTc2zlmCSM/z4pXhdFd8RKON8nYZd+Q8juFOiBGM79GjkC3IpLgG3t4IKiowdR+jblcDGlq6Ur2O2BhUPMy56RewY4SwpMjYW/K66665IZIP0rYf2/TdAYaFxlyQcMYV1r7ACFulpOx6p65VTqae+sQgmsPRltM+/M+YuLP5ZHbwWzPgOFvXC0jkLPYOnRep6lgQTJ7Zel3MxMab0tlqIU0gKqouXG+vuke1Ioh2RhBtA/u+qoRQUIrDsTXS+uAQFzj8AgU60L34U+pofDI2FEaAIaiUIo/PZhV1HHiIUX36LYb0b+O+TRs5ssVsRz+0ilQl3dhikIGxcbEeeCIRCaH98HkIfv9cPhVhHpMALi9G+4P4UoJd+keJ2TQO7O6BfmS1pYBNBSRJMnKj9PKPiTJtKc/vG7Y1TTNKrC3+kvGOnRj5eRLrkFQRx5T+MJ+eOpxYYKUDEMcp26DGw7nsoAi891StFiXhCN3Y5zV4jraxBPCO3hL7h517+R8IxUhCMJry2H55j1BPpVkRaW0FQrX+7HCLtSM8iyEtE5otU2h+8G4HXX0w6dmkVSGgnYGFHfsHFWwyBHEqSYOJcXSK7QMvqD1r1LuvLjCniklU880YqkZ6pRVaCollXIvDmS8YOpPuORjhcFs68HLpvA9rqbgFEwG/xYrXbRFj23Nd4+hUvS8JpMpwLQb7zD7Bs/6su0vr8481qiYtgy857IPi/5xD85JddjHB2LKy5FJZd9oowBEbLpdOhx2HHkwmTQ0Q6s/4Ng16zEP+tuK5xRSzXgUzQO1k6SIJJAMlM9NyORTCRDO3EUUYEf+p6GeodvsF28FGwHfRriEDgwmhOeG4L+5z8384wyEPsQFqEbU3PmDJEBkkImSK9SOfLz/byZhZP3iJLpe5vQuCFJZvRt4zfGYXn/Cmiq4TYIbVceU4aPKPNLwiRcA3g5wF1vaJy17cUAgKk6QpxE7Hlp5BV/779Z9vKcQsWNJmXnDs1JcEkMJf+syvfZJ0PSKBpUpuIC1SxAxFHGUEEwps5Wml/6B4EXnuhVxUaVoK830w1jh76mlW9m4v0I/sdZsjmZj8C7/wPpFqQV/F7wzZG7GL85528+WikDB8Fyx6TYBm/k7Gr6XzlWaC9jzGqLQ+2g4+EeMLuGTLCdnQFCk6K7Ncn7nva6m9F6OsvgFAwqTgmIkw8xmnFoa1G3Pbkj4m0HyptcppgRFwNWrAgqfEVReoTa1B5msHpzZPac0UKR8Mtxnbdk+wxEcrI0abWqwgwJexI0NkzkgAh74QqhJa9AW3TZW5fYda99oftGKcRqkFv9sO6y55dOw1m+C/4vXHfrWwzHqKeeC0Sr0vBD9+JuNsQtjbipQr6L1bFRRdcHeV41KWRcEUQl8MBkavpq8/6jMMUBEmrRIT19jrPyKQJzFFBOU0w3pqK5aQrn7NOs5PhAOk/p/xYDinCuWZQYnSIewrLr3aH7bBjYNl1n4T8lYQ1rjB+61lEiAVx1yKsbyMVslhg2esA5B05xSATsXsSpWPRgwi88V9j9ySM8oIfvRv3MUY8Zxed8ycjyJbZIgJJBd99zcgyKY5wZmPPmJUfsx7Ro466hgHkiYnZQ05UyG2CmVHxCil0qDC3Z+JPVCh/L3E3PBDvzPlcvx3P3PkgEQvHyrRjJo4jtqPLYd190oBjpoQ+ehet9/UOOCVcDISXdKygTOJupXDG/0FE3RPGc+JFyXiGfvAehN5fGtXPSRm91ebn7r74F519GSx7J37iFHqLS2qxc0p6Tqfwi0ULMCaNqvf0De0X79LK+fpp/1jSiWjzedN20gPaMgBGsNpNHiotpOMTTcWLwVDw31vOe+qTcDp5XeVHEOhIguJi8IgYzi8pGZZwHMw7usLI9wzhYZ2kIgJBdSx+tJc0yx77QvgeCWdCcX8iiKO7KFuMMchNXNyKXU7gpacRXPGRYXcjLoJpmN2w0BX2M8JmRrwuGUXE8R09zojQJ7yZ++6cRBUj5W3NpVH9qEwNW1gMt200fKU6nl0ITdzVpKgwc6uD1AnkXpSOMHkpGkV6xOY0wQgIfTOm3gtFDxNtiHQQd4KxEYQOYvqJwcLW3QFGMRQUgTl/MHYsQm/b5OOQd+JvoQyzJ30liLuM1rpbDBuV7iJ2McrYbbriAYvE9eIiVaR+FfFfxD95BUbc3M7/PQvti+VdRxJFgbrVtrAdfpxBEJrICClCNnS2G5fCglSMf1r8YWPjihAPxZfdFD0Gjq4bNjbC1sZsEZkS2u68Dtr3X5ltkkA9+lGDVq+z+ujI+obUsVkCmmVSk5wnGAG2v9r5FhP2yyTgo+lifHhX3ArFMdyUyuK4InYdIhi3eGomRUHhzMtEeL+I7cXH1zrnZnBT7xQg4vijjt8Z6lbbGAQjFoje4kPos4+iHqFEyE9BNjRySyi2PGg/r4H247ddWQbCFCM8w/TZRjDxiEXE1H33NQReeRaW3ScZmSvJ7og6rm5ZwaUvG35LqS5E5Nd13OEI2m+j+fOFm7csPRAYEgRjkIyr8m0G75sNsy+eeQtnXxMx5snmMQSDxtOxuGTVVvYOh1N03hXGRxmtaN9/bYRgEPYtaS2qirxjYydeC339Odruvn5zojWRMsW63+GwHf6bmKlOgh+9g7Z7bkjbsBjcSkx/ddR7bkxbp1nQ0ZAhGDEXXlfl4wSObIueIRMmnoCHXXuPkYOoXwkFEVr+vmEYF1zxccQo/+r4nVB80bXhPZx7CBUvMO2P1PUjqJRBYctD4SkuWA88IkYwLUbrrVcgFC7+DBHU7SYYOxrLpEOhFA/rp+5gpZlViJ8oqWvM+DWWsvntI3hIEcwmkjlfAdcykJZsAYlOpLhAzSv/fVdkO5Gg/ruvup5l330d7G8Ca1pM0XnHnQRhsh+riB1M5+JH0fnyM7GqDuh3cYwqnHWlqRS34lVIGAYKY77IhQCbDdY990XeYcdCnbCzcXwSr0qtt/wZuhGYKv2FGfNK6z0z0t9z5vU45AhGTMGGc343Tgl1XEegaQCH2SZkxkSRo6zrY2TuetnZ2ByXvQflF6Lg9HNjhqHsYjDNcGoUMXS11avitmWJhpiIV2PZbR/kO081XqpiFUEMrTddGl+K2MIiI9C4Omo0gp8siyv2cCx94v1dvFYqpFxlr1t0fbxtc63+kCSY7knsqK7csQOoZugnKQqNZmbbYL0apWphKWPGoXD6RcYFrJlixID56F10vvy0sRPo+Vxtpn3POkZK2Qm7Iu83Tlh22MUUtKI/kcNI+ybbH2bID9gmOtz/TuVTVrxTkvb6Q5pgeqItjOkIwdPA+q918HgQ7AAVCIBEpseeReQJJZ1COuBXCM0gflNn2ouYd8u0ODFCb3HcKph+kWEgZ7qEQgh98QmCH7xteEMbr03Cg3qTV3VYOYoCsuVDcZQZZv/W/Q+Duu0E012KWDFtc//eKzyE+caZV5MIt9vrPLMzT7P0aSQJJgbW3Rkfe/1lRv8k52svOGWL/PaOTwfVRynKWNQddjai/Yvn4USKvrHFiAEjAlcFnvP03tkQGb5KtokHQdlyq4SN5joWPYTO/yxKRL2MbEOAz+72ZPRdX6qBkwSTRISbXZX/1MFnJlFkUkUJy2CRPVJY5iZaRE6k9rl/7/W6o5SNQOHsa437j4QKMzqeehyBp5+IvkNKSPjAGolg3NDUimBeaIOi0wRotIcqXEaYJjGEIWbkQswdKujA4iHsUiAJZmDrb3Nr7/RpTqjaI7TJLSFJYpMuRvgEiRi6lp32SEw2s5HYXlwIdxfh2V00u9bwpI67hIJodd9i3Puk3WEx5u6VRQLze+zuxvN6VhUpizeusW+vsrJrELiRmbcPl1JYRHSwgC4a5m64M25ccqSBJJgkTGTLmVWHa9bg0wDiuORIQscJihCWwvknnGy4IyRSRPqT4Htv9CIYER5T+BzFU8TzuLhzCX3a27s7HhmprEuET+11nl1j9eFzVVwPpnNBcPSvS/c73A1nxZKRq79LghngzIo7Gl915U9EHPv9dYB9Jbu58CEq+O30yClKInSYDIIRl8atd13fFWohAwsD7SE1eOjIOU/1j04eRt/VZ0zZqdCmPgJg714/E9501HkOysAhpkUlSTADgFnE5/WveX8VmMx74g2gv1Q0Fc6N+SdP7/IJMhmJYkAE09mBzucb0fHsoohWyKkYZ1wyWUChXGN3L+rKgRtH8dc4lzNjl+4mDP641N2Y4Hk0jo4ztKokmAFMTHNNxQKd6aQBiMiYpurW4w2rXyPodgyiSYhgmA2fKRGgyjAYzODCxP9zjN77SKqtTSipX5OrYo0C2lIY3JGuP+qYu3jIBqaSBJPgQm+uLj+LFapjJkuCIjKvmcVqGOSJ9K3CQI5s4Z+04yWY0Kfvo/OlZyD+LWxdMr3ooEPL3A2vJapnc03FFGbFw8zERLeXuhsuSlRWtreTBJPADP502jGjCgoK32ZgmwSaZ3wTwwJ3+x1hO+QYWHbaHSKG7uai612vPn1fkS661jCw23w0EPFzv1qB4DuvIiRM96OE48w0QEIdoa1GPDiwYN6+6orPmGgsgy8pczfWZdoY06WPJJgEkG6qcd6gMC5PoGnWNbHssLORtcA68SBAtRixe9sfq4f2+S/BqkTqk6Lz/2LEgkGLv8vb+7XnDYLJxqIS7zqsrrF3/Is4B7JhxoknkaIeFSwovHooJFiLBI8kmDgXjqjuczl/BpB1r0YJDPWXJkSw7rIXaMzWCInYtz0SoIlodiL8gshZLeKwiJSz2VwY+q9L3YtfGugY3nVNLJzkfi9yJPWBdpAF7SXBxDlJ62dMqbCQ2hDOsKqvKGYGEX2lQX8Imv6jRbXcx0BXOH5ZMhYBZrq2tL7h6oxVMIsUkwQT52R5XRUfEij2syNhPan6aSWj9nmh+zVCWPuSqj0u/A/j7FZWTyMCDFpQ6m44OY1d5mxXkmDimNrHq6psR5cG2yj6LiTIxI1au3ZhuItCn6uiBkx3gjIrt3UcMOR8VWb+tJ30w8e4l6zP+cGmeICSYOIA2D9j2vGsaE9FbMLwWS3KqUVzFkWuI0J31kyZRbp6qySZOMBPZ1Xmjnwoe+bLbAEDRl0STBwQeqsrHiCi0yM0WddZULC72RcDb03FmcTkFqmB4lBBVk0TAlZVOTHWH4o0qZLV3UiCMTl9L02enL/PBMcyJuzctwmBVpaM2XOXeC0/m2oqphCThyCcdmXJLAT4MYe78ZTM0in7tJEEY3LO1p9+4lhLgWUluCtL5ObC8NnH7jUyXnLpbt86c+oJoZD2BBNFjS1iUk1ZLQoCIlecSXcrkWv4h+d8lvEnL1iwKU2lhDYRBCTBmERNxO/tJP6Ee7wAiYBCwWJthxG3DdDq01XxGEC/NamKrJYAAjrzCkVR5oP5CgD985z0kUki7LmKP5bN8TycQHeyySYEJMGYXApraip2yWf6qPsFSTiysYYby+Z5/mxSRMRqfpfzKgZfE8ff14F2OaTaE6gDauiIkjlL3m6uqXyUmU09QRPoHbu7IWsygmbipEqCMTkrLTUVu+hMYgdjYMaMtY56zxjxl86kiIjVvK7yhQRl6kDlyPbhESAgGLTyoSPuaXzr5xknHp9HlgY2ZSZAusJadUn94n9KbBNDQBKMSdyaXJWHKOBXRXWxYHXov0mGObmQ56uuXAXirUyqIqslhAB/Za9r3FE0bampbNDB5WbEMPCDY8xe2yV6x2amj1yuIwnG5Oyur566r4X0t43dC+ApdXsqTTaNWc3vcnYwkBezoqwwMASIL3HUNd4qUtQAnR+ZDXFKoKfs7oYTB9b50GwtCcbkvPvOm7IdBdUvWIeuWqzHDJuz4BWTTaNWW39mxf6qlZbKiUgGmjFkEP3QmZ8/SdgqGUclxfKUuEszU0SOo5W86oqh7rxoBquedeS6NonYateUEYVQPgPR+/Ym64mUpOdLf7XzaSYkFn3bpO6y2i8IhEi/akTdYiOlq9flbADgNPsREPCuolovTtYfl6EwL2axHQpYRB2jcL0fj3GvaazUjKhf9E4yABHJ2vLaOsT9SzzOjxqI1ExL8ZEMPOKVYYSkjLORyBRQUufZvfty3lft/A+AY0wLIrSD6bHOgvzLR60OeZP1hybOYWRN9XjnJ2sGlgpFfWdPvddx36JzkiXbN6O8DoriMiuPdf6flodL1QBVg+gsAg/l+ftC15SLFAvvBuabzGII0MagGpjcM1vAJheQ0+LiKwYzkVez6seL1ynz/Q+tmkN5gcY90zy7qoxuW9AUd8MwDXj26WP9rc2fmTH6Es0JaLG7PSXif6+cdVzJiE7bGwSKmbMnGbpmkgzxggcF0+33eR7q1qupeuo5KvFdDDbjcsE64aayut72S/6aaROg6w8yYT/EkEPAeh3kIVvoBsfdS77JJHwyTRdJMIM0I74Zzjeg4ECT3esWqBcXuxfeJuqLj4FZXwrwL0FwTQrK9mrMeKe03tPP+E14qCus3mYqoBfjP456z7F9seBaWFrXTtulLRiamKfysdCV0SzsnBQw6WgDKe+wFni1IxD4eMuHnhNRDWWJgYAkmEFYIv4a5+2s43wzUfHEBOlMDaX1DZsN8bwu54UEGGQz1IoOvFXm9hwQbtwbZpRfrSpKzFxGzPxtaX3jdkMNu8EYrySYNKPuc5VfClZuAJkLncnEn5bWNfY6CvlqnC+BMTnNqmdGd4z1bUHt0DHzl4SNKO51lb9HUPaJoWyLY9NxMzMGlbtaSIJJ49x2xYDBPLM+Rwxe7nA37tHXHcFXU+kDsz2NqmdMV0QIatD+WFa35NFwSomXOVt7++poITBEWtjVXuuoXRcs2JgxA8tRRSTBpGlim2ZUnKsqdFe3L1O0bsW5n5hvcdQ3/qlvvZYzqw7XrKHngbietn8RQ/wToLRBUbaBpg1aAPJNT8zvqyrPK7YEHvJ35v8d4BlmpkPX9TllcxdHfM3zVVfcRESXRTGia/3Ra91SEowZtAdWRxLMwPCL2bqLEIJzibCDiEcSszC+UNhyacncJxrD1fW7Ku5mpnPM3N/0a094Hpw3c11e87qRbBluCagTAuByIuU4Yt4+pm7JrRBUteA+w+Y9ZSRY+uaMyY7hNvsruomA6grxEyV1jVXR1PHVVDSBqTRcHQa3rvbaJMEkdz7DSpMEkyKQDX8XClxHjEoGRw0mRTAsWjaC6KF11vY/TbjrmYjJm/2uyrcZvG8Can9g91r3j2QY5q+p/JKZx5uXSx3M+nqFSBj+hRj8MzGGM2OCGfIjkA41dLB9zpKl3X16p5cfRqoi8hFFfW6O9JLUU3d/dcXDTPQHSTDmZzQVNSXBJBFVrp2c710zrFKFOguM3XRgWGSAhZ0WBRj8jR6iBnIodaV/X/RdLHV8LqeIdD88Vr2evzNzq4O2GEVud8QkYC01lVM1ZpFSJeaxiYBOTef/84f8/9pu/su+Xh+2q/JJBp8QSz+xmVPA99jdjef1bu8UT80XRmvPwJelbs+EaHVaZlYdrmnB54D+2RvkDibW7CTvd0kwycMS3mqnOAr9sWcgbxKhY4xlpZgJAAANhUlEQVQLBwZB6WRwC5g+UQme9QHvg30/0Fjq+GoqgmAyHyicSRimneCoa3g+hmylyVXxqQL6VSwdAKxr2agePO6RhSv71t20CzHlCMrQl5W6F0/sK8PncnYginc5EX1tr2uIudvyVld8TUThnqPlHYyJSU5GFUkwyUCxjwyurbUALxsk8PLLwLqRI/WqBQtC4v8PJEDVhnN+N86idX7LbMpitUsrxp8d9Z4bzQxzU6YDE8GVKMjgS0vdntv7yhW7uObVpd5Yx8JN7XxfYtXYvh7Kza7KJ/XouyBh1eyIhaXXVfkPAs8OM/b2H+UrkpklMeA6kmAGDGH6BBgxaRR9KdhsFgJeH4S6x0j3ojVmtPy52rmXjSBi3sR2voxAXFxVZfOXBpcD2CFWnwxuduQFxlGfOycjNEZA/SrSi5vRbszew2MFgfK5KqsAfqzvnQ4DvlK3J+wFcCyd5e/xISAJJj68BrV2c3X5WTqUuWYuUQ1FNwVYMqs0u6aMaIHlvzp491htGHRbqbvhon47GEDxVTtfIcIhsWQQkb+kybIVhbFH8bkq1gC0ZXgZ5LeP2XNEbIL57XjmzteJsEVPOcS0zl7fMCqWfvL3gSMgCWbgGKZNgvDmhq7PNNmhzx5wbEfz5/e6hI3V1uuqfJzAUZ+Au2TQIoe7YVo4ed5qp0iNOyvW4tJBP5aO2XPbcEThqymvg664wodRMEcwQjd/TeVrzHxwTz3DWUfHwkX+nhgCsdZAYlJlq6QjYNxt/OhYZDY4FTHuttd7ZsWrSLOr8m86+JJY7YjodXtdQ9hdipFil7QnY+60Ijgdir590088EhbLs+D+mS8Z8DvcnrJYdzBCTrOr4j4dVNOLYHQ8UDrXc0asMcrfB46AJJiBY5gWCVxVVdw8PPg46yai3zHY7vZYiOLPeLDhnJMOUkOh12MOinmpo74xrDe4QQ6qRTwRR7ZnMd6p6U+OuoabI/Xld1Vu4HAe4wyfo97cHUpLTfnZGitzevShMeiiUnfDnTHHKCsMGAFJMAOGMD0C4iIY4p8cdY2jE9HMcMaEEvGj75YZLRC2QTCK5floOxgi7igZ7S+l2pfFk3TY4nc5P2fAyATQsxDjO3u9Z1sz4/PWVE4l5oU96vpULXhotwWxGRmyTuIISIJJHLu0toyLYHRljmNuYpH3/C6n8JfqZfwWdqC6/nfH3MUXh/utZUbFuZpCd0cDiJlfKq1v/HW0Or4a53/AOKZfHaJvHXUNpsItiNS8gZD+ZHfKWCL61F7XMOQCdaV1sfboTBLMYCEfZ78vTZ6cv88EE3cwDFYV3m1YXeOncXZhVPdVO58F4TfR21JQZ+38svrF94Wr53U55xFwVkQZzB0arEcOr3/ijWj9eF3O+QTDcLH3Dkahpfb7GkwF62qqqZiisOLpjlLHjLtK6z3nJ4KNbBM/ApJg4sdsUFowoDTXOB9gxqnRFBAhJe1ujy0RJb3Tp24DVX+RgKhWskxo7wBPGh2GxISePpfzXQL2jqgDUYOj7pcAWpHqRTKUI+B2u9sTzoCunyhBMCpoETMsIoVsMKhPHnG/jKGbyPpIpI0kmERQG6Q2G6rLz7KQMjd6yAf+yuFujGnkFm4IwpDPSvpzDDiiDpH4W0dd+IhwYqe1944OEbe4IJwM4RdlUbCfmR1Wi6vyfI35jj5P1QEF5CpxNzxgZhqMHYxODSLAF4M+cXgtE2UmADPIJaeOJJjk4JgWKYYDXyj4UtTL0wFkIVw/Y0qFqige4d0ddZdEuMNe5wnrkCgCoze3BteHI0EhVSGaNqyuYZEZwDbWTDslxNq/ekX7J/ZaFMvk4jkLRWbGmKXriETiktfKwOxw7g0xhcgKCSMgCSZh6NLfcJ1r6mgL9B8iRmsj6KpO1w+rb7g6Ee18Myv+DI3+Gr0td2ps/XWk+5NNT9QvhN+94EuHz7qr2R1Em6uyqpP539SD8UTyM7vbYzpcRdcOBo+DSLcXFGxPdzy6NhFsZJvEEJAEkxhug9bKV+0MRYrnK8IotBHvE+5uxIzCvurKRSCOmnNbYXqwpL6h38Vrt/yW6sprNOK/hOmPQ0E+MJ77D79r6u911v5F3U9AxlZGucbuXhQzsHd3/15X+REKFA8Yr9nrPTHDSJjBSdYxj4AkGPNYZURNb7WzlQiF4ZQxfHvqGkxZuIZr762uWE5Eu0QaqLhADkDZJpLzpLA29q9xLAbj6J4yjA0I4T57XYNZNwej+UaX88IQ47buExuBOxUtNCkeG5bVZ0zZqcCqLgl0dkzb4sFnTR2rMmKic0QJSTBZNpH+audbXcnB+hcGe0vdjQnlSmqdecLEkGZ9hoGRkSGh+x3uhojPzyKZXHNr8zsM9DLyY+bVjrF7bxPLObFvv/6ayjnMfHb3f2fmF0rrG3uRV6zpY5er0Id114dzzIzVVv4+cAQkwQwcw7RK8FVX3sLEF4ebOJF32V7nSciIrLmmYorOJEIbhN0dAYiZ6mNT/GER8rKneqwHtT+U3R8+C0A08ATBgLmm+8K4DdrIMe4lIqJfXKX5vGk7ldy9MGyak7gEycpxIyAJJm7IBreB4Uioao3hnAAJvNzubtwtEQ2bXBU3KqB+WQyELCN+rsJn9EzXGq6PppoppyisPtLrN8KLjjrPUYno5HNVLgTYSDhHTEvt9eaM6xLpS7ZJDQKSYFKDa0ql+lxOEbt3676dDMQMvslV8agC+l04xRm0uNTdUBFrUN4ZzgtJ+SXjJDEFFIvlmGFzFpgKodlXvjDYA2MiFITsnY6R8YaeiKWv/D31CEiCST3GSe/BW13xABGdnkyC8c6oeIUUOqyvTHF/UlrfONbMIPwu51UMXNtdlxmvltZ7+sk0I0vU8VY7vyXC1jpRXVmcF8Rm+5D1UouAJJjU4psS6eIookJ9UJi/9+xgIDsYr8u5kvqEuSRCCJpaYZ+78GkzA/G7ymsZSpcNjvAZULi8pK5xiZm2fevU1sJy4eqKFToQunNM4261tTBiGsuSXQhIgsmu+er6dkVsmLLQB33zGCWdYIB3S9ye/c0EdhJ69SQY8aQdtPKhI+5JzO/HO718b1ZpekdAvztSHuosnLohp7IkmCyd8r73HWIYAyEYX03FGnDvGLg6ab+PlAM6HGxel/NCwuY7mLagGjxs5Jyn3stSiKXaSUBAEkwSQBwMEcJtwAptBUAl3f0PiGCqnV7QL06ORPRTSaFlV7ptgXBcNFWEL5OFVI/xSE3sDVlwXKI7GFMdykoZj4AkmIyfosgKbkr0Nn2gBMO1sPhXV2zoSVY6uK7M3bjZyM0MTCJdLnPHh0RUxIy1OixTY8V8MSNX1sleBCTBZO/coWX6CbtpqvXD7ti3xPjMXu+JaOofaaiCYJpXO9f1DNOggw4tcze8Fi88vhrnS2BMBvgnja3TJMHEi2Bu1ZcEk+Xz6auuuAlEl4lhMNHXpSZSqvYdcl+CEa9HJTzKHi2XdSTYNpxdWa3q7CZgbYjlDibLl9eA1ZcEM2AIB1+Ar6aiCUylIql7qbuxOF6NBMH4VjubCBi2qe0HDrcnckS6KB0YmR0doY0MfaXNYju9aM4Ceckb74TkUH1JMDkwmetryq+0QLmGmNpK3A12s8/KPYfudzlXb3ZSjCOfdTj4DENAhSYUKnkX2eb8e2kOQCyHkCACkmASBC7TmvmrK98E6SNLimz7xfPy0z0On8u5DJvi6CoBdeeS+Yk7B4qwDb7VjnsKmG7Or2/4ItOwkvqkDwFJMOnDOqU9bTjnd+OgdbiCoeC/t5z31CfxduZzlS8EK1OJSC+pa7AmkrStZ58iTEIidzjx6i3rZzYCkmAye37i1k5Y6Cd2RCq/mqFeDPB6h9tjKudQ3MrJBkMOAUkwQ27Kww94/bkV+1uDyl1gaDIsglwUyUJAEkyykMwBOc3V5WfpUHd21DdckgPDkUPIAAQkwWTAJEgVJAK5ioAkmFydWTkuiUAGICAJJgMmQaogEchVBCTB5OrMynFJBDIAAUkwGTAJUgWJQK4iIAkmV2dWjksikAEISILJgEmQKkgEchUBSTC5OrNyXBKBDEBAEkwGTIJUQSKQqwhIgsnVmZXjkghkAAKSYDJgEqQKEoFcRUASTK7OrByXRCADEJAEkwGTIFWQCOQqApJgcnVm5bgkAhmAgCSYDJgEqYJEIFcRkASTqzMrxyURyAAEJMFkwCRIFSQCuYqAJJhcnVk5LolABiAgCSYDJkGqIBHIVQQkweTqzMpxSQQyAAFJMBkwCVIFiUCuIiAJJldnVo5LIpABCEiCyYBJkCpIBHIVAUkwuTqzclwSgQxAQBJMBkyCVEEikKsISILJ1ZmV45IIZAACkmAyYBKkChKBXEVAEkyuzqwcl0QgAxCQBJMBkyBVkAjkKgKSYHJ1ZuW4JAIZgIAkmAyYBKmCRCBXEZAEk6szK8clEcgABCTBZMAkSBUkArmKgCSYXJ1ZOS6JQAYgIAkmAyZBqiARyFUEJMHk6szKcUkEMgABSTAZMAlSBYlAriIgCSZXZ1aOSyKQAQhIgsmASZAqSARyFQFJMLk6s3JcEoEMQEASTAZMglRBIpCrCEiCydWZleOSCGQAApJgMmASpAoSgVxF4P8BJDBLwZvO5hIAAAAASUVORK5CYII="/>
          <p:cNvSpPr>
            <a:spLocks noChangeAspect="1" noChangeArrowheads="1"/>
          </p:cNvSpPr>
          <p:nvPr/>
        </p:nvSpPr>
        <p:spPr bwMode="auto">
          <a:xfrm>
            <a:off x="155575" y="-319088"/>
            <a:ext cx="666750" cy="676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0" name="AutoShape 4" descr="data:image/png;base64,iVBORw0KGgoAAAANSUhEUgAAARgAAAEcCAYAAAAcH6uaAAAAAXNSR0IArs4c6QAAAp50RVh0bXhmaWxlACUzQ214R3JhcGhNb2RlbCUzRSUzQ3Jvb3QlM0UlM0NteENlbGwlMjBpZCUzRCUyMjAlMjIlMkYlM0UlM0NteENlbGwlMjBpZCUzRCUyMjElMjIlMjBwYXJlbnQlM0QlMjIwJTIyJTJGJTNFJTNDbXhDZWxsJTIwaWQlM0QlMjIyJTIyJTIwdmFsdWUlM0QlMjIlMjIlMjBzdHlsZSUzRCUyMnZlcnRpY2FsTGFiZWxQb3NpdGlvbiUzRGJvdHRvbSUzQnNrZXRjaCUzRDAlM0JodG1sJTNEMSUzQmZpbGxDb2xvciUzRCUyM0YwNjY1MCUzQnN0cm9rZUNvbG9yJTNEJTIzZmZmZmZmJTNCdmVydGljYWxBbGlnbiUzRHRvcCUzQmFsaWduJTNEY2VudGVyJTNCcG9pbnRzJTNEJTVCJTVEJTNCcG9pbnRlckV2ZW50cyUzRDElM0JzaGFwZSUzRG14Z3JhcGguY2lzY29fc2FmZS5jb21wb3NpdGVJY29uJTNCYmdJY29uJTNEdGhyZWF0MSUzQnJlc0ljb24lM0RteGdyYXBoLmNpc2NvX3NhZmUudGhyZWF0LnRocmVhdF9hNiUzQiUyMiUyMHZlcnRleCUzRCUyMjElMjIlMjBwYXJlbnQlM0QlMjIxJTIyJTNFJTNDbXhHZW9tZXRyeSUyMHglM0QlMjItMjAwMCUyMiUyMHklM0QlMjI5NjAlMjIlMjB3aWR0aCUzRCUyMjQ5JTIyJTIwaGVpZ2h0JTNEJTIyNTAlMjIlMjBhcyUzRCUyMmdlb21ldHJ5JTIyJTJGJTNFJTNDJTJGbXhDZWxsJTNFJTNDJTJGcm9vdCUzRSUzQyUyRm14R3JhcGhNb2RlbCUzRV5Rg9QAACAASURBVHhe7V0HeFvV2X6/eyV5xpKdAUkIK4SyV8JeoYyyYssJpqUFCiSWCRAg/IxSoJhRRqFlEywnJYwCJSSWE1YZBcoKK8xAIOxAQkhiSXa8JN37/c+5joOHxpUsyZJ8zvPw0KJzvvOd95z7+oxvEGSRCEgEJAIpQoBSJFeKlQhIBCQCkAQjF4F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0BWI+CvmTbBXrdwZVYPIoeVlwSTw5M7FIbmrXYucRQWzKA7Hl07FMabbWOUBJNtMyb17YWA1+X8UgW/MMzdeA4BuoQnsxCQBJNZ8yG1iQMBBhS/q/J7AHbW9fNL5zbeH0dzWTUNCEiCSQPIsovUIMC1tRbv6g++V4DRAFY53J6tU9OTlJooApJgEkVOtht0BPoQDBNwtd3tuW7QFZMKbEZAEkwGLwaeXVW2trltTLFitbAeDMFi0UPFamsglNfR5l/TuW3ryDZasCCQwUNIqWp9CAYErLa7PWNT2qkUHhcCkmDigis9ldk1ZYSflcdBdETYHhkaEdoAtDDjEyLlgRL3oscy+ZKzqaZiSlld45JkIhiGYKCDLih1N9yZzH6krMQRkASTOHYpb+mrdl7OoNkgHhltohgQf70Z4BaF8Jwe0u5zzHvyxZQrGKMDrqoqbi4NPaYz78bES8vcjb9Lpk59CaZLNv3ocDdslcx+pKzEEZAEkzh2aWkpjkn+1sBFAF0KwGqmUyKEWMeHrGgPlNYtuctMm2TW4dqq4ubV2sU69IsIGEZApwqUF7s9zyW1H0DxVVesIqIxm+Uy0BbUdh4zf8mKZPYlZSWGgCSYxHBLe6ufZ5x4vFWx1BEQz19ncfG50gblmgL3okfSobR3evneiqo8qQNjeiyu7x1uzzap6N/nqvQBbO8pm5kfLK1v/GMq+pMy40NAEkx8eA1qba6dnO9f43gSjCPjUUTsaHQdzzrcngqi1Bmjbag+6SALaS8yOL+Hfkyk/MVet+j6eHQ2W9frcoYIUHsRDNDiCDi2pvnzfWblyHqpQUASTGpwTalU34zyW6GQODbFNX/ilaXE7RmXistg/4xpx7OiLwFY6Tl4AnW0IjRujHvJ+mSDIi7Dfayu64cCA2TRDrTPWbI02X1KefEhENcCjU+0rJ1KBHznnngkBy3PEdDrg47VJzO3QlFOL61rWBSrrtnffTWVR4PxFMD974gIbzrqPAeZlRVPveYZJ1WwGvKwuOXuW5huddQ3XBKPPFk3+QhIgkk+pmmT6KuuuAlElyXQYTtZ9Kn2exc/m0DbXk2WV1UVj3EE1xKhMKws4kscdY23DrSfcO391c6nmHB8WNnMSx31jQemol8p0zwCkmDMY5VxNZmhNJ9d/ijrysninTqeQqCm5iLLhHG3LWiKp13fur5q5/MgHBVOBgP+IGPyqHrPBwPpI6xsl6vQj59/AjAsPLHRD/k6jsyvb/gi2X1LeeYRiHNZmhcsa6YPAb+rci2DR8Xbo868uqy+MWHLV5+rsopZ/zdR+LsgJvqktK5h93j1MlO/ZfoJu2mq9eModYMBTS8fNW/guzQz+sg64RGQBJMDK8M/c8oBrFle73vBamZoBHrK7m440UzdnnW4qsrmLw2KQE8RHQwZ8JS6PZXxyjZT31ddeQuIL45al/FnR73nRjPyZJ3UICAJJjW4pl2qv6ZyDjOfnUDHDGvoaMc98Vn++qZPnQFVrx+MD3yda+poK+kfgTEiWv8EvdbuXnxNApjIJklCQBJMkoAcbDHrZ5841tpq+ZiB0nh10RmflY717UO1L3eYbet3OZcysH+0+opCrpL7GqKTkNkOe9Tzzaj4MxT6a6ymBNxtd3tmxaonf08dApJgUodtTMnGC0yJNrx03qLvYlY2UcHvct7GwIUmqvarwrpycencRX8307bJVXmISvrzzNTToK5XU7GwdOKzSuuSGwRqVVVVWbEjuIwIMS2DFeInSuoaq8yMSdZJDQKSYFKDa0yprTOrJgb14F0WRm2yfHS806duQ4r+AQiOmAr0qUDM35T4bDuZCf9g5v5D2KZYFJo2LIn2NkJls7sXY3iMFxz1nqPjxSKe+sLYj1JgRBiPDplcVxLMIM2O/2zn06zjaCsrBxXVL3onWWp4q8s9REpFAvJ0C6mnFtctfDRWW2+181UiHBKjXiAU5MNG3N/4Vix5Zn8XrhLe1Y6vN0Wwi92M8Zyj3vOb2BUTr7HR5bywCMq/yb1oTeJScrelJJhBmNuWmVWHa6Gg8Cy2tfisw8ctGJgtSs8h+Fy/HQ90fpnIsBhYUur2lMdq66upWAOmLaPVI6A1xJZjhtc/8UYseWZ/97oq/wHos8mk0Q+DFpS6G042Kz+Rel6Xcz4zWsrq5V1POPwkwSSyqgbYxldT+QqYDwOYHe7GuEz9Y3Vt3FGUBlcRIljWRhVATXZ3g4g9EzE6f+v08r2DqvIqgKKoohiBkI0PG3FPcnYwIv8RWF/BfXydoumggG4pcTeIMBcpKz5XxRqAfmrxWo9M5h+KlCmcZsGSYNIM+PrTTxxrybd8BSBPEIw34C/bbv7LSfP6FUGY/D++/yqIDoh3aATSFMLJ0e5NmlwVNRbQnTpgi7GDYY24IhlR7N51TSwcz1t/S8Qj4xlTiPSrRtQtTokXt9CDzzjD4bf5NwD6RpBykqOu4fl49BsKdSXBpHmW/dUVDzPRH7q6ZdahHFbmbngtmWr4XeVXM5TaRGQy8xOl9ZFfXsy+VCXzFak3ZuZGxWAEdZw1KoWpTLwznPNJwR9BCCGkzHTMWzTXnHZDp5YkmDTPta+moglMhq0KgXRd044onbf4f8lUY/25FftbgpRYqAKmHxz1DeMi6eOd4XyBFHPxaJJhByPcEQB+PG58GOutun5M0bzF78fd1kSD2lpYLlzt9AMoZEBnnc8vm9t4j4mmQ6qKJJg0TjdfcMoWvvb2n34BnZksfHwyvJr7DEPxVTs1k3ehfZqS7nA39Arg1LNCVA/mvpJIuWoggaa6wkDwM+gTUMrMlDHwhQPK5FS97mw4u7Ja1dndrYuu83mSYPrPjCQYM6s1SXXChVdIRXhHkfGw2eXsYJMxfHsNj4GOjrYttnzouZ97/nfxRLzuR8dONsITAMabgYRBi0vdDYk8maPlnKknaSFdPJlbzPTVt44CWlCSohcknjw53z+hdCWIN4cvlQQTfpYkwSSyehNoIy5ffas/+JSACb0+XOAHEa82mVHmNhHMBkb8BneGbsQrSEeeTlDBSgGI88mInsd5RLCGDfAUBhMCAgT6l0b6q2D+ttS9+CUz0HlrKs5UQG7mxMjFGIKC0+33eR4y01+8dXyuiusBuqJnO0kwkmDiXUdJrc+zjivxBfJ+JEZxL8HEIXuTrciMBa1ZhbgWFv+Pzh9A2MJsmxTXCzK4XcSgYcZqRcE7pFleYpU//U+T8t3Jm5LHCYz8nfl/J/B0EfUyUZ3E3RbDtqPD/W/xWpfU0mVn1LEMoBJJMLGhTXgSY4uWNXoi8NNpx4zKLyhcHe4+IZ/pV8kMjGTsYKqdqzlzCCbsYhCEozN/quuhB1TYQKpew8Ckga4cBi//4Av/pCNeNu+8abbPZlfl4zq4n3+T3MHIHYzZNZSSelEDJDFesdd7fp3MY1KTq2KNgujWtikZaEYI1S9zuBf/Ldmq+F2V1+vQr+hrSSxCArO85I3wRyTZsyDlhUVA5AsiVVkW7kdiCpQUB7en2578caDwrZt5wkQbW6/TdT62695kaBVxPPqP11LQfexK1uibayqm6EyNXUk0+5WAxvrM4fWL/5ms/nJFzpBbgIM1ca2zyvcOdoYnGKETMf/LXt94aiL6iSPRxpppLo21Cwk0IR5z+kT6y+Q2RPjUXufZNZk6Gl7qqi7Cc4aN/0vAWgqok0vmL5TZJPsALwkmmSsxiqyWmopddKbl4TJsiGY6c0eezgfFYxgmUrS2rdWPCmnabQzaOpGQmWkafnq6YbDGoZOHz31SPKUnpQgfKIb2IhgRjQ/FnU+pu3G3pHSYY0IkwaRpQjec87txaqhDBJaKjDnjP456z7GxVBJWpBesmnYiVO1vxNhBmATHajM0fuevHO7GHZI11o0zp+0RDIU8RLRdVJkm5y1ZemWTHLkw0zRbXU+weSJmSPj8QZv0iBXmsXX61BMCin47EZL2IaUJgtR2Q9AVXa8uSdI9SJehnzYfoOhe48ZfDOUau3tRQr5fqQVl8KVLgknTHBhezqs/+ATAr6J1KY5QShgjMRE5zc/qo6TgKLOGbmkaWkZ0I+5eVvKqfSe532sbqEIi7gyBZ5uRI17+dFWdVjpnocdM/aFWRxJMGmfcW+18UCGcFukeplsVQSC6Sq7hmwJmN9c4b9AYFyQW4yWNAxzUrigILXiOY96TCXs0r6+euq8K/XYCDjJ76BS5pUpJnZQqn6dBhTQJnUuCSQKIZkV4p5cfpqjKK7EIpkse6QR+h4HRBIwbiGWrWf1yoF6AGC+ErPlnD7/3sVVmx7MpSNctBDotbH7tKIIG8vpnVr9sricJJs2z53M5A0jECTHNemZ1d4T1FsYfYgVT59lVZd7WQJVCyp/AvG1CY9ZCRznmxZdTKqF+srSRJJg0T1yziOEK+qMIiCRLChEQABPPdLgb6/r2sto1ZUQ+lP9TgHP6+hTFo5GRiaG+cYdkWmDH03821JUEk+ZZWnvBKVvktbeL7bs1zV0Pze4Y79lJmQL3orXtrsppnaRfoLByAIMjxrwxC5QCOqPE3fCA2fpDsZ4kmEGYdW91xQNEdPogdD1Uu+w04sowVLOXt7GAEo6adnfD8Fj1hvrvkmAGYQWIXYytrW0ZEY0ZhO5llwNFgKCrujJrWP2iewcqKtfbS4IZpBn2VTsvB9H1Q968f5DwT7Rbw2iasdRe33BgojKGUjtJMIM02yK/M7H+YEwz9EHST3YbHgECvCXQdpTpYs2tEEkwMXASnsq+6VPH2YDdWNWDsZ4+zcAuZPpdlXMB/QwMwZAKZjDKzDoUtKjKpOI5Cz/KTP0yTytJMH3mZNXsqrKi1sAlKmgqE7YnQGFmAndBJf6XSMWoAx0K4xMQnizxWm82G/KyKzbvsncJyp6ZtxykRtEQsFksBxfem7xUuEMBbUkwm2bZP2Pa8aSEbtSJdjFeG8zEhBWmLCQM+ykA0Aqm0LzSuiV3RVs4flfl2wzedygsrlwZo7h10UG3l7obLsqVMaVrHEOeYDaFUbgTjONB0dOhxpwUNvY5K8DqxSXK8JfJ7e7leOevmXolWL9OmtjFRDJjKhBEgkhcWur23J4xSmWRIkOaYIRzm0XRnwZjRFLnTBAN0ZetgVD56PlLvvhy1nHFozvzzgox/pH62C0EKijoOs51dghf36QOLR3CyGIB8gqAYAAcECYsg1MY3GoFTU3GvdvgjGDwex2yBCN2E8z61Ykm9jI1dQxxe3M/KbqXdHV2qkNZqqPHwXrIUbDuPtFQT/vuKwSXvYngJ8uMjzXjCxFsh/0Glp33hLrlWOjNPoRWfIzQsjeg/TTgcMWmh298FAotLdFHHtl3F2paiKxoIDAkCcbrci5WgBM3eyizcXmbGjCMe5rUrjbxFz//5OmwHXQkYO3vgaD7vWi94xroP4qAeplZ1O13RMHva6CO276fghwKob3uZgQ/ejflyuvAGmhKddm8RU+lvLMh0EGKl37mIeitrryGwCdsCuD8jaaHniCydOSx4hU3MAHQ5i9UoWCHppGVmMaD9clEJIyrRmba07LtiBOQf9IfQZbI7k3aF8vReue14AzcydCIUSia8X9Qt9sx8oIJBbHxhkugpZgkdfDnpWP23o1qa0OZt3qzT6MhRzAtM6sOJy2Y12nJ/yyemCFiate5po7Op1CFzspVAMZkymVt8VW3Qd0qRrSBUBCtt9citPLTjFuleUeVI7/qzJh6dT69AB2Nj8SsN7AKzLqmTpE7mIGh2N16yBFMcmAD/DXOh3TGKQTjSXvQChUUYtiN9RD/jlqY0fH4P9H53ycHTddIHRe6LoF14kEx9Qq++zra6m+NWW/AFRjrNWv+PvH+ARpwvzkoQBLMACbVP3PKAawpLwOUNwAxA2pKefko/ut9UIbZY8rpeGI+Op8XucMyqxRddB0sv4qd9SOw9GW0339HWpQnoteDhcHfjuhKhqewy5WPOneHuE+T8V/MT4EkGPNYha25sdq5V5Dw/mACWTT7Wlh22j3mDmZj7fnQfvphgCNOfvO831Qif2rs6BXt/7oPgf/9J/kKhJEojOsY+JpZ/4QUZRR0TADBz4wfFPAPUJQW0SykBV9UlaL3He5/f5UWxbKsk8H8LrIMqsjqeqsrFxFx5WANSFyOFlZfDGX4yKgqhD56B20P3A3e2DxYqvbrV3GUoeiym6GURTdF0r77Eq23XJEhl9TcZVIpCrFIWyLeITUGtxPTh4qiLCiuW3SP3Omk/AE1Y9ZxShURzovNLqeXgZKUdhRFuGWHnWH7zVRYd90bUCNfCwXf+C/an5gPbjX+AA9qEce6oouuhTJm64h6iCd2beWnaH+sHtziH1R9zXQuwjmIpBAAt4LwtqpYrxs2Z8ErZtrmYh25g0nSrHpdlfUEnp56q5fIClN+IdRf7QZ17NbgQAB5hx8LZdTofg0Cr72AjoUPgNs2Jmn08YuhEgeKzr0C6rb988cF3n0dvPZH8MYWaD98i9DK5V0HluwsRqaDYGfINeJB4z5nSBVJMEma7g1nV1arzHeA0WWnnwFFvCwVzboK6vid+pPMW6+g46F7B+XIoZQ4UDjzT1C375+DLiguch+6B8K4LpcKgToooOxdMn/hilwaV6yxSIKJhZDJ3/2uyie5y4AvowrlF6Dw7MsM8/u+JfTh22i97+a0+ispxSUonH1NWLudwGvPo/3hOdm8W4kx96QT8Q32Oo+woxoSJasJRsRu2aq1tGOw/UXWn37iWGuB5VtmWDJx1YijU6HrYljE/UyfEvrsQ+N+Q4/L16fvsjF3fKGiYSi+5K9QRo/rp0fni0vQ2fDwoOyo0jlnRAhpuj6rrH7xfensd7D6ymqC8bkqrmfGuNL6xj8OFoCiX5/L2QCGM9U+RwMaY34Bis67EpYJu/QTI+45xM5B++aL3r+pKtRtJ8Aybjso2+wAKiruMugj6gqD012YobduhP7zGmjffwV93U/QVq8CQsHNVcSFbuHsa437ob4l8MISdCx5FNzRPqAhDn5j6gA4SMAGJu7QdTJAElfuTGwjUop01tZayDJvWN2iqHGDBn8sydEg2wnmUQIdWeL2bDlYT4LfnDHZUWpzrEupV3Zy5hrCKK/wgqthCXMnI0im86nHoX37JWiYHdbd9oa6wy7GC494So6n6OvXIvTlZwh9/B70H78FCopQ8HtXWEfGwMvPoGPRg12hJbKsiNciBfCzjhW6Qq9B549Um77efu/iZ7NsKClTN6sJxu9yLmXG/jrjtLK5nodThlIUwSKhPRFOG4y+E+nTIJnz/wLxrN2viJ2I3xs3oUTVQ+x0dA1Q+58ejSfzh+eAtey60CWQrrP+MCnKw466hucTmYeh0iarCcZX7fwchB0HKwnWylnHlYzozPuJkDkvR6YWbl6+8URsxjzflLwEKgVef9F4Lcq252cGfCEou4x0L1qTwLCHXJOsJhi/y/kOA5PErGmEO4bXeS5M5ww21ThvUBiXp7PPZPVFZSNQePp5YV+XktVHJDniGNZ2383QvetT3VXy5YtLWi10yvC5Tz6RfOG5JzG7Caba+RQTjhfTQoAW0kO/S9fEs2vKCD/U9wBENkPN4PVi2f5XyD/FBXXr/gGeUq62phk+RR1P/juj3BZMj5voUUddw+9N1x/CFbObYFwVdzPo3O75I9DP7VrgyC3nPfVJqufUf075sRxSnkl1P6mQr249HgUnnwU1zItSKvoLK5MZoa9WoH3eP6A3Zd1OZoPD7UluHOe0AZ/ejrKaYDZMP3GGqlrqe0FGWMUh5dDSeYtSGh8yWxPYi8BUBWdeEDtAVZrWob5hHTbeegW4STzEZU1hnZXzymRu6pgTltUE01FduWMHsciy1ysei9jJ/JzXMWHCXc+kxG3Yf7bzNNZx/yYTh5ggZ0oFZeSWKLrgaoh/Z1LRfU1ovfUKw34mWwoBb9ndngP66ltbC8vhL0+2TJ7cfyQLlo/UP911gX51LfTBMqtIN75ZTTAvTZ6cv8+Ojle7L3p7gicsJsG42+72zE4GqN7p5YcpVuVPuo7JJPyNsgw5stpQfNU/oGwxNhlwJF2G9tUKIzB5FtnDaKRqh+iaZT8CHwHmnUDKKDDbjfgNYYybxZIRmUEhwjoQNWma/prFynfa5yxZmnRAM0Rgln0m/VFrqik/W2FlTkQ8GesJeKykuOQmuu1B096s66ord7SSfgQznagQDmSGsDYT3vhZWay7TUThrCszV/f2VrTe9zeEVmRP2mci6MwiIgwL2+b4sTUyTpAu8i8R83KLqj5RVKDeT7ctaIpfWGa2SACVzBoIV1UV+0uDqzdlCQivnJhIBe3EWMXE70PHtyqUzqDCm8PwM+sBYioj0HYKMJ6JxgBcnG3HoEizQ8LJ8PTzQKPHQi0dGTa9yWDMrIjxIi55A2+9gsCrzwGDmGhtMMbfs08RxgqAn4jvCUK9JxdsbbKeYMQEbahxXmdhXGnO5W6wl9Hg9U+KApSNgHXH3WHZY5IRLkH4Fonjk/AvSksRZ4fODmi+DdBWfIzgO68abgWy9EBAHKJA68B8Q+nc7E5Zm6ZVldrlIy7WLljt/IaArVLbU3ZJF97TyvBRCH74DtgfZtetWiDsYSx77QfLr3Y3Ln+FK4FRkkU43ZcR4ln6848R/Pg9hD79ALqIDRwhiFS+81TDCC/4+ovgHg6T2YV+crQlpqUlHcUV9NBDPydHYnql5ATBCMjWnn7sHnn5+cty5Ugz0GUgIsYV/+X2rmwDoSBEOITAGy91fdiRii0PqnBuLBsBdZsdjEBVIs6vIUPsckwUcUkr8klrn39sRKPj9T8j9ON30Nesiu4WoFqQd+gxsB56NNSx24DbWtF629XQVn1totdcr0IbdZ1nDpa/3UDQzRmCESD4XOWXgpWbsvcq9pepJHtpV57m8TuBVAtCq79DcOkr/UMqRJj9glNnwnboMb1+FR+/9uVnCLzzGkQA8IhxeUVMX3FtKTJFWqwgq9XwsI4awpl1cDDY9Qokdh0d7WBN63J0jFDEbkkc06x77w/LbhOhlPVOminuZdr/eXv09U1kZIS07rW/8W+y2RD471PGnU4uFQJpOvMjpfWe2OkXMmjgOUUwm0kGyl+zIXxC5HVARoAo694HAOLeZFMRyeD1dWsQ+uhd46ihr/4+7K5AxG0pubEe6D7u9OlIpI/lpvXQ1qxCaPn70NeuNo4kvH4tWNdTtjzFXQ8NHwl1y62MWLzqDjtDHbONEWcmXNF9G9A25yYjhETfIo5zwlnTsuf+sGy/I8Ql9uaiaWi96zqIYFrZVHp+jH3vE40Tq7gEZrxur/ccmi3jyjmCEcALM36ElIcZGJ4tE9FTT3KUYdi19/xyHxJmEHrTOoRWfIzQB28h9PUKcIvIEtC1LPOOcSJ/WhwxuAKdCH3/NfSfV3cFi/r6c6CzE3qnkWesi3Q628Ht7eCOtsg7ksIikC0fIkyn+BLEDkjsUsRxTexUlNLhRjS7mGlue/TQMxeSseMZvxOse+4Hy467QRnTPzJed9PgsjfRVve3zJl+AYgCDYxOYmwk4rU6k7hX0Znoe2L+2kJoDxFbmKEpRGWk09Y62LCKJMK2DIxl4Kd2aAeMcS/JCv+KnCQYMSFcW2vxrf5gLoDTSDxSZ1FRRm6B4tq7oiaz7zkcQQrBt//XdSwIBVF04TVhswnEDYGuGcG3SQsZT8naTz8aux5xBOl1vFJViPzS4uNXy0aCRCYDccSyWgEaGPTB95eifd5tsB4w2fgnbBybMAMz4g3fe2PcQ052A4K4P9GXWVUs6WjXHh1qmQVylmC6F8ryqqri0fbOv5FCZxBT1ljgFp77Z1j32De+9R4luFN8giLX5vY2tNffiuDy9zdXEqlRiv98a+z82MlSwoSczqefQEfjv0zUTH4VkUGACc/k6/hTfn1Dnzikye8vkyXmPMF0g89VVTZ/qTJOQeBGjTCRmLfJ9BcncdTJO74qoz5cgac4eogjSHcR7geGj1OMzJLp+BD0Fj9Cb76EdhHgUFwyp7EQ4NVB8x0B+7U0f74vjV1nbFdDhmB6zgBfcMoWGwOhnTQtsJOqKmNCGsaAmXQFW6tMowj65viODEX4NH3NJDKD0lRKln2ImSVBBMUx3LjMtB58pPF8KyLzD3Zpc9+C4Htv9CIYseNStxgzaKqJJ3FxnAq+9QpETOA0R8rTSv9fwAAAIABJREFUGXjIUVBwGd3x6NpBAyEDOx6SBJPIPLDLVeindWvBhvtA2ot4aVHGbmtka1S33xGKvSxqitiUKcjctYN5/xf/PLGDKb7oWojL6XQWkZkytPLTrovuFR9DXHwPRiHgC7vb0z+L3GAok2F9SoIxOSHe/5u6DbXwSuAX/yWTTZNeTeQ5su1/GCwTD+669IySizrZnYuPuG3uPyC8nzcfkUpHdOWYDpOmNtn9C3nGMeiDtxF840WExIvX4JcvHJJgws6CJJgwsIhk9j3/s4jdIV6lmtd8sJG5d+yZwV7bZC+D7aAjkHf4caDSFL3Kd7RBW7vGsKo1jiJv/Ld3WAUi2CYdAnWn3Y28SyRekkxa/saDn0gO1/H0AoSWvZlRCdp0xmdl9Z7+CafiGVyO1h3SBLNx5rF7hLSCWcw8CWC7QjScCYWGxUKPQoYJKwm3/IxdBsLvyPCWTtIxRV+3FsFP3kXo7VcRWvW1iEnQlV4kWhJ6cT8lDAMVxXgBs+xzIGwTD06OX5OmoflyV3ifqkGeFUkwkSdgSBHM+nMr9reFqEIHTiWdRzKRVXwSHNUGfpBXr8nuhfFZwRnngwqLTLYIX01b/T2CrzyL4AdvQ2/2DihvtTC0U8Zth7yjphjGcWb9mSINoPlPM8DeDQMaXyoaS4IZ4gTTVDPlFBXqLJ2x56YcRjlHrOI5O79iAIHuO9oNQ73O5zxdrzDJLKoKy4RdDevigWQxaLv3RgQ/fDuZmiVFliSYIUowvprKo4n5Bh3YJ9useeNd+QVnXQjb/ofH28yoL+5VOp6Yn3LfHbLlIf/k6bAd/GtAERmb4yudTy9AR+Mj8TVKQ21JMEOQYHyuynowT88Fz2oz30jx5X8zEtXHW0SMljb3renLT0SE/MpTkXdMZdx3M8F3XkPb3L/HO8SU15cEM4QIRrgGjHWEPgPxkAk+RaqKoiv/YcRyiacI/6W2ebfF0yQ5dRUVecdNQ375KXHJEwTT/mgduHVjXO1SXVkSzBAhmLUXnLJFXnu7OKTH96WlegWmWL5h6PZ/10HEkDFbQl98gnb3rYZNyaAU1YKCqjNgO+IE092HvliO9vl3QORSyqjC+MJRLw3tws1Jzlx28uyqsubW4DIGhI/RkCrW3fZBYfXFQH6BqXELj+j2+++E9l3/OCsRBQi3hS3GGrFbehrZifoiPIOIgCdenYStilkzfRF+oUgc7UZHDrvQUx8jf9LNl2VcJkgCrSupa9hSZBkwNQEmKjFDaa6edqzOvDzVSQRNqJNwlZwhGJ/L+Q2AbRNGIkMaiiDcIm4KCooQy+9JhFIQYRPyK0+DdeJBpkYggk21P3Sv4bNjulhtRvArpXSEYWwnYur2LgTrfodCHTOuK0PAa8+bft4WaWyLxO7LJDl2LHwAoU+WxXyOZxGi37sBgpSiRdUzjUHUiszEeKSEtnCR2x05YI7JzkSmjKay4CKFsT3ZtKMddy8RazsrS04QjP9s59Os47jIMyCWG20kcCcDbdBpJam8Xhf5bHTkESm7ieBUBIiwaIrIcTMYRnXWPSYh76QzU+o0GPr4XbTOucm0pzEVFht3JSJQVOvd1wPBQESYlS3HIr/894ahnRHsKZpRXg8pha5LTBNkXF8Zs+H13eF5GPrPa+JqmlhlbobC9fYtm6+k2pc74pUhLMj91RU3gGgWgEKxVkvdnoEZNsWrRJLrZz3BeGsqp5LOT4R5LWoV4QVDrN07vCD0Eu56ZiNqaxWqrQ0ZrgC1wlq3FqitNdJ4drsH/HzBKSMLOjvKdY1PhsITwWT+YmMAkyPi0Radf5XxIaes6Dpa//EXhFYuN91FwannwHbA4dh402XGc3asIo474tgj7Gk6n3rcFMmI41XRuX+O6w4plh49fxfJ3EQA8TSWIDPeslmUmwrnLHomVppY33lTttMDymUK6FQAmwmFgQdK3Z4z0qh30rvKaoLh2sn5vh/tnxLRdgYywiRXIb/O+KcDI68cyHbVIJzZVY7OjaERHeBpAJ0D8NhUPXtbJx2MglNcvWPLJnm6ta8+Q+sd15pOzyqcFwvP+TOUEjuaL+oTa1pRoBQVg9vawCKwd/duRVFRfM2dhi9S6+3XRM9i0HMXM+tKiOyTqSgi4l/LlTNTITq6TLEeCUFmWsukNwGkEeNnVrgFzNsTlCKCEQpTpGzo9S0yod2qqAcUz1mYPakuw6CR1QTTfHZltaaze9MgmIgW6CG6NBWXYuurp+6rQPMoRsbH5Bd13HYoPPsyKCO2SL7wTRLbH74XgVefNy3fOukQiOwEIjdRy8VnGnFpxEuVuBsysp7m5Ru/CQM6BALQfvgG7Pei8Lwrjdg17Y/VI/C//5jqz3rI0Sg87RxTdeOtFHj5GbQ/6o632aDWJ+D2ZOVVH8yBZDXB+GY434CCAwHSWadLS+cuSqkVltflbCDAmaoJy/tNJfJOOLnrg01yYCvhqNhiOAt6Tasv4uzmVZ4GYkZL7SzjnoQ3tkAX/kAi+LdIVaKoUIpLjMDevLEZ3OwzCEb4RHV4/oXOZ54w1Z86equu3VISQz6IC22RpqXtvpvBHe2m9MiESgxe/hV+2G+S+70BXxgP9niylmDaXZWHdEAXQVeHWwj7Datr/DTVYG6sqbhYY+WWVF4Aq9uMNyLmGz47Ii9RNKIRH3ggAMvW46NG2Be4iOfjjbXng9n8S6rtwCNQIHYVqgWdSx5DxwuLjXxH0Ypl5z1RdGGtUaXt7r8i+PG7pqZFHKkKzrwg5mWv/v3XCP30Q8RwEN1ZENi3AaEvVyD44VumL7RNKZriSgR0UkDdq2T+wl8C7qS4z1SKz1qC8bkq/wnwEapqPWPYnAVxvLkmDqf/bOdprOPBxCXE2VKQS9QIEV0/Gvc3IlRDhDxIoo646Gy745q48h6JGLuF5//FyGMkdgOtt9caO4JIpecxTwQH33jtBXHZrOSf+FvkTfldRPniWb7l8mpjlxTdAT5zw2pEXQFGrhf6rcPdsCDOlZKx1bOWYNbPmFJhIctOjvqGm9OFblfg8GBnuvoz24/Y9RTNumpT9sXwrYw8Qe5bYr7qiJi/4rlc3Wo7WA6cDKVPDODAGy8i8Opz0L79arN9iQh0ZTtgsmGVq/SwJhbpX0Xys9DnnyD4/pubiCHyqMTxMJr7AHvXY+PfrzJyN+VaIUJIgTprWN3C+3JpbFlLMKtmV5XNsy9orq1FKJ0T4qt2doKMW/+MKcJWRaQNEfmUwhWRKzrw4pIuT+QotinW/Q5DQcUfuiLjRQrDqWmbM0KK4491171h3euArr7Fka5vEQZvgU5wix/tj/8TIl9RpGI7/FgU/L4m4u+GY+b9d2RkTJgBLoY2QL/G4V6cQZniBjiiTc2zlmCSM/z4pXhdFd8RKON8nYZd+Q8juFOiBGM79GjkC3IpLgG3t4IKiowdR+jblcDGlq6Ur2O2BhUPMy56RewY4SwpMjYW/K66665IZIP0rYf2/TdAYaFxlyQcMYV1r7ACFulpOx6p65VTqae+sQgmsPRltM+/M+YuLP5ZHbwWzPgOFvXC0jkLPYOnRep6lgQTJ7Zel3MxMab0tlqIU0gKqouXG+vuke1Ioh2RhBtA/u+qoRQUIrDsTXS+uAQFzj8AgU60L34U+pofDI2FEaAIaiUIo/PZhV1HHiIUX36LYb0b+O+TRs5ssVsRz+0ilQl3dhikIGxcbEeeCIRCaH98HkIfv9cPhVhHpMALi9G+4P4UoJd+keJ2TQO7O6BfmS1pYBNBSRJMnKj9PKPiTJtKc/vG7Y1TTNKrC3+kvGOnRj5eRLrkFQRx5T+MJ+eOpxYYKUDEMcp26DGw7nsoAi891StFiXhCN3Y5zV4jraxBPCO3hL7h517+R8IxUhCMJry2H55j1BPpVkRaW0FQrX+7HCLtSM8iyEtE5otU2h+8G4HXX0w6dmkVSGgnYGFHfsHFWwyBHEqSYOJcXSK7QMvqD1r1LuvLjCniklU880YqkZ6pRVaCollXIvDmS8YOpPuORjhcFs68HLpvA9rqbgFEwG/xYrXbRFj23Nd4+hUvS8JpMpwLQb7zD7Bs/6su0vr8481qiYtgy857IPi/5xD85JddjHB2LKy5FJZd9oowBEbLpdOhx2HHkwmTQ0Q6s/4Ng16zEP+tuK5xRSzXgUzQO1k6SIJJAMlM9NyORTCRDO3EUUYEf+p6GeodvsF28FGwHfRriEDgwmhOeG4L+5z8384wyEPsQFqEbU3PmDJEBkkImSK9SOfLz/byZhZP3iJLpe5vQuCFJZvRt4zfGYXn/Cmiq4TYIbVceU4aPKPNLwiRcA3g5wF1vaJy17cUAgKk6QpxE7Hlp5BV/779Z9vKcQsWNJmXnDs1JcEkMJf+syvfZJ0PSKBpUpuIC1SxAxFHGUEEwps5Wml/6B4EXnuhVxUaVoK830w1jh76mlW9m4v0I/sdZsjmZj8C7/wPpFqQV/F7wzZG7GL85528+WikDB8Fyx6TYBm/k7Gr6XzlWaC9jzGqLQ+2g4+EeMLuGTLCdnQFCk6K7Ncn7nva6m9F6OsvgFAwqTgmIkw8xmnFoa1G3Pbkj4m0HyptcppgRFwNWrAgqfEVReoTa1B5msHpzZPac0UKR8Mtxnbdk+wxEcrI0abWqwgwJexI0NkzkgAh74QqhJa9AW3TZW5fYda99oftGKcRqkFv9sO6y55dOw1m+C/4vXHfrWwzHqKeeC0Sr0vBD9+JuNsQtjbipQr6L1bFRRdcHeV41KWRcEUQl8MBkavpq8/6jMMUBEmrRIT19jrPyKQJzFFBOU0w3pqK5aQrn7NOs5PhAOk/p/xYDinCuWZQYnSIewrLr3aH7bBjYNl1n4T8lYQ1rjB+61lEiAVx1yKsbyMVslhg2esA5B05xSATsXsSpWPRgwi88V9j9ySM8oIfvRv3MUY8Zxed8ycjyJbZIgJJBd99zcgyKY5wZmPPmJUfsx7Ro466hgHkiYnZQ05UyG2CmVHxCil0qDC3Z+JPVCh/L3E3PBDvzPlcvx3P3PkgEQvHyrRjJo4jtqPLYd190oBjpoQ+ehet9/UOOCVcDISXdKygTOJupXDG/0FE3RPGc+JFyXiGfvAehN5fGtXPSRm91ebn7r74F519GSx7J37iFHqLS2qxc0p6Tqfwi0ULMCaNqvf0De0X79LK+fpp/1jSiWjzedN20gPaMgBGsNpNHiotpOMTTcWLwVDw31vOe+qTcDp5XeVHEOhIguJi8IgYzi8pGZZwHMw7usLI9wzhYZ2kIgJBdSx+tJc0yx77QvgeCWdCcX8iiKO7KFuMMchNXNyKXU7gpacRXPGRYXcjLoJpmN2w0BX2M8JmRrwuGUXE8R09zojQJ7yZ++6cRBUj5W3NpVH9qEwNW1gMt200fKU6nl0ITdzVpKgwc6uD1AnkXpSOMHkpGkV6xOY0wQgIfTOm3gtFDxNtiHQQd4KxEYQOYvqJwcLW3QFGMRQUgTl/MHYsQm/b5OOQd+JvoQyzJ30liLuM1rpbDBuV7iJ2McrYbbriAYvE9eIiVaR+FfFfxD95BUbc3M7/PQvti+VdRxJFgbrVtrAdfpxBEJrICClCNnS2G5fCglSMf1r8YWPjihAPxZfdFD0Gjq4bNjbC1sZsEZkS2u68Dtr3X5ltkkA9+lGDVq+z+ujI+obUsVkCmmVSk5wnGAG2v9r5FhP2yyTgo+lifHhX3ArFMdyUyuK4InYdIhi3eGomRUHhzMtEeL+I7cXH1zrnZnBT7xQg4vijjt8Z6lbbGAQjFoje4kPos4+iHqFEyE9BNjRySyi2PGg/r4H247ddWQbCFCM8w/TZRjDxiEXE1H33NQReeRaW3ScZmSvJ7og6rm5ZwaUvG35LqS5E5Nd13OEI2m+j+fOFm7csPRAYEgRjkIyr8m0G75sNsy+eeQtnXxMx5snmMQSDxtOxuGTVVvYOh1N03hXGRxmtaN9/bYRgEPYtaS2qirxjYydeC339Odruvn5zojWRMsW63+GwHf6bmKlOgh+9g7Z7bkjbsBjcSkx/ddR7bkxbp1nQ0ZAhGDEXXlfl4wSObIueIRMmnoCHXXuPkYOoXwkFEVr+vmEYF1zxccQo/+r4nVB80bXhPZx7CBUvMO2P1PUjqJRBYctD4SkuWA88IkYwLUbrrVcgFC7+DBHU7SYYOxrLpEOhFA/rp+5gpZlViJ8oqWvM+DWWsvntI3hIEcwmkjlfAdcykJZsAYlOpLhAzSv/fVdkO5Gg/ruvup5l330d7G8Ca1pM0XnHnQRhsh+riB1M5+JH0fnyM7GqDuh3cYwqnHWlqRS34lVIGAYKY77IhQCbDdY990XeYcdCnbCzcXwSr0qtt/wZuhGYKv2FGfNK6z0z0t9z5vU45AhGTMGGc343Tgl1XEegaQCH2SZkxkSRo6zrY2TuetnZ2ByXvQflF6Lg9HNjhqHsYjDNcGoUMXS11avitmWJhpiIV2PZbR/kO081XqpiFUEMrTddGl+K2MIiI9C4Omo0gp8siyv2cCx94v1dvFYqpFxlr1t0fbxtc63+kCSY7knsqK7csQOoZugnKQqNZmbbYL0apWphKWPGoXD6RcYFrJlixID56F10vvy0sRPo+Vxtpn3POkZK2Qm7Iu83Tlh22MUUtKI/kcNI+ybbH2bID9gmOtz/TuVTVrxTkvb6Q5pgeqItjOkIwdPA+q918HgQ7AAVCIBEpseeReQJJZ1COuBXCM0gflNn2ouYd8u0ODFCb3HcKph+kWEgZ7qEQgh98QmCH7xteEMbr03Cg3qTV3VYOYoCsuVDcZQZZv/W/Q+Duu0E012KWDFtc//eKzyE+caZV5MIt9vrPLMzT7P0aSQJJgbW3Rkfe/1lRv8k52svOGWL/PaOTwfVRynKWNQddjai/Yvn4USKvrHFiAEjAlcFnvP03tkQGb5KtokHQdlyq4SN5joWPYTO/yxKRL2MbEOAz+72ZPRdX6qBkwSTRISbXZX/1MFnJlFkUkUJy2CRPVJY5iZaRE6k9rl/7/W6o5SNQOHsa437j4QKMzqeehyBp5+IvkNKSPjAGolg3NDUimBeaIOi0wRotIcqXEaYJjGEIWbkQswdKujA4iHsUiAJZmDrb3Nr7/RpTqjaI7TJLSFJYpMuRvgEiRi6lp32SEw2s5HYXlwIdxfh2V00u9bwpI67hIJodd9i3Puk3WEx5u6VRQLze+zuxvN6VhUpizeusW+vsrJrELiRmbcPl1JYRHSwgC4a5m64M25ccqSBJJgkTGTLmVWHa9bg0wDiuORIQscJihCWwvknnGy4IyRSRPqT4Htv9CIYER5T+BzFU8TzuLhzCX3a27s7HhmprEuET+11nl1j9eFzVVwPpnNBcPSvS/c73A1nxZKRq79LghngzIo7Gl915U9EHPv9dYB9Jbu58CEq+O30yClKInSYDIIRl8atd13fFWohAwsD7SE1eOjIOU/1j04eRt/VZ0zZqdCmPgJg714/E9501HkOysAhpkUlSTADgFnE5/WveX8VmMx74g2gv1Q0Fc6N+SdP7/IJMhmJYkAE09mBzucb0fHsoohWyKkYZ1wyWUChXGN3L+rKgRtH8dc4lzNjl+4mDP641N2Y4Hk0jo4ztKokmAFMTHNNxQKd6aQBiMiYpurW4w2rXyPodgyiSYhgmA2fKRGgyjAYzODCxP9zjN77SKqtTSipX5OrYo0C2lIY3JGuP+qYu3jIBqaSBJPgQm+uLj+LFapjJkuCIjKvmcVqGOSJ9K3CQI5s4Z+04yWY0Kfvo/OlZyD+LWxdMr3ooEPL3A2vJapnc03FFGbFw8zERLeXuhsuSlRWtreTBJPADP502jGjCgoK32ZgmwSaZ3wTwwJ3+x1hO+QYWHbaHSKG7uai612vPn1fkS661jCw23w0EPFzv1qB4DuvIiRM96OE48w0QEIdoa1GPDiwYN6+6orPmGgsgy8pczfWZdoY06WPJJgEkG6qcd6gMC5PoGnWNbHssLORtcA68SBAtRixe9sfq4f2+S/BqkTqk6Lz/2LEgkGLv8vb+7XnDYLJxqIS7zqsrrF3/Is4B7JhxoknkaIeFSwovHooJFiLBI8kmDgXjqjuczl/BpB1r0YJDPWXJkSw7rIXaMzWCInYtz0SoIlodiL8gshZLeKwiJSz2VwY+q9L3YtfGugY3nVNLJzkfi9yJPWBdpAF7SXBxDlJ62dMqbCQ2hDOsKqvKGYGEX2lQX8Imv6jRbXcx0BXOH5ZMhYBZrq2tL7h6oxVMIsUkwQT52R5XRUfEij2syNhPan6aSWj9nmh+zVCWPuSqj0u/A/j7FZWTyMCDFpQ6m44OY1d5mxXkmDimNrHq6psR5cG2yj6LiTIxI1au3ZhuItCn6uiBkx3gjIrt3UcMOR8VWb+tJ30w8e4l6zP+cGmeICSYOIA2D9j2vGsaE9FbMLwWS3KqUVzFkWuI0J31kyZRbp6qySZOMBPZ1Xmjnwoe+bLbAEDRl0STBwQeqsrHiCi0yM0WddZULC72RcDb03FmcTkFqmB4lBBVk0TAlZVOTHWH4o0qZLV3UiCMTl9L02enL/PBMcyJuzctwmBVpaM2XOXeC0/m2oqphCThyCcdmXJLAT4MYe78ZTM0in7tJEEY3LO1p9+4lhLgWUluCtL5ObC8NnH7jUyXnLpbt86c+oJoZD2BBNFjS1iUk1ZLQoCIlecSXcrkWv4h+d8lvEnL1iwKU2lhDYRBCTBmERNxO/tJP6Ee7wAiYBCwWJthxG3DdDq01XxGEC/NamKrJYAAjrzCkVR5oP5CgD985z0kUki7LmKP5bN8TycQHeyySYEJMGYXApraip2yWf6qPsFSTiysYYby+Z5/mxSRMRqfpfzKgZfE8ff14F2OaTaE6gDauiIkjlL3m6uqXyUmU09QRPoHbu7IWsygmbipEqCMTkrLTUVu+hMYgdjYMaMtY56zxjxl86kiIjVvK7yhQRl6kDlyPbhESAgGLTyoSPuaXzr5xknHp9HlgY2ZSZAusJadUn94n9KbBNDQBKMSdyaXJWHKOBXRXWxYHXov0mGObmQ56uuXAXirUyqIqslhAB/Za9r3FE0bampbNDB5WbEMPCDY8xe2yV6x2amj1yuIwnG5Oyur566r4X0t43dC+ApdXsqTTaNWc3vcnYwkBezoqwwMASIL3HUNd4qUtQAnR+ZDXFKoKfs7oYTB9b50GwtCcbkvPvOm7IdBdUvWIeuWqzHDJuz4BWTTaNWW39mxf6qlZbKiUgGmjFkEP3QmZ8/SdgqGUclxfKUuEszU0SOo5W86oqh7rxoBquedeS6NonYateUEYVQPgPR+/Ym64mUpOdLf7XzaSYkFn3bpO6y2i8IhEi/akTdYiOlq9flbADgNPsREPCuolovTtYfl6EwL2axHQpYRB2jcL0fj3GvaazUjKhf9E4yABHJ2vLaOsT9SzzOjxqI1ExL8ZEMPOKVYYSkjLORyBRQUufZvfty3lft/A+AY0wLIrSD6bHOgvzLR60OeZP1hybOYWRN9XjnJ2sGlgpFfWdPvddx36JzkiXbN6O8DoriMiuPdf6flodL1QBVg+gsAg/l+ftC15SLFAvvBuabzGII0MagGpjcM1vAJheQ0+LiKwYzkVez6seL1ynz/Q+tmkN5gcY90zy7qoxuW9AUd8MwDXj26WP9rc2fmTH6Es0JaLG7PSXif6+cdVzJiE7bGwSKmbMnGbpmkgzxggcF0+33eR7q1qupeuo5KvFdDDbjcsE64aayut72S/6aaROg6w8yYT/EkEPAeh3kIVvoBsfdS77JJHwyTRdJMIM0I74Zzjeg4ECT3esWqBcXuxfeJuqLj4FZXwrwL0FwTQrK9mrMeKe03tPP+E14qCus3mYqoBfjP456z7F9seBaWFrXTtulLRiamKfysdCV0SzsnBQw6WgDKe+wFni1IxD4eMuHnhNRDWWJgYAkmEFYIv4a5+2s43wzUfHEBOlMDaX1DZsN8bwu54UEGGQz1IoOvFXm9hwQbtwbZpRfrSpKzFxGzPxtaX3jdkMNu8EYrySYNKPuc5VfClZuAJkLncnEn5bWNfY6CvlqnC+BMTnNqmdGd4z1bUHt0DHzl4SNKO51lb9HUPaJoWyLY9NxMzMGlbtaSIJJ49x2xYDBPLM+Rwxe7nA37tHXHcFXU+kDsz2NqmdMV0QIatD+WFa35NFwSomXOVt7++poITBEWtjVXuuoXRcs2JgxA8tRRSTBpGlim2ZUnKsqdFe3L1O0bsW5n5hvcdQ3/qlvvZYzqw7XrKHngbietn8RQ/wToLRBUbaBpg1aAPJNT8zvqyrPK7YEHvJ35v8d4BlmpkPX9TllcxdHfM3zVVfcRESXRTGia/3Ra91SEowZtAdWRxLMwPCL2bqLEIJzibCDiEcSszC+UNhyacncJxrD1fW7Ku5mpnPM3N/0a094Hpw3c11e87qRbBluCagTAuByIuU4Yt4+pm7JrRBUteA+w+Y9ZSRY+uaMyY7hNvsruomA6grxEyV1jVXR1PHVVDSBqTRcHQa3rvbaJMEkdz7DSpMEkyKQDX8XClxHjEoGRw0mRTAsWjaC6KF11vY/TbjrmYjJm/2uyrcZvG8Can9g91r3j2QY5q+p/JKZx5uXSx3M+nqFSBj+hRj8MzGGM2OCGfIjkA41dLB9zpKl3X16p5cfRqoi8hFFfW6O9JLUU3d/dcXDTPQHSTDmZzQVNSXBJBFVrp2c710zrFKFOguM3XRgWGSAhZ0WBRj8jR6iBnIodaV/X/RdLHV8LqeIdD88Vr2evzNzq4O2GEVud8QkYC01lVM1ZpFSJeaxiYBOTef/84f8/9pu/su+Xh+2q/JJBp8QSz+xmVPA99jdjef1bu8UT80XRmvPwJelbs+EaHVaZlYdrmnB54D+2RvkDibW7CTvd0kwycMS3mqnOAr9sWcgbxKhY4xlpZgJAAANhUlEQVQLBwZB6WRwC5g+UQme9QHvg30/0Fjq+GoqgmAyHyicSRimneCoa3g+hmylyVXxqQL6VSwdAKxr2agePO6RhSv71t20CzHlCMrQl5W6F0/sK8PncnYginc5EX1tr2uIudvyVld8TUThnqPlHYyJSU5GFUkwyUCxjwyurbUALxsk8PLLwLqRI/WqBQtC4v8PJEDVhnN+N86idX7LbMpitUsrxp8d9Z4bzQxzU6YDE8GVKMjgS0vdntv7yhW7uObVpd5Yx8JN7XxfYtXYvh7Kza7KJ/XouyBh1eyIhaXXVfkPAs8OM/b2H+UrkpklMeA6kmAGDGH6BBgxaRR9KdhsFgJeH4S6x0j3ojVmtPy52rmXjSBi3sR2voxAXFxVZfOXBpcD2CFWnwxuduQFxlGfOycjNEZA/SrSi5vRbszew2MFgfK5KqsAfqzvnQ4DvlK3J+wFcCyd5e/xISAJJj68BrV2c3X5WTqUuWYuUQ1FNwVYMqs0u6aMaIHlvzp491htGHRbqbvhon47GEDxVTtfIcIhsWQQkb+kybIVhbFH8bkq1gC0ZXgZ5LeP2XNEbIL57XjmzteJsEVPOcS0zl7fMCqWfvL3gSMgCWbgGKZNgvDmhq7PNNmhzx5wbEfz5/e6hI3V1uuqfJzAUZ+Au2TQIoe7YVo4ed5qp0iNOyvW4tJBP5aO2XPbcEThqymvg664wodRMEcwQjd/TeVrzHxwTz3DWUfHwkX+nhgCsdZAYlJlq6QjYNxt/OhYZDY4FTHuttd7ZsWrSLOr8m86+JJY7YjodXtdQ9hdipFil7QnY+60Ijgdir590088EhbLs+D+mS8Z8DvcnrJYdzBCTrOr4j4dVNOLYHQ8UDrXc0asMcrfB46AJJiBY5gWCVxVVdw8PPg46yai3zHY7vZYiOLPeLDhnJMOUkOh12MOinmpo74xrDe4QQ6qRTwRR7ZnMd6p6U+OuoabI/Xld1Vu4HAe4wyfo97cHUpLTfnZGitzevShMeiiUnfDnTHHKCsMGAFJMAOGMD0C4iIY4p8cdY2jE9HMcMaEEvGj75YZLRC2QTCK5floOxgi7igZ7S+l2pfFk3TY4nc5P2fAyATQsxDjO3u9Z1sz4/PWVE4l5oU96vpULXhotwWxGRmyTuIISIJJHLu0toyLYHRljmNuYpH3/C6n8JfqZfwWdqC6/nfH3MUXh/utZUbFuZpCd0cDiJlfKq1v/HW0Or4a53/AOKZfHaJvHXUNpsItiNS8gZD+ZHfKWCL61F7XMOQCdaV1sfboTBLMYCEfZ78vTZ6cv88EE3cwDFYV3m1YXeOncXZhVPdVO58F4TfR21JQZ+38svrF94Wr53U55xFwVkQZzB0arEcOr3/ijWj9eF3O+QTDcLH3Dkahpfb7GkwF62qqqZiisOLpjlLHjLtK6z3nJ4KNbBM/ApJg4sdsUFowoDTXOB9gxqnRFBAhJe1ujy0RJb3Tp24DVX+RgKhWskxo7wBPGh2GxISePpfzXQL2jqgDUYOj7pcAWpHqRTKUI+B2u9sTzoCunyhBMCpoETMsIoVsMKhPHnG/jKGbyPpIpI0kmERQG6Q2G6rLz7KQMjd6yAf+yuFujGnkFm4IwpDPSvpzDDiiDpH4W0dd+IhwYqe1944OEbe4IJwM4RdlUbCfmR1Wi6vyfI35jj5P1QEF5CpxNzxgZhqMHYxODSLAF4M+cXgtE2UmADPIJaeOJJjk4JgWKYYDXyj4UtTL0wFkIVw/Y0qFqige4d0ddZdEuMNe5wnrkCgCoze3BteHI0EhVSGaNqyuYZEZwDbWTDslxNq/ekX7J/ZaFMvk4jkLRWbGmKXriETiktfKwOxw7g0xhcgKCSMgCSZh6NLfcJ1r6mgL9B8iRmsj6KpO1w+rb7g6Ee18Myv+DI3+Gr0td2ps/XWk+5NNT9QvhN+94EuHz7qr2R1Em6uyqpP539SD8UTyM7vbYzpcRdcOBo+DSLcXFGxPdzy6NhFsZJvEEJAEkxhug9bKV+0MRYrnK8IotBHvE+5uxIzCvurKRSCOmnNbYXqwpL6h38Vrt/yW6sprNOK/hOmPQ0E+MJ77D79r6u911v5F3U9AxlZGucbuXhQzsHd3/15X+REKFA8Yr9nrPTHDSJjBSdYxj4AkGPNYZURNb7WzlQiF4ZQxfHvqGkxZuIZr762uWE5Eu0QaqLhADkDZJpLzpLA29q9xLAbj6J4yjA0I4T57XYNZNwej+UaX88IQ47buExuBOxUtNCkeG5bVZ0zZqcCqLgl0dkzb4sFnTR2rMmKic0QJSTBZNpH+audbXcnB+hcGe0vdjQnlSmqdecLEkGZ9hoGRkSGh+x3uhojPzyKZXHNr8zsM9DLyY+bVjrF7bxPLObFvv/6ayjnMfHb3f2fmF0rrG3uRV6zpY5er0Id114dzzIzVVv4+cAQkwQwcw7RK8FVX3sLEF4ebOJF32V7nSciIrLmmYorOJEIbhN0dAYiZ6mNT/GER8rKneqwHtT+U3R8+C0A08ATBgLmm+8K4DdrIMe4lIqJfXKX5vGk7ldy9MGyak7gEycpxIyAJJm7IBreB4Uioao3hnAAJvNzubtwtEQ2bXBU3KqB+WQyELCN+rsJn9EzXGq6PppoppyisPtLrN8KLjjrPUYno5HNVLgTYSDhHTEvt9eaM6xLpS7ZJDQKSYFKDa0ql+lxOEbt3676dDMQMvslV8agC+l04xRm0uNTdUBFrUN4ZzgtJ+SXjJDEFFIvlmGFzFpgKodlXvjDYA2MiFITsnY6R8YaeiKWv/D31CEiCST3GSe/BW13xABGdnkyC8c6oeIUUOqyvTHF/UlrfONbMIPwu51UMXNtdlxmvltZ7+sk0I0vU8VY7vyXC1jpRXVmcF8Rm+5D1UouAJJjU4psS6eIookJ9UJi/9+xgIDsYr8u5kvqEuSRCCJpaYZ+78GkzA/G7ymsZSpcNjvAZULi8pK5xiZm2fevU1sJy4eqKFToQunNM4261tTBiGsuSXQhIgsmu+er6dkVsmLLQB33zGCWdYIB3S9ye/c0EdhJ69SQY8aQdtPKhI+5JzO/HO718b1ZpekdAvztSHuosnLohp7IkmCyd8r73HWIYAyEYX03FGnDvGLg6ab+PlAM6HGxel/NCwuY7mLagGjxs5Jyn3stSiKXaSUBAEkwSQBwMEcJtwAptBUAl3f0PiGCqnV7QL06ORPRTSaFlV7ptgXBcNFWEL5OFVI/xSE3sDVlwXKI7GFMdykoZj4AkmIyfosgKbkr0Nn2gBMO1sPhXV2zoSVY6uK7M3bjZyM0MTCJdLnPHh0RUxIy1OixTY8V8MSNX1sleBCTBZO/coWX6CbtpqvXD7ti3xPjMXu+JaOofaaiCYJpXO9f1DNOggw4tcze8Fi88vhrnS2BMBvgnja3TJMHEi2Bu1ZcEk+Xz6auuuAlEl4lhMNHXpSZSqvYdcl+CEa9HJTzKHi2XdSTYNpxdWa3q7CZgbYjlDibLl9eA1ZcEM2AIB1+Ar6aiCUylIql7qbuxOF6NBMH4VjubCBi2qe0HDrcnckS6KB0YmR0doY0MfaXNYju9aM4Ceckb74TkUH1JMDkwmetryq+0QLmGmNpK3A12s8/KPYfudzlXb3ZSjCOfdTj4DENAhSYUKnkX2eb8e2kOQCyHkCACkmASBC7TmvmrK98E6SNLimz7xfPy0z0On8u5DJvi6CoBdeeS+Yk7B4qwDb7VjnsKmG7Or2/4ItOwkvqkDwFJMOnDOqU9bTjnd+OgdbiCoeC/t5z31CfxduZzlS8EK1OJSC+pa7AmkrStZ58iTEIidzjx6i3rZzYCkmAye37i1k5Y6Cd2RCq/mqFeDPB6h9tjKudQ3MrJBkMOAUkwQ27Kww94/bkV+1uDyl1gaDIsglwUyUJAEkyykMwBOc3V5WfpUHd21DdckgPDkUPIAAQkwWTAJEgVJAK5ioAkmFydWTkuiUAGICAJJgMmQaogEchVBCTB5OrMynFJBDIAAUkwGTAJUgWJQK4iIAkmV2dWjksikAEISILJgEmQKkgEchUBSTC5OrNyXBKBDEBAEkwGTIJUQSKQqwhIgsnVmZXjkghkAAKSYDJgEqQKEoFcRUASTK7OrByXRCADEJAEkwGTIFWQCOQqApJgcnVm5bgkAhmAgCSYDJgEqYJEIFcRkASTqzMrxyURyAAEJMFkwCRIFSQCuYqAJJhcnVk5LolABiAgCSYDJkGqIBHIVQQkweTqzMpxSQQyAAFJMBkwCVIFiUCuIiAJJldnVo5LIpABCEiCyYBJkCpIBHIVAUkwuTqzclwSgQxAQBJMBkyCVEEikKsISILJ1ZmV45IIZAACkmAyYBKkChKBXEVAEkyuzqwcl0QgAxCQBJMBkyBVkAjkKgKSYHJ1ZuW4JAIZgIAkmAyYBKmCRCBXEZAEk6szK8clEcgABCTBZMAkSBUkArmKgCSYXJ1ZOS6JQAYgIAkmAyZBqiARyFUEJMHk6szKcUkEMgABSTAZMAlSBYlAriIgCSZXZ1aOSyKQAQhIgsmASZAqSARyFQFJMLk6s3JcEoEMQEASTAZMglRBIpCrCEiCydWZleOSCGQAApJgMmASpAoSgVxF4P8BJDBLwZvO5hIAAAAASUVORK5CYII="/>
          <p:cNvSpPr>
            <a:spLocks noChangeAspect="1" noChangeArrowheads="1"/>
          </p:cNvSpPr>
          <p:nvPr/>
        </p:nvSpPr>
        <p:spPr bwMode="auto">
          <a:xfrm>
            <a:off x="1136576" y="5007196"/>
            <a:ext cx="666750" cy="676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" name="AutoShape 6" descr="data:image/png;base64,iVBORw0KGgoAAAANSUhEUgAAARgAAAEcCAYAAAAcH6uaAAAAAXNSR0IArs4c6QAAAp50RVh0bXhmaWxlACUzQ214R3JhcGhNb2RlbCUzRSUzQ3Jvb3QlM0UlM0NteENlbGwlMjBpZCUzRCUyMjAlMjIlMkYlM0UlM0NteENlbGwlMjBpZCUzRCUyMjElMjIlMjBwYXJlbnQlM0QlMjIwJTIyJTJGJTNFJTNDbXhDZWxsJTIwaWQlM0QlMjIyJTIyJTIwdmFsdWUlM0QlMjIlMjIlMjBzdHlsZSUzRCUyMnZlcnRpY2FsTGFiZWxQb3NpdGlvbiUzRGJvdHRvbSUzQnNrZXRjaCUzRDAlM0JodG1sJTNEMSUzQmZpbGxDb2xvciUzRCUyM0YwNjY1MCUzQnN0cm9rZUNvbG9yJTNEJTIzZmZmZmZmJTNCdmVydGljYWxBbGlnbiUzRHRvcCUzQmFsaWduJTNEY2VudGVyJTNCcG9pbnRzJTNEJTVCJTVEJTNCcG9pbnRlckV2ZW50cyUzRDElM0JzaGFwZSUzRG14Z3JhcGguY2lzY29fc2FmZS5jb21wb3NpdGVJY29uJTNCYmdJY29uJTNEdGhyZWF0MSUzQnJlc0ljb24lM0RteGdyYXBoLmNpc2NvX3NhZmUudGhyZWF0LnRocmVhdF9hNiUzQiUyMiUyMHZlcnRleCUzRCUyMjElMjIlMjBwYXJlbnQlM0QlMjIxJTIyJTNFJTNDbXhHZW9tZXRyeSUyMHglM0QlMjItMjAwMCUyMiUyMHklM0QlMjI5NjAlMjIlMjB3aWR0aCUzRCUyMjQ5JTIyJTIwaGVpZ2h0JTNEJTIyNTAlMjIlMjBhcyUzRCUyMmdlb21ldHJ5JTIyJTJGJTNFJTNDJTJGbXhDZWxsJTNFJTNDJTJGcm9vdCUzRSUzQyUyRm14R3JhcGhNb2RlbCUzRV5Rg9QAACAASURBVHhe7V0HeFvV2X6/eyV5xpKdAUkIK4SyV8JeoYyyYssJpqUFCiSWCRAg/IxSoJhRRqFlEywnJYwCJSSWE1YZBcoKK8xAIOxAQkhiSXa8JN37/c+5joOHxpUsyZJ8zvPw0KJzvvOd95z7+oxvEGSRCEgEJAIpQoBSJFeKlQhIBCQCkAQjF4F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0BWI+CvmTbBXrdwZVYPIoeVlwSTw5M7FIbmrXYucRQWzKA7Hl07FMabbWOUBJNtMyb17YWA1+X8UgW/MMzdeA4BuoQnsxCQBJNZ8yG1iQMBBhS/q/J7AHbW9fNL5zbeH0dzWTUNCEiCSQPIsovUIMC1tRbv6g++V4DRAFY53J6tU9OTlJooApJgEkVOtht0BPoQDBNwtd3tuW7QFZMKbEZAEkwGLwaeXVW2trltTLFitbAeDMFi0UPFamsglNfR5l/TuW3ryDZasCCQwUNIqWp9CAYErLa7PWNT2qkUHhcCkmDigis9ldk1ZYSflcdBdETYHhkaEdoAtDDjEyLlgRL3oscy+ZKzqaZiSlld45JkIhiGYKCDLih1N9yZzH6krMQRkASTOHYpb+mrdl7OoNkgHhltohgQf70Z4BaF8Jwe0u5zzHvyxZQrGKMDrqoqbi4NPaYz78bES8vcjb9Lpk59CaZLNv3ocDdslcx+pKzEEZAEkzh2aWkpjkn+1sBFAF0KwGqmUyKEWMeHrGgPlNYtuctMm2TW4dqq4ubV2sU69IsIGEZApwqUF7s9zyW1H0DxVVesIqIxm+Uy0BbUdh4zf8mKZPYlZSWGgCSYxHBLe6ufZ5x4vFWx1BEQz19ncfG50gblmgL3okfSobR3evneiqo8qQNjeiyu7x1uzzap6N/nqvQBbO8pm5kfLK1v/GMq+pMy40NAEkx8eA1qba6dnO9f43gSjCPjUUTsaHQdzzrcngqi1Bmjbag+6SALaS8yOL+Hfkyk/MVet+j6eHQ2W9frcoYIUHsRDNDiCDi2pvnzfWblyHqpQUASTGpwTalU34zyW6GQODbFNX/ilaXE7RmXistg/4xpx7OiLwFY6Tl4AnW0IjRujHvJ+mSDIi7Dfayu64cCA2TRDrTPWbI02X1KefEhENcCjU+0rJ1KBHznnngkBy3PEdDrg47VJzO3QlFOL61rWBSrrtnffTWVR4PxFMD974gIbzrqPAeZlRVPveYZJ1WwGvKwuOXuW5huddQ3XBKPPFk3+QhIgkk+pmmT6KuuuAlElyXQYTtZ9Kn2exc/m0DbXk2WV1UVj3EE1xKhMKws4kscdY23DrSfcO391c6nmHB8WNnMSx31jQemol8p0zwCkmDMY5VxNZmhNJ9d/ijrysninTqeQqCm5iLLhHG3LWiKp13fur5q5/MgHBVOBgP+IGPyqHrPBwPpI6xsl6vQj59/AjAsPLHRD/k6jsyvb/gi2X1LeeYRiHNZmhcsa6YPAb+rci2DR8Xbo868uqy+MWHLV5+rsopZ/zdR+LsgJvqktK5h93j1MlO/ZfoJu2mq9eModYMBTS8fNW/guzQz+sg64RGQBJMDK8M/c8oBrFle73vBamZoBHrK7m440UzdnnW4qsrmLw2KQE8RHQwZ8JS6PZXxyjZT31ddeQuIL45al/FnR73nRjPyZJ3UICAJJjW4pl2qv6ZyDjOfnUDHDGvoaMc98Vn++qZPnQFVrx+MD3yda+poK+kfgTEiWv8EvdbuXnxNApjIJklCQBJMkoAcbDHrZ5841tpq+ZiB0nh10RmflY717UO1L3eYbet3OZcysH+0+opCrpL7GqKTkNkOe9Tzzaj4MxT6a6ymBNxtd3tmxaonf08dApJgUodtTMnGC0yJNrx03qLvYlY2UcHvct7GwIUmqvarwrpycencRX8307bJVXmISvrzzNTToK5XU7GwdOKzSuuSGwRqVVVVWbEjuIwIMS2DFeInSuoaq8yMSdZJDQKSYFKDa0yprTOrJgb14F0WRm2yfHS806duQ4r+AQiOmAr0qUDM35T4bDuZCf9g5v5D2KZYFJo2LIn2NkJls7sXY3iMFxz1nqPjxSKe+sLYj1JgRBiPDplcVxLMIM2O/2zn06zjaCsrBxXVL3onWWp4q8s9REpFAvJ0C6mnFtctfDRWW2+181UiHBKjXiAU5MNG3N/4Vix5Zn8XrhLe1Y6vN0Wwi92M8Zyj3vOb2BUTr7HR5bywCMq/yb1oTeJScrelJJhBmNuWmVWHa6Gg8Cy2tfisw8ctGJgtSs8h+Fy/HQ90fpnIsBhYUur2lMdq66upWAOmLaPVI6A1xJZjhtc/8UYseWZ/97oq/wHos8mk0Q+DFpS6G042Kz+Rel6Xcz4zWsrq5V1POPwkwSSyqgbYxldT+QqYDwOYHe7GuEz9Y3Vt3FGUBlcRIljWRhVATXZ3g4g9EzE6f+v08r2DqvIqgKKoohiBkI0PG3FPcnYwIv8RWF/BfXydoumggG4pcTeIMBcpKz5XxRqAfmrxWo9M5h+KlCmcZsGSYNIM+PrTTxxrybd8BSBPEIw34C/bbv7LSfP6FUGY/D++/yqIDoh3aATSFMLJ0e5NmlwVNRbQnTpgi7GDYY24IhlR7N51TSwcz1t/S8Qj4xlTiPSrRtQtTokXt9CDzzjD4bf5NwD6RpBykqOu4fl49BsKdSXBpHmW/dUVDzPRH7q6ZdahHFbmbngtmWr4XeVXM5TaRGQy8xOl9ZFfXsy+VCXzFak3ZuZGxWAEdZw1KoWpTLwznPNJwR9BCCGkzHTMWzTXnHZDp5YkmDTPta+moglMhq0KgXRd044onbf4f8lUY/25FftbgpRYqAKmHxz1DeMi6eOd4XyBFHPxaJJhByPcEQB+PG58GOutun5M0bzF78fd1kSD2lpYLlzt9AMoZEBnnc8vm9t4j4mmQ6qKJJg0TjdfcMoWvvb2n34BnZksfHwyvJr7DEPxVTs1k3ehfZqS7nA39Arg1LNCVA/mvpJIuWoggaa6wkDwM+gTUMrMlDHwhQPK5FS97mw4u7Ja1dndrYuu83mSYPrPjCQYM6s1SXXChVdIRXhHkfGw2eXsYJMxfHsNj4GOjrYttnzouZ97/nfxRLzuR8dONsITAMabgYRBi0vdDYk8maPlnKknaSFdPJlbzPTVt44CWlCSohcknjw53z+hdCWIN4cvlQQTfpYkwSSyehNoIy5ffas/+JSACb0+XOAHEa82mVHmNhHMBkb8BneGbsQrSEeeTlDBSgGI88mInsd5RLCGDfAUBhMCAgT6l0b6q2D+ttS9+CUz0HlrKs5UQG7mxMjFGIKC0+33eR4y01+8dXyuiusBuqJnO0kwkmDiXUdJrc+zjivxBfJ+JEZxL8HEIXuTrciMBa1ZhbgWFv+Pzh9A2MJsmxTXCzK4XcSgYcZqRcE7pFleYpU//U+T8t3Jm5LHCYz8nfl/J/B0EfUyUZ3E3RbDtqPD/W/xWpfU0mVn1LEMoBJJMLGhTXgSY4uWNXoi8NNpx4zKLyhcHe4+IZ/pV8kMjGTsYKqdqzlzCCbsYhCEozN/quuhB1TYQKpew8Ckga4cBi//4Av/pCNeNu+8abbPZlfl4zq4n3+T3MHIHYzZNZSSelEDJDFesdd7fp3MY1KTq2KNgujWtikZaEYI1S9zuBf/Ldmq+F2V1+vQr+hrSSxCArO85I3wRyTZsyDlhUVA5AsiVVkW7kdiCpQUB7en2578caDwrZt5wkQbW6/TdT62695kaBVxPPqP11LQfexK1uibayqm6EyNXUk0+5WAxvrM4fWL/5ms/nJFzpBbgIM1ca2zyvcOdoYnGKETMf/LXt94aiL6iSPRxpppLo21Cwk0IR5z+kT6y+Q2RPjUXufZNZk6Gl7qqi7Cc4aN/0vAWgqok0vmL5TZJPsALwkmmSsxiqyWmopddKbl4TJsiGY6c0eezgfFYxgmUrS2rdWPCmnabQzaOpGQmWkafnq6YbDGoZOHz31SPKUnpQgfKIb2IhgRjQ/FnU+pu3G3pHSYY0IkwaRpQjec87txaqhDBJaKjDnjP456z7GxVBJWpBesmnYiVO1vxNhBmATHajM0fuevHO7GHZI11o0zp+0RDIU8RLRdVJkm5y1ZemWTHLkw0zRbXU+weSJmSPj8QZv0iBXmsXX61BMCin47EZL2IaUJgtR2Q9AVXa8uSdI9SJehnzYfoOhe48ZfDOUau3tRQr5fqQVl8KVLgknTHBhezqs/+ATAr6J1KY5QShgjMRE5zc/qo6TgKLOGbmkaWkZ0I+5eVvKqfSe532sbqEIi7gyBZ5uRI17+dFWdVjpnocdM/aFWRxJMGmfcW+18UCGcFukeplsVQSC6Sq7hmwJmN9c4b9AYFyQW4yWNAxzUrigILXiOY96TCXs0r6+euq8K/XYCDjJ76BS5pUpJnZQqn6dBhTQJnUuCSQKIZkV4p5cfpqjKK7EIpkse6QR+h4HRBIwbiGWrWf1yoF6AGC+ErPlnD7/3sVVmx7MpSNctBDotbH7tKIIG8vpnVr9sricJJs2z53M5A0jECTHNemZ1d4T1FsYfYgVT59lVZd7WQJVCyp/AvG1CY9ZCRznmxZdTKqF+srSRJJg0T1yziOEK+qMIiCRLChEQABPPdLgb6/r2sto1ZUQ+lP9TgHP6+hTFo5GRiaG+cYdkWmDH03821JUEk+ZZWnvBKVvktbeL7bs1zV0Pze4Y79lJmQL3orXtrsppnaRfoLByAIMjxrwxC5QCOqPE3fCA2fpDsZ4kmEGYdW91xQNEdPogdD1Uu+w04sowVLOXt7GAEo6adnfD8Fj1hvrvkmAGYQWIXYytrW0ZEY0ZhO5llwNFgKCrujJrWP2iewcqKtfbS4IZpBn2VTsvB9H1Q968f5DwT7Rbw2iasdRe33BgojKGUjtJMIM02yK/M7H+YEwz9EHST3YbHgECvCXQdpTpYs2tEEkwMXASnsq+6VPH2YDdWNWDsZ4+zcAuZPpdlXMB/QwMwZAKZjDKzDoUtKjKpOI5Cz/KTP0yTytJMH3mZNXsqrKi1sAlKmgqE7YnQGFmAndBJf6XSMWoAx0K4xMQnizxWm82G/KyKzbvsncJyp6ZtxykRtEQsFksBxfem7xUuEMBbUkwm2bZP2Pa8aSEbtSJdjFeG8zEhBWmLCQM+ykA0Aqm0LzSuiV3RVs4flfl2wzedygsrlwZo7h10UG3l7obLsqVMaVrHEOeYDaFUbgTjONB0dOhxpwUNvY5K8DqxSXK8JfJ7e7leOevmXolWL9OmtjFRDJjKhBEgkhcWur23J4xSmWRIkOaYIRzm0XRnwZjRFLnTBAN0ZetgVD56PlLvvhy1nHFozvzzgox/pH62C0EKijoOs51dghf36QOLR3CyGIB8gqAYAAcECYsg1MY3GoFTU3GvdvgjGDwex2yBCN2E8z61Ykm9jI1dQxxe3M/KbqXdHV2qkNZqqPHwXrIUbDuPtFQT/vuKwSXvYngJ8uMjzXjCxFsh/0Glp33hLrlWOjNPoRWfIzQsjeg/TTgcMWmh298FAotLdFHHtl3F2paiKxoIDAkCcbrci5WgBM3eyizcXmbGjCMe5rUrjbxFz//5OmwHXQkYO3vgaD7vWi94xroP4qAeplZ1O13RMHva6CO276fghwKob3uZgQ/ejflyuvAGmhKddm8RU+lvLMh0EGKl37mIeitrryGwCdsCuD8jaaHniCydOSx4hU3MAHQ5i9UoWCHppGVmMaD9clEJIyrRmba07LtiBOQf9IfQZbI7k3aF8vReue14AzcydCIUSia8X9Qt9sx8oIJBbHxhkugpZgkdfDnpWP23o1qa0OZt3qzT6MhRzAtM6sOJy2Y12nJ/yyemCFiate5po7Op1CFzspVAMZkymVt8VW3Qd0qRrSBUBCtt9citPLTjFuleUeVI7/qzJh6dT69AB2Nj8SsN7AKzLqmTpE7mIGh2N16yBFMcmAD/DXOh3TGKQTjSXvQChUUYtiN9RD/jlqY0fH4P9H53ycHTddIHRe6LoF14kEx9Qq++zra6m+NWW/AFRjrNWv+PvH+ARpwvzkoQBLMACbVP3PKAawpLwOUNwAxA2pKefko/ut9UIbZY8rpeGI+Op8XucMyqxRddB0sv4qd9SOw9GW0339HWpQnoteDhcHfjuhKhqewy5WPOneHuE+T8V/MT4EkGPNYha25sdq5V5Dw/mACWTT7Wlh22j3mDmZj7fnQfvphgCNOfvO831Qif2rs6BXt/7oPgf/9J/kKhJEojOsY+JpZ/4QUZRR0TADBz4wfFPAPUJQW0SykBV9UlaL3He5/f5UWxbKsk8H8LrIMqsjqeqsrFxFx5WANSFyOFlZfDGX4yKgqhD56B20P3A3e2DxYqvbrV3GUoeiym6GURTdF0r77Eq23XJEhl9TcZVIpCrFIWyLeITUGtxPTh4qiLCiuW3SP3Omk/AE1Y9ZxShURzovNLqeXgZKUdhRFuGWHnWH7zVRYd90bUCNfCwXf+C/an5gPbjX+AA9qEce6oouuhTJm64h6iCd2beWnaH+sHtziH1R9zXQuwjmIpBAAt4LwtqpYrxs2Z8ErZtrmYh25g0nSrHpdlfUEnp56q5fIClN+IdRf7QZ17NbgQAB5hx8LZdTofg0Cr72AjoUPgNs2Jmn08YuhEgeKzr0C6rb988cF3n0dvPZH8MYWaD98i9DK5V0HluwsRqaDYGfINeJB4z5nSBVJMEma7g1nV1arzHeA0WWnnwFFvCwVzboK6vid+pPMW6+g46F7B+XIoZQ4UDjzT1C375+DLiguch+6B8K4LpcKgToooOxdMn/hilwaV6yxSIKJhZDJ3/2uyie5y4AvowrlF6Dw7MsM8/u+JfTh22i97+a0+ispxSUonH1NWLudwGvPo/3hOdm8W4kx96QT8Q32Oo+woxoSJasJRsRu2aq1tGOw/UXWn37iWGuB5VtmWDJx1YijU6HrYljE/UyfEvrsQ+N+Q4/L16fvsjF3fKGiYSi+5K9QRo/rp0fni0vQ2fDwoOyo0jlnRAhpuj6rrH7xfensd7D6ymqC8bkqrmfGuNL6xj8OFoCiX5/L2QCGM9U+RwMaY34Bis67EpYJu/QTI+45xM5B++aL3r+pKtRtJ8Aybjso2+wAKiruMugj6gqD012YobduhP7zGmjffwV93U/QVq8CQsHNVcSFbuHsa437ob4l8MISdCx5FNzRPqAhDn5j6gA4SMAGJu7QdTJAElfuTGwjUop01tZayDJvWN2iqHGDBn8sydEg2wnmUQIdWeL2bDlYT4LfnDHZUWpzrEupV3Zy5hrCKK/wgqthCXMnI0im86nHoX37JWiYHdbd9oa6wy7GC494So6n6OvXIvTlZwh9/B70H78FCopQ8HtXWEfGwMvPoGPRg12hJbKsiNciBfCzjhW6Qq9B549Um77efu/iZ7NsKClTN6sJxu9yLmXG/jrjtLK5nodThlIUwSKhPRFOG4y+E+nTIJnz/wLxrN2viJ2I3xs3oUTVQ+x0dA1Q+58ejSfzh+eAtey60CWQrrP+MCnKw466hucTmYeh0iarCcZX7fwchB0HKwnWylnHlYzozPuJkDkvR6YWbl6+8URsxjzflLwEKgVef9F4Lcq252cGfCEou4x0L1qTwLCHXJOsJhi/y/kOA5PErGmEO4bXeS5M5ww21ThvUBiXp7PPZPVFZSNQePp5YV+XktVHJDniGNZ2383QvetT3VXy5YtLWi10yvC5Tz6RfOG5JzG7Caba+RQTjhfTQoAW0kO/S9fEs2vKCD/U9wBENkPN4PVi2f5XyD/FBXXr/gGeUq62phk+RR1P/juj3BZMj5voUUddw+9N1x/CFbObYFwVdzPo3O75I9DP7VrgyC3nPfVJqufUf075sRxSnkl1P6mQr249HgUnnwU1zItSKvoLK5MZoa9WoH3eP6A3Zd1OZoPD7UluHOe0AZ/ejrKaYDZMP3GGqlrqe0FGWMUh5dDSeYtSGh8yWxPYi8BUBWdeEDtAVZrWob5hHTbeegW4STzEZU1hnZXzymRu6pgTltUE01FduWMHsciy1ysei9jJ/JzXMWHCXc+kxG3Yf7bzNNZx/yYTh5ggZ0oFZeSWKLrgaoh/Z1LRfU1ovfUKw34mWwoBb9ndngP66ltbC8vhL0+2TJ7cfyQLlo/UP911gX51LfTBMqtIN75ZTTAvTZ6cv8+Ojle7L3p7gicsJsG42+72zE4GqN7p5YcpVuVPuo7JJPyNsgw5stpQfNU/oGwxNhlwJF2G9tUKIzB5FtnDaKRqh+iaZT8CHwHmnUDKKDDbjfgNYYybxZIRmUEhwjoQNWma/prFynfa5yxZmnRAM0Rgln0m/VFrqik/W2FlTkQ8GesJeKykuOQmuu1B096s66ord7SSfgQznagQDmSGsDYT3vhZWay7TUThrCszV/f2VrTe9zeEVmRP2mci6MwiIgwL2+b4sTUyTpAu8i8R83KLqj5RVKDeT7ctaIpfWGa2SACVzBoIV1UV+0uDqzdlCQivnJhIBe3EWMXE70PHtyqUzqDCm8PwM+sBYioj0HYKMJ6JxgBcnG3HoEizQ8LJ8PTzQKPHQi0dGTa9yWDMrIjxIi55A2+9gsCrzwGDmGhtMMbfs08RxgqAn4jvCUK9JxdsbbKeYMQEbahxXmdhXGnO5W6wl9Eg9i/+zg4fCeuOu8OyxyQjXILwLRLHJ+FflJYizg6dHdB8G6Ct+BjBd1413Apk6YGAOESB1oH5htK52Z2yNk2rKrXLR1ysXbDa+Q0BW6W2p+ySLrynleGjEPzwHbA/zK5btUDYw1j22g+WX+1uXP4KVwKjJItwui8jxLP05x8j+PF7CH36AXQRGzhCEKl856mGEV7w9RfBPRwmswv95GhLTEtLOoor6KGHfk6OxPRKyQmCEZCtPf3YPfLy85flypFmoMtARIwr/svtXdkGQkGIcAiBN17q+rAjFVseVOHcWDYC6jY7GIGqRJxfQ4bY5Zgo4pJW5JPWPv/YiEbH639G6MfvoK9ZFd0tQLUg79BjYD30aKhjtwG3taL1tquhrfraRK+5XoU26jrPHCx/u4GgmzMEI0DwucovBSs3Ze9V7C9TSfbSrjzN43cCqRaEVn+H4NJX+odUiDD7BafOhO3QY3r9Kj5+7cvPEHjnNYgA4BHj8oqYvuI4JTJFWqwgq9XwsI4awpl1cDDY9Qokdh0d7WBN63J0jFDEbkkc06x77w/LbhOhlPVOminuZdr/eXv09U1kZIS07rW/8W+y2RD471PGnU4uFQJpOvMjpfWe2OkXMmjgOUUwm0kGyl+zIXxC5HVARoAo694HAIqyuZpIBq+vW4PQR+8aRw199fdhdwUibkvJjfVA93GnT0cifSw3rYe2ZhVCy9+Hvna1cSTh9WvBup6y5SnuesQdkLrlVkYsXnWHnaGO2caIMxOu6L4NaJtzkxFCom8RxznhrGnZc39Ytt8R4hJ7c9E0tN51HUQwrWwqPT/GvveJxolVXAIzXrfXew7NlnHlHMEI4IUZP0LKwwwMz5aJ6KknOcow7Np7frkPCTMIvWkdQis+RuiDtxD6egW4RWQJ6FqWecc4kT8tjhhcgU6Evv8a+s+ru4JFff050NkJvdPIM9ZFOp3t4PZ2cEdb5B1JYRHIlg8RplN8CWIHJHYp4rgmdipK6XAjml3MNLc9euiZC8nY8YzfCdY994Nlx92gjOkfGa+7aXDZm2ir+1vmTL8ARIEGRicxNhLxWp1J3KvoTPQ9MX9tIbSHiC3M0BSiMtJpax1sWEUSYVsGxjLwUzu0A8a4l2SFf0VOEoyYEK6ttfhWfzAXwGkkHqmzqCgjt0Bx7V1Rk9n3HI4gheDb/+s6FoSCKLrwmrDZBOKGQNeM4NukhYynZO2nH41djziC9DpeqSpEfmnx8atlI0Eik4E4YlmtAA0M+uD7S9E+7zZYD5hs/BM2jk2YgRnxhu+9Me4hJ7sBQdyf6MusKpZ0tGuPDrXMAjlLMN0LZXlVVfFoe+ffSKEziClrLHALz/0zrHvsG996jxLcKT5BkWtzexva629FcPn7myuJ1CjFf741dn7sZClhQk7n00+go/FfJmomv4rIIMCEZ/J1/Cm/vqFPHNLk95fJEnOeYLrB56oqm79UGacgcKNGmEjM22T6i5M46uQdX5VRH67AUxw9xBGkuwj3A8PHKUZmyXR8CHqLH6E3X0K7CHAoLpnTWAjw6qD5joD9Wpo/35fGrjO2qyFDMD1ngC84ZYuNgdBOmhbYSVWVMSENY8BMuoKtVaZRBH1zfEeGInyavmYSmUFpKiXLPsTMkiCC4hhuXGZaDz7SeL4VkfkHu7S5b0HwvTd6EYzYcalbjBk01cSTuDhOBd96BSImcJoj5ekMnL5NPgAAIABJREFUPOQoKLiM7nh07aCBkIEdD0mCSWQe2OUq9NO6tWDDfSDtRby0KGO3NbI1qtvvCMVeFjVFbMoUZO7awbz/i3+e2MEUX3QtxOV0OovITBla+WnXRfeKjyEuvgejEPCF3e3pn0VuMJTJsD4lwZicEO//Td2GWngl8Iv/ksmmSa8m8hzZ9j8MlokHd116RslFnezOxUfcNvcfEN7Pm49IpSO6ckyHSVOb7P6FPOMY9MHbCL7xIkLixWvwyxcOSTBhZ0ESTBhYRDL7nv9ZxO4Qr1LNaz7YyNw79sxgr22yl8F20BHIO/w4UGmKXuU72qCtXWNY1RpHkTf+2zusAhFskw6ButPuRt4lEi9JJi1/48FPJIfreHoBQsvezKgEbTrjs7J6T/+EU/EMLkfrDmmC2Tjz2D1CWsEsZp4EsF0hGs6EQsNioUchw4SVhFt+xi4D4XdkeEsn6Ziir1uL4CfvIvT2qwit+lrEJOhKLxItCb24nxKGgYpivIBZ9jkQtokHJ8evSdPQfLkrvE/VIM+KJJjIEzCkCGb9uRX720JUoQOnks4jmcgqPgmOagM/yKvXZPfC+KzgjPNBhUUmW4Svpq3+HsFXnkXwg7ehN3sHlLdaGNop47ZD3lFTDOM4s/5MkQbQ/KcZYO+GAY0vFY0lwQxxgmmqmXKKCnWWzthzUw6jnCNW8ZydXzGAQPcd7YahXudznq5XmGQWVYVlwq6GdfFAshi03Xsjgh++nUzNkiJLEswQJRhfTeXRxHyDDuyTbda88a78grMuhG3/w+NtZtQX9yodT8xPue8O2fKQf/J02A7+NaCIjM3xlc6nF6Cj8ZH4GqWhtiSYIUgwPldlPZin54JntZlvpPjyvxmJ6uMtIkZLm/vW9OUnIkJ+5anIO6Yy7ruZ4DuvoW3u3+MdYsrrS4IZQgQjXAPGOkKfgXjIBJ8iVUXRlf8wYrnEU4T/Utu82+Jpkpy6ioq846Yhv/yUuOQJgml/tA7cujGudqmuLAlmiBDM2gtO2SKvvV0c0uP70lK9AlMs3zB0+7/rIGLImC2hLz5Bu/tWw6ZkUIpqQUHVGbAdcYLp7kNfLEf7/DsgcillVGF84aiXhnbh5iRnLjt5dlVZc2twGQPCx2hIFetu+6Cw+mIgv8DUuIVHdPv9d0L7rn+clYgChNvCFmON2C09jexEfRGeQUTAE69OwlbFrJm+CL9QJI52oyOHXeipj5E/6ebLMi4TJIHWldQ1bCmyDJiaABOVmKE0V087VmdenuokgibUSbhKzhCMz+X8BsC2CSORIQ1FEG4RNwUFRYjl9yRCKYiwCfmVp8E68SBTIxDBptofutfw2TFdrDYj+JVSOsIwthMxdXsXgnW/Q6GOGdeVIeC1500/b4s0tkVi92WSHDsWPoDQJ8tiPsezCNHv3QBBStGi6pnGIGpFZmI8UkJbuMjtjhwwx2RnIlNGU1lwkcLYnmza0Y67l4i1nZUlJwjGf7bzadZxXOQZEMuNNhK4k4E26LSSVF6vi3w2OvKIlN1EcCoCRFg0ReS4GQyjOusek5B30pkpdRoMffwuWufcZNrTmAqLjbsSESiq9e7rgWAgIszKlmORX/57w9DOCPYUzSivh5RC1yWmCTKur4zZ8Pru8DwM/ec1cTVNrDI3Q+F6+5bNV1Ltyx3xyhAW5P7qihtANAtAoVirpW7PwAyb4lUiyfWznmC8NZVTSecnwrwWtYrwgiHW7h1eEHoJdz2zEbW1CtXWhgxXgFphrVsL1NYaaTy73QN+vuCUkQWdHeW6xidD4YlgMn+xMYDJEfFoi86/yviQU1Z0Ha3/+AtCK5eb7qLg1HNgO+BwbLzpMuM5O1YRxx1x7BH2NJ1PPW6KZMTxqujcP8d1hxRLj56/i2RuIoB4GkuQGW/ZLMpNhXMWPRMrTazvvCnb6QHlMgV0KoDNhMLAA6Vuzxlp1DvpXWU1wXDt5Hzfj/ZPiWg7AxlhkquQX2f804GRVw5ku2oQzuwqR+fG0IgO8DSAzgF4bKqeva2TDkbBKa7esWWTPN3aV5+h9Y5rTadnFc6Lhef8GUqJHc0X9Yk1rShQiorBbW1gEdi7e7eiqCi+5k7DF6n19muiZzHouYuZdSVE9slUFBHxr+XKmakQHV2mWI+EIDOtZdKbANKI8TMr3ALm7QlKEcEIhSlSNvT6FpnQblXUA4rnLMyeVJdh0Mhqgmk+u7Ja09m9aRBMRAv0EF2aikux9dVT91WgeRQj42PyizpuOxSefRmUEVskX/gmie0P34vAq8+blm+ddAhEdgKRm6jl4jONuDTipUrcDRlZT/Pyjd+EAR0CAWg/fAP2e1F43pVG7Jr2x+oR+N9/TPVnPeRoFJ52jqm68VYKvPwM2h91x9tsUOsTcHuy8qoP5kCymmB8M5xvQMGBAOms06Wlcxel1ArL63I2EOBM1YTl/aYSeSec3PXBJjmwlXBUbDGcBb2m1RdxdvMqTwMxo6V2lnFPwhtboAt/IBH8W6QqUVQoxSVGYG/e2Axu9hkEI3yiOjz/QuczT5jqTx29VdduKYkhH8SFtkjT0nbfzeCOdlN6ZEIlBi//Cj/sN8n93oAvjAd7PFlLMO2uykM6oIugq8MthP2G1TV+mmowN9ZUXKyxcksqL4DVbcYbEfMNnx2Rlyga0YgPPBCAZevxUSPsC1zE8/HG2vPBbP4l1XbgESgQuwrVgs4lj6HjhcVGvqNoxbLznii6sNao0nb3XxH8+F1T0yKOVAVnXhDzslf//muEfvohYjiI7iwI7NuA0JcrEPzwLdMX2qYUTXElAjopoO5VMn/hLwF3UtxnKsVnLcH4XJX/BPgIVbWeMWzOgjjeXBOH03+28zTW8WDiEuJsKcglaoSIrh+N+xsRqiFCHiRRR1x0tt1xTVx5j0SM3cLz/2LkMRK7gdbba40dQaTS85gngoNvvPaCuGxW8k/8LfKm/C6ifPEs33J5tbFLiu4An7lhNaKuACPXC/3W4W5YEOdKydjqWUsw62dMqbCQZSdHfcPN6UK3K3B4sDNd/ZntR+x6imZdtSn7YvhWRp4g9y0xX3VEzF/xXK5utR0sB06G0icGcOCNFxF49Tlo33612b5EBLqyHTDZsMpVelgTi/SvIvlZ6PNPEHz/zU3EEHlU4ngYzX2Aveux8e9XGbmbcq0QIaRAnTWsbuF9uTS2rCWYVbOryubZFzTX1iKUzgnxVTs7Qcatf8YUYasi0oaIfErhisgVHXhxSZcnchTbFOt+h6Gg4g9dkfEiheHUtM0ZIcXxx7rr3rDudUBX3+JI17cIg7dAJ7jFj/bH/wmRryhSsR1+LAp+XxPxd8Mx8/47MjImzAAXQxugX+NwL86gTHEDHNGm5llLMMkZfvxSvK6K7wiUcb5Ow678hxHcKVGCsR16NPIFuRSXgNtbQQVFxo4j9O1KYGNLV8rXMVuDiocZF70idoxwlhQZGwt+V911VySyQfrWQ/v+G6Cw0LhLEo6YwrpXWAGL9LQdj9T1yqnUU99YBBNY+jLa598ZcxcW/6wOXgtmfAeLemHpnIWewdMidT1LgokTW6/LuZgYU3pbLcQpJAXVxcuNdffIdiTRjkjCDSD/d9VQCgoRWPYmOl9cggLnH4BAJ9oXPwp9zQ+GxsIIUAS1EoTR+ezCriMPEYovv8Ww3g3890kjZ7bYrYjndpHKhDs7DFIQNi62I08EQiG0Pz4PoY/f64dCrCNS4IXFaF9wfwrQS79Icbumgd0d0K/MljSwiaAkCSZO1H6eUXGmTaW5feP2xikm6dWFP1LesVMjHy8iXfIKgrjyH8aTc8dTC4wUIOIYZTv0GFj3PRSBl57qlaJEPKEbu5xmr5FW1iCekVtC3/BzL/8j4RgpCEYTXtsPzzHqiXQrIq2tIKjWv10OkXakZxHkJSLzRSrtD96NwOsvJh27tAoktBOwsCO/4OIthkAOJUkwca4ukV2gZfUHrXqX9WXGFHHJKp55I5VIz9QiK0HRrCsRePMlYwfSfUcjHC4LZ14O3bcBbXW3ACLgt3ix2m0iLHvuazz9ipcl4TQZzoUg3/kHWLb/VRdpff7xZrXERbBl5z0Q/N9zCH7yyy5GODsW1lwKyy57RRgCo+XS6dDjsOPJhMkhIp1Z/4ZBr1mI/1Zc17gilutAJuidLB0kwSSAZCZ6bscimEiGduIoI4I/db0M9Q7fYDv4KNgO+jVEIHBhNCc8t4V9Tv5vZxjkIXYgLcK2pmdMGSKDJIRMkV6k8+Vne3kziydvkaVS9zch8MKSzehbxu+MwnP+FNFVQuyQWq48Jw2e0eYXhEi4BvDzgLpeUbnrWwoBAdJ0hbiJ2PJTyKp/3/6zbeW4BQuazEvOnZqSYBKYS//ZlW+yzgck0DSpTcQFqtiBiKOMIALhzRyttD90DwKvvdCrCg0rQd5vphpHD33Nqt7NRfqR/Q4zZHOzH4F3/gdSLcir+L1hGyN2Mf7zTt58NFKGj4Jlj0mwjN/J2NV0vvIs0N7HGNWWB9vBR0I8YfcMGWE7ugIFJ0X26xP3PW31tyL09RdAKJhUHBMRJh7jtOLQViNue/LHRNoPlTY5TTAirgYtWJDU+Ioi9Yk1qDzN4PTmSe25IoWj4RZju+5J9pgIZeRoU+tVBJgSdiTo7BlJgJB3QhVCy96Atukyt68w6177w3aM0wjVoDf7Yd1lz66dBjP8F/zeuO9WthkPUU+8FonXpeCH70TcbQhbG/FSBf0Xq+KiC66Ocjzq0ki4IojL4YDI1fTVZ33GYQqCpFUiwnp7nWdk0gTmqKCcJhhvTcVy0pXPWafZyXCA9J9TfiyHFOFcMygxOsQ9heVXu8N22DGw7LpPQv5KwhpXGL/1LCLEgrhrEda3kQpZLLDsdQDyjpxikInYPYnSsehBBN74r7F7EkZ5wY/ejfsYI56zi875kxFky2wRgaSC775mZJkURzizsWfMyo9Zj+hRR13DAPLExOwhJyrkNsHMqHiFFDpUmNsz8ScqlL+XuBseiHfmfK7fjmfufJCIhWNl2jETxxHb0eWw7j5pwDFTQh+9i9b7egecEi4Gwks6VlAmcbdSOOP/IKLuCeM58aJkPEM/eA9C7y+N6uekjN5q83N3X/yLzr4Mlr0TP3EKvcUltdg5JT2nU/jFogUYk0bVe/qG9ot3aeV8/bR/LOlEtPm8aTvpAW0ZACNY7SYPlRbS8Ymm4sVgKPjvLec99Uk4nbyu8iMIdCRBcTF4RAznl5QMSzgO5h1dYeR7hvCwTlIRgaA6Fj/aS5plj30hfI+EM6G4PxHE0V2ULcYY5CYubsUuJ/DS0wiu+MiwuxEXwTTMbljoCvsZYTMjXpeMIuL4jh5nROgT3sx9d06iipHytubSqH5UpoYtLIbbNhq+Uh3PLoQm7mpSVJi51UHqBHIvSkeYvBSNIj1ic5pgBIS+GVPvhaKHiTZEOog7wdgIQgcx/cRgYevuAKMYCorAnD8YOxaht23yccg78bdQhtmTvhLEXUZr3S2GjUp3EbsYZew2XfGAReJ6cZEqUr+K+C/in7wCI25u5/+ehfbF8q4jiaJA3Wpb2A4/ziAITWSEFCEbOtuNS2FBKsY/Lf6wsXFFiIfiy26KHgNH1w0bG2FrY7aITAltd14H7fuvzDZJoB79qEGr11l9dGR9Q+rYLAHNMqlJzhOMANtf7XyLCftlEvDRdDE+vCtuheIYbkplcVwRuw4RjFs8NZOioHDmZSK8X8T24uNrnXMzuKl3ChBx/FHH7wx1q20MghELRG/xIfTZR1GPUCLkpyAbGrklFFsetJ/XQPvx264sA2GKEZ5h+mwjmHjEImLqvvsaAq88C8vuk4zMlWR3RB1Xt6zg0pcNv6VUFyLy6zrucATtt9H8+cLNW5YeCAwJgjFIxlX5NoP3zYbZF8+8hbOviRjzZPMYgkHj6Vhcsmore4fDKTrvCuOjjFa07782QjAI+5a0FlVF3rGxE6+Fvv4cbXdfvznRmkiZYt3vcNgO/03MVCfBj95B2z03pG1YDG4lpr866j03pq3TLOhoyBCMmAuvq/JxAke2Rc+QCRNPwMOuvcfIQdSvhIIILX/fMIwLrvg4YpR/dfxOKL7o2vAezj2EiheY9kfq+hFUyqCw5aHwFBesBx4RI5gWo/XWKxAKF3+GCOp2E4wdjWXSoVCKh/VTd7DSzCrET5TUNWb8GkvZ/PYRPKQIZhPJnK+AaxlIS7aARCdSXKDmlf++K7KdSFD/3Vddz7Lvvg72N4E1LabovONOgjDZj1XEDqZz8aPofPmZWFUH9Ls4RhXOutJUilvxKiQMA4UxX+RCgM0G6577Iu+wY6FO2Nk4PolXpdZb/gzdCEyV/sKMeaX1nhnp7znzehxyBCOmYMM5vxunhDquI9A0gMNsEzJjoshR1vUxMne97Gxsjsveg/ILUXD6uTHDUHYxmGY4NYoYutrqVXHbskRDTMSrsey2D/KdpxovVbGKIIbWmy6NL0VsYZERaFwdNRrBT5bFFXs4lj7x/i5eKxVSrrLXLbo+3ra5Vn9IEkz3JHZUV+7YAVQz9JMUhUYzs22wXo1StbCUMeNQOP0i4wLWTDFiwHz0LjpfftrYCfR8rjbTvmcdI6XshF2R9xsnLDvsYgpa0Z/IYaR9k+0PM+QHbBMd7n+n8ikr3ilJe/0hTTA90RbGdITgaWD91zp4PAh2gAoEQCLTY88i8oSSTiEd8CuEZhC/qTPtRcy7ZVqcGKG3OG4VTL/IMJAzXUIhhL74BMEP3ja8oY3XJuFBvcmrOqwcRQHZ8qE4ygyzf+v+h0HddoLpLkWsmLa5f+8VHsJ848yrSYTb7XWe2ZmnWfo0kgQTA+vujI+9/jKjf5LztRecskV+e8eng+qjFGUs6g47G9H+xfNwIkXf2GLEgBGBqwLPeXrvbIgMXyXbxIOgbLlVwkZzHYseQud/FiWiXka2IcBnd3sy+q4v1cBJgkkiws2uyn/q4DOTKDKpooRlsMgeKSxzEy0iJ1L73L/3et1RykagcPa1xv1HQoUZHU89jsDTT0TfISUkfGCNRDBuaGpFMC+0QdFpAjTaQxUuI0yTGMIQM3Ih5g4VdGDxEHYpkAQzsPW3ubV3+jQnVO0R2uSWkCSxSRcjfIJEDF3LTnskJpvZSGwvLoS7i/DsLppda3hSx11CQbS6bzHufdLusBhz98oigfk9dnfjeT2ripTFG9fYt1dZ2TUI3MjM24dLKSwiOlhAFw1zN9wZNy450kASTBImsuXMqsM1a/BpAHFcciSh4wRFCEvh/BNONtwREiki/UnwvTd6EYwIjyl8juIp4nlc3LmEPu3t3R2PjFTWJcKn9jrPrrH68LkqrgfTuSA4+tel+x3uhrNiycjV3yXBDHBmxR2Nr7ryJyKO/f46wL6S3Vz4EBX8dnrkFCUROkwGwYhL49a7ru8KtZCBhYH2kBo8dOScp/pHJw+j7+ozpuxUaFMfAbB3r58JbzrqPAdl4BDTopIkmAHALOLz+te8vwpM5j3xBtBfKpoK58b8k6d3+QSZjEQxIILp7EDn843oeHZRRCvkVIwzLpksoFCusbsXdeXAjaP4a5zLmbFLdxMGf1zqbkzwPBpHxxlaVRLMACamuaZigc500gBEZExTdevxhtWvEXQ7BtEkRDDMhs+UCFBlGAxmcGHi/zlG730k1dYmlNSvyVWxRgFtKQzuSNcfdcxdPGQDU0mCSXChN1eXn8UK1TGTJUERmdfMYjUM8kT6VmEgR7bwT9rxEkzo0/fR+dIzEP8Wti6ZXnTQoWXuhtcS1bO5pmIKs+JhZmKi20vdDRclKivb20mCSWAGfzrtmFEFBYVvM7BNAs0zvolhgbv9jrAdcgwsO+0OEUN3c9H1rlefvq9IF11rGNhtPhqI+LlfrUDwnVcREqb7UcJxZhogoY7QViMeHFgwb191xWdMNJbBl5S5G+sybYzp0kcSTAJIN9U4b1AYlyfQNOuaWHbY2chaYJ14EKBajNi97Y/VQ/v8l2BVIvVJ0fl/MWLBoMXf5e392vMGwWRjUYl3HVbX2Dv+RZwD2TDjxJNIUY8KFhRePRQSrEWCRxJMnAtHVPe5nD8DyLpXowSG+ksTIlh32Qs0ZmuEROzbHgnQRDQ7EX5B5KwWcVhEytlsLgz916XuxS8NdAzvuiYWTnK/FzmS+kA7yIL2kmDinKT1M6ZUWEhtCGdY1VcUM4OIvtKgPwRN/9GiWu5joCscvywZiwAzXVta33B1xiqYRYpJgolzsryuig8JFPvZkbCeVP20klH7vND9GiGsfUnVHhf+h3F2K6unEQEGLSh1N5ycxi5ztitJMHFM7eNVVbajS4NtFH0XEmTiRq1duzDcRaHPVVEDpjtBmZXbOg4Ycr4qM3/aTvrhY9xL1uf8YFM8QEkwcQDsnzHteFa0pyI2YfisFuXUojmLItcRoTtrpswiXb1Vkkwc4KezKnNHPpQ982W2gAGjLgkmDgi91RUPENHpEZqs6ywo2N3si4G3puJMYnKL1EBxqCCrpgkBq6qcGOsPRZpUyepuJMGYnL6XJk/O32eCYxkTdu7bhEArS8bsuUu8lp9NNRVTiMlDEE67smQWAvyYw914SmbplH3aSIIxOWfrTz9xrKXAshLclSVyc2H47GP3GhkvuXS3b5059YRQSHuCiaLGFjGppqwWBQGRK86ku5XINfzDcz7L+JMXLNiUplJCmwgCkmBMoibi93YSf8I9XoBEQKFgsbbDiNsGaPXpqngMoN+aVEVWSwABnXmFoijzwXwFgP55TvrIJBH2XMUfy+Z4Hk6gO9lkEwKSYEwuhTU1FbvkM33U/YIkHNlYw41l8zx/NikiYjW/y3kVg6+J4+/rQLscUu0J1AE1dETJnCVvN9dUPsrMpp6gCfSO3d2QNRlBM3FSJcGYnJWWmopddCaxgzEwY8ZaR71njPhLZ1JExGpeV/lCgjJ1oHJk+/AIEBAMWvnQEfc0vvXzjBOPzyNLA5syEyBdYa26pH7xPyW2iSEgCcYkbk2uykMU8KuiuliwOvTfJMOcXMjzVVeuAvFWJlWR1RJCgL+y1zXuKJq21FQ26OByM2IY+MExZq/tEr1jM9NHLteRBGNydtdXT93XQvrbxu4F8JS6PZUmm8as5nc5OxjIi1lRVhgYAsSXOOoabxUpaoDOj8yGOCXQU3Z3w4kD63xotpYEY3LefedN2Y6C6hesQ1ct1mOGzVnwismmUautP7Nif9VKS+VEJAPNGDKIfujMz58kbJWMo5JieUrcpZkpIsfRSl51xVB3XjSDVc86cl2bRGy1a8qIQiifgeh9e5P1RErS86W/2vk0ExKLvm1Sd1ntFwRCpF81om6xkdLV63I2AHCa/QgIeFdRrRcn64/LUJgXs9gOBSyijlG43o/HuNc0VmpG1C96JxmAiGRteW0d4v4lHudHDURqpqX4SAYe8cowQlLG2UhkCiip8+zefTnvq3b+B8AxpgUR2sH0WGdB/uWjVoe8yfpDE+cwsqZ6vPOTNQNLhaK+s6fe67hv0TnJku2bUV4HRXGZlcc6/0/Lw6VqgKpBdBaBh/L8faFrykWKhXcD801mMQRoY1ANTO6ZLWCTC8hpcfEVg5nIq1n148XrlPn+h1bNobxA455pnl1VRrctaIq7YZgGPPv0sf7W5s/MGH2J5gS02N2eEvG/V846rmREp+0NAsXM2ZMMXTNJhnjBg4Lp9vs8D3Xr1VQ99RyV+C4Gm3G5YJ1wU1ldb/slf820CdD1B5mwH2LIIWC9DvKQLXSD4+4l32QSPpmmiySYQZoR3wznG1BwoMnudQvUi4vdC28T9cXHwKwvBfiXILgmBWV7NWa8U1rv6Wf8JjzUFVZvMxXQi/EfR73n2L5YcC0srWun7dIWDE3MU/lY6MpoFnZOCph0tIGUd1gLvNoRCHy85UPPiaiGssRAQBLMICwRf43zdtZxvpmoeGKCdKaG0vqGzYZ4XpfzQgIMshlqRQfeKnN7Dgg37g0zyq9WFSVmLiNm/ra0vnG7oYbdYIxXEkyaUfe5yi8FKzeAzIXOZOJPS+saex2FfDXOl8CYnGbVM6M7xvq2oHbomPlLwkYU97rK3yMo+8RQtsWx6biZGYPKXS0kwaRxbrtiwGCeWZ8jBi93uBv36OuO4Kup9IHZnkbVM6YrIgQ1aH8sq1vyaDilxMucrb19dbQQGCIt7GqvddSuCxZszJiB5agikmDSNLFNMyrOVRW6q9uXKVq34txPzLc46hv/1Ldey5lVh2vW0PNAXE/bv4gh/glQ2qAo20DTBi0A+aYn5vdVlecVWwIP+Tvz/w7wDDPToev6nLK5iyO+5vmqK24iosuiGNG1/ui1bikJxgzaA6sjCWZg+MVs3UUIwblE2EHEI4lZGF8obLm0ZO4TjeHq+l0VdzPTOWbub/q1JzwPzpu5Lq953Ui2DLcE1AkBcDmRchwxbx9Tt+RWCKpacJ9h854yEix9c8Zkx3Cb/RXdREB1hfiJkrrGqmjq+GoqmsBUGq4Og1tXe22SYJI7n2GlSYJJEciGvwsFriNGJYOjBpMiGBYtG0H00Dpr+58m3PVMxOTNflfl2wzeNwG1P7B7rftHMgzz11R+yczjzculDmZ9vUIkDP9CDP6ZGMOZMcEM+RFIhxo62D5nydLuPr3Tyw8jVRH5iKI+N0d6Seqpu7+64mEm+oMkGPMzmoqakmCSiCrXTs73rhlWqUKdBcZuOjAsMsDCTosCDP5GD1EDOZS60r8v+i6WOj6XU0S6Hx6rXs/fmbnVQVuMIrc7YhKwlprKqRqzSKkS89hEQKem8//5Q/5/bTf/ZV+vD9tV+SSDT4iln9jMKeB77O7G83q3d4qn5gujtWfgy1K3Z0K0Oi0zqw7XtOBzQP/sDXIHE2t2kve7JJjkYQlvtVMchf7YM5A3idAxxoUKX7olAAANg0lEQVQDg6B0MrgFTJ+oBM/6gPfBvh9oLHV8NRVBMJkPFM4kDNNOcNQ1PB9DttLkqvhUAf0qlg4A1rVsVA8e98jClX3rbtqFmHIEZejLSt2LJ/aV4XM5OxDFu5yIvrbXNcTcbXmrK74monDP0fIOxsQkJ6OKJJhkoNhHBtfWWoCXDRJ4+WVg3ciRetWCBSHx/wcSoGrDOb8bZ9E6v2U2ZbHapRXjz456z41mhrkp04GJ4EoUZPClpW7P7X3lil1c8+pSb6xj4aZ2vi+xamxfD+VmV+WTevRdkLBqdsTC0uuq/AeBZ4cZe/uP8hXJzJIYcB1JMAOGMH0CjJg0ir4UbDYLAa8PQt1jpHvRGjNa/lzt3MtGEDFvYjtfRiAurqqy+UuDywHsEKtPBjc78gLjqM+dkxEaI6B+FenFzWg3Zu/hsYJA+VyVVQA/1vdOhwFfqdsT9gI4ls7y9/gQkAQTH16DWru5uvwsHcpcM5eohqKbAiyZVZpdU0a0wPJfHbx7rDYMuq3U3XBRvx0MoPiqna8Q4ZBYMojIX9Jk2YrC2KP4XBVrANoyvAzy28fsOSI2wfx2PHPn60TYoqccYlpnr28YFUs/+fvAEZAEM3AM0yZBeHND12ea7NBnDzi2o/nze13CxmrrdVU+TuCoT8BdMmiRw90wLZw8b7VTpMadFWtx6aAfS8fsuW04ovDVlNdBV1zhwyiYIxihm7+m8jVmPrinnuGso2PhIn9PDIFYayAxqbJV0hEw7jZ+dCwyG5yKGHfb6z2z4lWk2VX5Nx18Sax2RPS6va4h7C7FSLFL2pMxd1oRnA5F377pJx4Ji+VZcP/Mlwz4HW5PWaw7GCGn2VVxnw6q6UUwOh4ones5I9YY5e8DR0ASzMAxTIsErqoqbh4efJx1E9HvGGx3eyxE8Wc82HDOSQepodDrMQfFvNRR3xjWG9wgB9Uinogj27MY79T0J0ddw82R+vK7KjdwOI9xhs9Rb+4OpaWm/GyNlTk9+tAYdFGpu+HOmGOUFQaMgCSYAUOYHgFxEQzxT466xtGJaGY4Y0KJ+NF3y4wWCNsgGMXyfLQdDBF3lIz2l1Lty+JJOmzxu5yfM2BkAuhZiPGdvd6zrZnxeWsqpxLzwh51faoWPLTbgtiMDFkncQQkwSSOXVpbxkUwujLHMTexyHt+l1P4S/Uyfgs7UF3/u2Pu4ovD/dYyo+JcTaG7owHEzC+V1jf+OlodX43zP2Ac068O0beOugZT4RZEat5ASH+yO2UsEX1qr2sYcoG60rpYe3QmCWawkI+z35cmT87fZ4KJOxgGqwrvNqyu8dM4uzCq+6qdz4Lwm+htKaizdn5Z/eL7wtXzupzzCDgrogzmDg3WI4fXP/FGtH68Lud8gmG42HsHo9BS+30NpoJ1NdVUTFFY8XRHqWPGXaX1nvMTwUa2iR8BSTDxYzYoLRhQmmucDzDj1GgKiJCSdrfHloiS3ulTt4Gqv0hAVCtZJrR3gCeNDkNiQk+fy/kuAXtH1IGowVH3SwCtSPUiGcoRcLvd7QlnQNdPlCAYFbSIGRaRQjYY1CePuF/G0E1kfSTSRhJMIqgNUpsN1eVnWUiZGz3kA3/lcDfGNHILNwRhyGcl/TkGHFGHSPytoy58RDix09p7R4eIW1wQTobwi7Io2M/MDqvFVXm+xnxHn6fqgAJylbgbHjAzDcYORqcGEeCLQZ84vJaJMhOAGeSSU0cSTHJwTIsUw4EvFHwp6uXpALIQrp8xpUJVFI/w7o66SyLcYa/zhHVIFIHRm1uD68ORoJCqEE0bVtewyAxgG2umnRJi7V+9ov0Tey2KZXLxnIUiM2PM0nVEInHJa2Vgdjj3hphCZIWEEZAEkzB06W+4zjV1tAX6DxGjtRF0Vafrh9U3XJ2Idr6ZFX+GRn+N3pY7Nbb+OtL9yaYn6hfC717wpcNn3dXsDqLNVVnVyfxv6sF4IvmZ3e0xHa6iaweDx0Gk2wsKtqc7Hl2bCDayTWIISIJJDLdBa+WrdoYixfMVYRTaiPcJdzdiRmFfdeUiEEfNua0wPVhS39Dv4rVbfkt15TUa8V/C9MehIB8Yz/2H3zX19zpr/6LuJyBjK6NcY3cvihnYu7t/r6v8CAWKB4zX7PWemGEkzOAk65hHQBKMeawyoqa32tlKhMJwyhi+PXUNpixcw7X3VlcsJ6JdIg1UXCAHoGwTyXlSWBv71zgWg3F0TxnGBoRwn72uwaybg9F8o8t5YYhxW/eJjcCdihaaFI8Ny+ozpuxUYFWXBDo7pm3x4LOmjlUZMdE5ooQkmCybSH+1862u5GD9C4O9pe7GhHIltc48YWJIsz7DwMjIkND9DndDxOdnkUyuubX5HQZ6Gfkx82rH2L23ieWc2Ldff03lHGY+u/u/M/MLpfWNvcgr1vSxy1Xow7rrwzlmxmorfx84ApJgBo5hWiX4qitvYeKLw02cyLtsr/MkZETWXFMxRWcSoQ3C7o4AxEz1sSn+sAh52VM91oPaH8ruD58FIBp4gmDAXNN9YdwGbeQY9xIR0S+u0nzetJ1K7l4YNs1JXIJk5bgRkAQTN2SD28BwJFS1xnBOgARebnc37paIhk2uihsVUL8sBkKWET9X4TN6pmsN10dTzZRTFFYf6fUb4UVHneeoRHTyuSoXAmwknCOmpfZ6c8Z1ifQl26QGAUkwqcE1pVJ9LqeI3bt1304GYgbf5Kp4VAH9LpziDFpc6m6oiDUo7wznhaT8knGSmAKKxXLMsDkLTIXQ7CtfGOyBMREKQvZOx8h4Q0/E0lf+nnoEJMGkHuOk9+CtrniAiE5PJsF4Z1S8Qgod1lemuD8prW8ca2YQfpfzKgau7a7LjFdL6z39ZJqRJep4q53fEmFrnaiuLM4LYrN9yHqpRUASTGrxTYl0cRRRoT4ozN97djCQHYzX5VxJfcJcEiEETa2wz134tJmB+F3ltQylywZH+AwoXF5S17jETNu+dWprYblwdcUKHQjdOaZxt9paGDGNZckuBCTBZNd8dX27IjZMWeiDvnmMkk4wwLslbs/+ZgI7Cb16Eox40g5a+dAR9yTm9+OdXr43qzS9I6DfHSkPdRZO3ZBTWRJMlk553/sOMYyBEIyvpmINuHcMXJ2030fKAR0ONq/LeSFh8x1MW1ANHjZyzlPvZSnEUu0kICAJJgkgDoYI4TZghbYCoJLu/gdEMNVOL+gXJ0ci+qmk0LIr3bZAOC6aKsKXyUKqx3ikJvaGLDgu0R2MqQ5lpYxHQBJMxk9RZAU3JXqbPlCC4VpY/KsrNvQkKx1cV+Zu3GzkZgYmkS6XueNDIipixlodlqmxYr6YkSvrZC8CkmCyd+7QMv2E3TTV+mF37FtifGav90Q09Y80VEEwzaud63qGadBBh5a5G16LFx5fjfMlMCYD/JPG1mmSYOJFMLfqS4LJ8vn0VVfcBKLLxDCY6OtSEylV+w65L8GI16MSHmWPlss6Emwbzq6sVnV2E7A2xHIHk+XLa8DqS4IZMISDL8BXU9EEplKR1L3U3Vgcr0aCYHyrnU0EDNvU9gOH2xM5Il2UDozMjo7QRoa+0maxnV40Z4G85I13QnKoviSYHJjM9TXlV1qgXENMbSXuBrvZZ+WeQ/e7nKs3OynGkc86HHyGIaBCEwqVvItsc/69NAcglkNIEAFJMAkCl2nN/NWVb4L0kSVFtv3iefnpHofP5VyGTXF0lYC6c8n8xJ0DRdgG32rHPQVMN+fXN3yRaVhJfdKHgCSY9GGd0p42nPO7cdA6XMFQ8N9bznvqk3g787nKF4KVqUSkl9Q1WBNJ2tazTxEmIZE7nHj1lvUzGwFJMJk9P3FrJyz0EzsilV/NUC8GeL3D7TGVcyhu5WSDIYeAJJghN+XhB7z+3Ir9rUHlLjA0GRZBLopkISAJJllI5oCc5urys3SoOzvqGy7JgeHIIWQAApJgMmASpAoSgVxFQBJMrs6sHJdEIAMQkASTAZMgVZAI5CoCkmBydWbluCQCGYCAJJgMmASpgkQgVxGQBJOrMyvHJRHIAAQkwWTAJEgVJAK5ioAkmFydWTkuiUAGICAJJgMmQaogEchVBCTB5OrMynFJBDIAAUkwGTAJUgWJQK4iIAkmV2dWjksikAEISILJgEmQKkgEchUBSTC5OrNyXBKBDEBAEkwGTIJUQSKQqwhIgsnVmZXjkghkAAKSYDJgEqQKEoFcRUASTK7OrByXRCADEJAEkwGTIFWQCOQqApJgcnVm5bgkAhmAgCSYDJgEqYJEIFcRkASTqzMrxyURyAAEJMFkwCRIFSQCuYqAJJhcnVk5LolABiAgCSYDJkGqIBHIVQQkweTqzMpxSQQyAAFJMBkwCVIFiUCuIiAJJldnVo5LIpABCEiCyYBJkCpIBHIVAUkwuTqzclwSgQxAQBJMBkyCVEEikKsISILJ1ZmV45IIZAACkmAyYBKkChKBXEVAEkyuzqwcl0QgAxCQBJMBkyBVkAjkKgKSYHJ1ZuW4JAIZgIAkmAyYBKmCRCBXEZAEk6szK8clEcgABCTBZMAkSBUkArmKgCSYXJ1ZOS6JQAYgIAkmAyZBqiARyFUEJMHk6szKcUkEMgABSTAZMAlSBYlAriLw/yQkS8FADfW/AAAAAElFTkSuQmCC"/>
          <p:cNvSpPr>
            <a:spLocks noChangeAspect="1" noChangeArrowheads="1"/>
          </p:cNvSpPr>
          <p:nvPr/>
        </p:nvSpPr>
        <p:spPr bwMode="auto">
          <a:xfrm>
            <a:off x="307975" y="-166688"/>
            <a:ext cx="666750" cy="676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" name="TextBox 1"/>
          <p:cNvSpPr txBox="1"/>
          <p:nvPr/>
        </p:nvSpPr>
        <p:spPr>
          <a:xfrm>
            <a:off x="451032" y="775780"/>
            <a:ext cx="839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Hystrix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2325" y="4630488"/>
            <a:ext cx="8187278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500" dirty="0">
                <a:latin typeface="+mj-ea"/>
                <a:ea typeface="+mj-ea"/>
              </a:rPr>
              <a:t>서비스가 서로 종속적이기 때문에 문제가 발생</a:t>
            </a:r>
            <a:endParaRPr lang="en-US" altLang="ko-KR" sz="1500" dirty="0">
              <a:latin typeface="+mj-ea"/>
              <a:ea typeface="+mj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500" dirty="0">
              <a:latin typeface="+mj-ea"/>
              <a:ea typeface="+mj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500" dirty="0">
                <a:latin typeface="+mj-ea"/>
                <a:ea typeface="+mj-ea"/>
              </a:rPr>
              <a:t>이러한 한계를 극복한 것이 </a:t>
            </a:r>
            <a:r>
              <a:rPr lang="en-US" altLang="ko-KR" sz="1500" dirty="0">
                <a:latin typeface="+mj-ea"/>
                <a:ea typeface="+mj-ea"/>
              </a:rPr>
              <a:t>Circuit breaker </a:t>
            </a:r>
            <a:r>
              <a:rPr lang="ko-KR" altLang="en-US" sz="1500" dirty="0">
                <a:latin typeface="+mj-ea"/>
                <a:ea typeface="+mj-ea"/>
              </a:rPr>
              <a:t>패턴이다</a:t>
            </a:r>
            <a:r>
              <a:rPr lang="en-US" altLang="ko-KR" sz="1500" dirty="0">
                <a:latin typeface="+mj-ea"/>
                <a:ea typeface="+mj-ea"/>
              </a:rPr>
              <a:t>.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2600" y="1521820"/>
            <a:ext cx="3140859" cy="2856219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7056" y="1628800"/>
            <a:ext cx="2882664" cy="2625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6795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1BEF1B6D-EDD0-46B0-8C4B-4503BA8E5168}"/>
              </a:ext>
            </a:extLst>
          </p:cNvPr>
          <p:cNvSpPr txBox="1">
            <a:spLocks/>
          </p:cNvSpPr>
          <p:nvPr/>
        </p:nvSpPr>
        <p:spPr>
          <a:xfrm>
            <a:off x="294114" y="264068"/>
            <a:ext cx="7444968" cy="42862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400" b="1" kern="1200" baseline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</a:lstStyle>
          <a:p>
            <a:r>
              <a:rPr lang="en-US" altLang="ko-KR" sz="2000" dirty="0">
                <a:solidFill>
                  <a:prstClr val="black"/>
                </a:solidFill>
                <a:latin typeface="+mj-lt"/>
                <a:ea typeface="+mn-ea"/>
                <a:cs typeface="Arial" charset="0"/>
              </a:rPr>
              <a:t>4. </a:t>
            </a:r>
            <a:r>
              <a:rPr lang="en-US" altLang="ko-KR" sz="2000" dirty="0">
                <a:solidFill>
                  <a:prstClr val="black"/>
                </a:solidFill>
                <a:cs typeface="Arial" charset="0"/>
              </a:rPr>
              <a:t>Netflix OSS</a:t>
            </a:r>
            <a:endParaRPr lang="ko-KR" altLang="en-US" sz="2200" dirty="0"/>
          </a:p>
        </p:txBody>
      </p:sp>
      <p:sp>
        <p:nvSpPr>
          <p:cNvPr id="9" name="AutoShape 2" descr="data:image/png;base64,iVBORw0KGgoAAAANSUhEUgAAARgAAAEcCAYAAAAcH6uaAAAAAXNSR0IArs4c6QAAAp50RVh0bXhmaWxlACUzQ214R3JhcGhNb2RlbCUzRSUzQ3Jvb3QlM0UlM0NteENlbGwlMjBpZCUzRCUyMjAlMjIlMkYlM0UlM0NteENlbGwlMjBpZCUzRCUyMjElMjIlMjBwYXJlbnQlM0QlMjIwJTIyJTJGJTNFJTNDbXhDZWxsJTIwaWQlM0QlMjIyJTIyJTIwdmFsdWUlM0QlMjIlMjIlMjBzdHlsZSUzRCUyMnZlcnRpY2FsTGFiZWxQb3NpdGlvbiUzRGJvdHRvbSUzQnNrZXRjaCUzRDAlM0JodG1sJTNEMSUzQmZpbGxDb2xvciUzRCUyM0YwNjY1MCUzQnN0cm9rZUNvbG9yJTNEJTIzZmZmZmZmJTNCdmVydGljYWxBbGlnbiUzRHRvcCUzQmFsaWduJTNEY2VudGVyJTNCcG9pbnRzJTNEJTVCJTVEJTNCcG9pbnRlckV2ZW50cyUzRDElM0JzaGFwZSUzRG14Z3JhcGguY2lzY29fc2FmZS5jb21wb3NpdGVJY29uJTNCYmdJY29uJTNEdGhyZWF0MSUzQnJlc0ljb24lM0RteGdyYXBoLmNpc2NvX3NhZmUudGhyZWF0LnRocmVhdF9hNiUzQiUyMiUyMHZlcnRleCUzRCUyMjElMjIlMjBwYXJlbnQlM0QlMjIxJTIyJTNFJTNDbXhHZW9tZXRyeSUyMHglM0QlMjItMjAwMCUyMiUyMHklM0QlMjI5NjAlMjIlMjB3aWR0aCUzRCUyMjQ5JTIyJTIwaGVpZ2h0JTNEJTIyNTAlMjIlMjBhcyUzRCUyMmdlb21ldHJ5JTIyJTJGJTNFJTNDJTJGbXhDZWxsJTNFJTNDJTJGcm9vdCUzRSUzQyUyRm14R3JhcGhNb2RlbCUzRV5Rg9QAACAASURBVHhe7V0HeFvV2X6/eyV5xpKdAUkIK4SyV8JeoYyyYssJpqUFCiSWCRAg/IxSoJhRRqFlEywnJYwCJSSWE1YZBcoKK8xAIOxAQkhiSXa8JN37/c+5joOHxpUsyZJ8zvPw0KJzvvOd95z7+oxvEGSRCEgEJAIpQoBSJFeKlQhIBCQCkAQjF4F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0BWI+CvmTbBXrdwZVYPIoeVlwSTw5M7FIbmrXYucRQWzKA7Hl07FMabbWOUBJNtMyb17YWA1+X8UgW/MMzdeA4BuoQnsxCQBJNZ8yG1iQMBBhS/q/J7AHbW9fNL5zbeH0dzWTUNCEiCSQPIsovUIMC1tRbv6g++V4DRAFY53J6tU9OTlJooApJgEkVOtht0BPoQDBNwtd3tuW7QFZMKbEZAEkwGLwaeXVW2trltTLFitbAeDMFi0UPFamsglNfR5l/TuW3ryDZasCCQwUNIqWp9CAYErLa7PWNT2qkUHhcCkmDigis9ldk1ZYSflcdBdETYHhkaEdoAtDDjEyLlgRL3oscy+ZKzqaZiSlld45JkIhiGYKCDLih1N9yZzH6krMQRkASTOHYpb+mrdl7OoNkgHhltohgQf70Z4BaF8Jwe0u5zzHvyxZQrGKMDrqoqbi4NPaYz78bES8vcjb9Lpk59CaZLNv3ocDdslcx+pKzEEZAEkzh2aWkpjkn+1sBFAF0KwGqmUyKEWMeHrGgPlNYtuctMm2TW4dqq4ubV2sU69IsIGEZApwqUF7s9zyW1H0DxVVesIqIxm+Uy0BbUdh4zf8mKZPYlZSWGgCSYxHBLe6ufZ5x4vFWx1BEQz19ncfG50gblmgL3okfSobR3evneiqo8qQNjeiyu7x1uzzap6N/nqvQBbO8pm5kfLK1v/GMq+pMy40NAEkx8eA1qba6dnO9f43gSjCPjUUTsaHQdzzrcngqi1Bmjbag+6SALaS8yOL+Hfkyk/MVet+j6eHQ2W9frcoYIUHsRDNDiCDi2pvnzfWblyHqpQUASTGpwTalU34zyW6GQODbFNX/ilaXE7RmXistg/4xpx7OiLwFY6Tl4AnW0IjRujHvJ+mSDIi7Dfayu64cCA2TRDrTPWbI02X1KefEhENcCjU+0rJ1KBHznnngkBy3PEdDrg47VJzO3QlFOL61rWBSrrtnffTWVR4PxFMD974gIbzrqPAeZlRVPveYZJ1WwGvKwuOXuW5huddQ3XBKPPFk3+QhIgkk+pmmT6KuuuAlElyXQYTtZ9Kn2exc/m0DbXk2WV1UVj3EE1xKhMKws4kscdY23DrSfcO391c6nmHB8WNnMSx31jQemol8p0zwCkmDMY5VxNZmhNJ9d/ijrysninTqeQqCm5iLLhHG3LWiKp13fur5q5/MgHBVOBgP+IGPyqHrPBwPpI6xsl6vQj59/AjAsPLHRD/k6jsyvb/gi2X1LeeYRiHNZmhcsa6YPAb+rci2DR8Xbo868uqy+MWHLV5+rsopZ/zdR+LsgJvqktK5h93j1MlO/ZfoJu2mq9eModYMBTS8fNW/guzQz+sg64RGQBJMDK8M/c8oBrFle73vBamZoBHrK7m440UzdnnW4qsrmLw2KQE8RHQwZ8JS6PZXxyjZT31ddeQuIL45al/FnR73nRjPyZJ3UICAJJjW4pl2qv6ZyDjOfnUDHDGvoaMc98Vn++qZPnQFVrx+MD3yda+poK+kfgTEiWv8EvdbuXnxNApjIJklCQBJMkoAcbDHrZ5841tpq+ZiB0nh10RmflY717UO1L3eYbet3OZcysH+0+opCrpL7GqKTkNkOe9Tzzaj4MxT6a6ymBNxtd3tmxaonf08dApJgUodtTMnGC0yJNrx03qLvYlY2UcHvct7GwIUmqvarwrpycencRX8307bJVXmISvrzzNTToK5XU7GwdOKzSuuSGwRqVVVVWbEjuIwIMS2DFeInSuoaq8yMSdZJDQKSYFKDa0yprTOrJgb14F0WRm2yfHS806duQ4r+AQiOmAr0qUDM35T4bDuZCf9g5v5D2KZYFJo2LIn2NkJls7sXY3iMFxz1nqPjxSKe+sLYj1JgRBiPDplcVxLMIM2O/2zn06zjaCsrBxXVL3onWWp4q8s9REpFAvJ0C6mnFtctfDRWW2+181UiHBKjXiAU5MNG3N/4Vix5Zn8XrhLe1Y6vN0Wwi92M8Zyj3vOb2BUTr7HR5bywCMq/yb1oTeJScrelJJhBmNuWmVWHa6Gg8Cy2tfisw8ctGJgtSs8h+Fy/HQ90fpnIsBhYUur2lMdq66upWAOmLaPVI6A1xJZjhtc/8UYseWZ/97oq/wHos8mk0Q+DFpS6G042Kz+Rel6Xcz4zWsrq5V1POPwkwSSyqgbYxldT+QqYDwOYHe7GuEz9Y3Vt3FGUBlcRIljWRhVATXZ3g4g9EzE6f+v08r2DqvIqgKKoohiBkI0PG3FPcnYwIv8RWF/BfXydoumggG4pcTeIMBcpKz5XxRqAfmrxWo9M5h+KlCmcZsGSYNIM+PrTTxxrybd8BSBPEIw34C/bbv7LSfP6FUGY/D++/yqIDoh3aATSFMLJ0e5NmlwVNRbQnTpgi7GDYY24IhlR7N51TSwcz1t/S8Qj4xlTiPSrRtQtTokXt9CDzzjD4bf5NwD6RpBykqOu4fl49BsKdSXBpHmW/dUVDzPRH7q6ZdahHFbmbngtmWr4XeVXM5TaRGQy8xOl9ZFfXsy+VCXzFak3ZuZGxWAEdZw1KoWpTLwznPNJwR9BCCGkzHTMWzTXnHZDp5YkmDTPta+moglMhq0KgXRd044onbf4f8lUY/25FftbgpRYqAKmHxz1DeMi6eOd4XyBFHPxaJJhByPcEQB+PG58GOutun5M0bzF78fd1kSD2lpYLlzt9AMoZEBnnc8vm9t4j4mmQ6qKJJg0TjdfcMoWvvb2n34BnZksfHwyvJr7DEPxVTs1k3ehfZqS7nA39Arg1LNCVA/mvpJIuWoggaa6wkDwM+gTUMrMlDHwhQPK5FS97mw4u7Ja1dndrYuu83mSYPrPjCQYM6s1SXXChVdIRXhHkfGw2eXsYJMxfHsNj4GOjrYttnzouZ97/nfxRLzuR8dONsITAMabgYRBi0vdDYk8maPlnKknaSFdPJlbzPTVt44CWlCSohcknjw53z+hdCWIN4cvlQQTfpYkwSSyehNoIy5ffas/+JSACb0+XOAHEa82mVHmNhHMBkb8BneGbsQrSEeeTlDBSgGI88mInsd5RLCGDfAUBhMCAgT6l0b6q2D+ttS9+CUz0HlrKs5UQG7mxMjFGIKC0+33eR4y01+8dXyuiusBuqJnO0kwkmDiXUdJrc+zjivxBfJ+JEZxL8HEIXuTrciMBa1ZhbgWFv+Pzh9A2MJsmxTXCzK4XcSgYcZqRcE7pFleYpU//U+T8t3Jm5LHCYz8nfl/J/B0EfUyUZ3E3RbDtqPD/W/xWpfU0mVn1LEMoBJJMLGhTXgSY4uWNXoi8NNpx4zKLyhcHe4+IZ/pV8kMjGTsYKqdqzlzCCbsYhCEozN/quuhB1TYQKpew8Ckga4cBi//4Av/pCNeNu+8abbPZlfl4zq4n3+T3MHIHYzZNZSSelEDJDFesdd7fp3MY1KTq2KNgujWtikZaEYI1S9zuBf/Ldmq+F2V1+vQr+hrSSxCArO85I3wRyTZsyDlhUVA5AsiVVkW7kdiCpQUB7en2578caDwrZt5wkQbW6/TdT62695kaBVxPPqP11LQfexK1uibayqm6EyNXUk0+5WAxvrM4fWL/5ms/nJFzpBbgIM1ca2zyvcOdoYnGKETMf/LXt94aiL6iSPRxpppLo21Cwk0IR5z+kT6y+Q2RPjUXufZNZk6Gl7qqi7Cc4aN/0vAWgqok0vmL5TZJPsALwkmmSsxiqyWmopddKbl4TJsiGY6c0eezgfFYxgmUrS2rdWPCmnabQzaOpGQmWkafnq6YbDGoZOHz31SPKUnpQgfKIb2IhgRjQ/FnU+pu3G3pHSYY0IkwaRpQjec87txaqhDBJaKjDnjP456z7GxVBJWpBesmnYiVO1vxNhBmATHajM0fuevHO7GHZI11o0zp+0RDIU8RLRdVJkm5y1ZemWTHLkw0zRbXU+weSJmSPj8QZv0iBXmsXX61BMCin47EZL2IaUJgtR2Q9AVXa8uSdI9SJehnzYfoOhe48ZfDOUau3tRQr5fqQVl8KVLgknTHBhezqs/+ATAr6J1KY5QShgjMRE5zc/qo6TgKLOGbmkaWkZ0I+5eVvKqfSe532sbqEIi7gyBZ5uRI17+dFWdVjpnocdM/aFWRxJMGmfcW+18UCGcFukeplsVQSC6Sq7hmwJmN9c4b9AYFyQW4yWNAxzUrigILXiOY96TCXs0r6+euq8K/XYCDjJ76BS5pUpJnZQqn6dBhTQJnUuCSQKIZkV4p5cfpqjKK7EIpkse6QR+h4HRBIwbiGWrWf1yoF6AGC+ErPlnD7/3sVVmx7MpSNctBDotbH7tKIIG8vpnVr9sricJJs2z53M5A0jECTHNemZ1d4T1FsYfYgVT59lVZd7WQJVCyp/AvG1CY9ZCRznmxZdTKqF+srSRJJg0T1yziOEK+qMIiCRLChEQABPPdLgb6/r2sto1ZUQ+lP9TgHP6+hTFo5GRiaG+cYdkWmDH03821JUEk+ZZWnvBKVvktbeL7bs1zV0Pze4Y79lJmQL3orXtrsppnaRfoLByAIMjxrwxC5QCOqPE3fCA2fpDsZ4kmEGYdW91xQNEdPogdD1Uu+w04sowVLOXt7GAEo6adnfD8Fj1hvrvkmAGYQWIXYytrW0ZEY0ZhO5llwNFgKCrujJrWP2iewcqKtfbS4IZpBn2VTsvB9H1Q968f5DwT7Rbw2iasdRe33BgojKGUjtJMIM02yK/M7H+YEwz9EHST3YbHgECvCXQdpTpYs2tEEkwMXASnsq+6VPH2YDdWNWDsZ4+zcAuZPpdlXMB/QwMwZAKZjDKzDoUtKjKpOI5Cz/KTP0yTytJMH3mZNXsqrKi1sAlKmgqE7YnQGFmAndBJf6XSMWoAx0K4xMQnizxWm82G/KyKzbvsncJyp6ZtxykRtEQsFksBxfem7xUuEMBbUkwm2bZP2Pa8aSEbtSJdjFeG8zEhBWmLCQM+ykA0Aqm0LzSuiV3RVs4flfl2wzedygsrlwZo7h10UG3l7obLsqVMaVrHEOeYDaFUbgTjONB0dOhxpwUNvY5K8DqxSXK8JfJ7e7leOevmXolWL9OmtjFRDJjKhBEgkhcWur23J4xSmWRIkOaYIRzm0XRnwZjRFLnTBAN0ZetgVD56PlLvvhy1nHFozvzzgox/pH62C0EKijoOs51dghf36QOLR3CyGIB8gqAYAAcECYsg1MY3GoFTU3GvdvgjGDwex2yBCN2E8z61Ykm9jI1dQxxe3M/KbqXdHV2qkNZqqPHwXrIUbDuPtFQT/vuKwSXvYngJ8uMjzXjCxFsh/0Glp33hLrlWOjNPoRWfIzQsjeg/TTgcMWmh298FAotLdFHHtl3F2paiKxoIDAkCcbrci5WgBM3eyizcXmbGjCMe5rUrjbxFz//5OmwHXQkYO3vgaD7vWi94xroP4qAeplZ1O13RMHva6CO276fghwKob3uZgQ/ejflyuvAGmhKddm8RU+lvLMh0EGKl37mIeitrryGwCdsCuD8jaaHniCydOSx4hU3MAHQ5i9UoWCHppGVmMaD9clEJIyrRmba07LtiBOQf9IfQZbI7k3aF8vReue14AzcydCIUSia8X9Qt9sx8oIJBbHxhkugpZgkdfDnpWP23o1qa0OZt3qzT6MhRzAtM6sOJy2Y12nJ/yyemCFiate5po7Op1CFzspVAMZkymVt8VW3Qd0qRrSBUBCtt9citPLTjFuleUeVI7/qzJh6dT69AB2Nj8SsN7AKzLqmTpE7mIGh2N16yBFMcmAD/DXOh3TGKQTjSXvQChUUYtiN9RD/jlqY0fH4P9H53ycHTddIHRe6LoF14kEx9Qq++zra6m+NWW/AFRjrNWv+PvH+ARpwvzkoQBLMACbVP3PKAawpLwOUNwAxA2pKefko/ut9UIbZY8rpeGI+Op8XucMyqxRddB0sv4qd9SOw9GW0339HWpQnoteDhcHfjuhKhqewy5WPOneHuE+T8V/MT4EkGPNYha25sdq5V5Dw/mACWTT7Wlh22j3mDmZj7fnQfvphgCNOfvO831Qif2rs6BXt/7oPgf/9J/kKhJEojOsY+JpZ/4QUZRR0TADBz4wfFPAPUJQW0SykBV9UlaL3He5/f5UWxbKsk8H8LrIMqsjqeqsrFxFx5WANSFyOFlZfDGX4yKgqhD56B20P3A3e2DxYqvbrV3GUoeiym6GURTdF0r77Eq23XJEhl9TcZVIpCrFIWyLeITUGtxPTh4qiLCiuW3SP3Omk/AE1Y9ZxShURzovNLqeXgZKUdhRFuGWHnWH7zVRYd90bUCNfCwXf+C/an5gPbjX+AA9qEce6oouuhTJm64h6iCd2beWnaH+sHtziH1R9zXQuwjmIpBAAt4LwtqpYrxs2Z8ErZtrmYh25g0nSrHpdlfUEnp56q5fIClN+IdRf7QZ17NbgQAB5hx8LZdTofg0Cr72AjoUPgNs2Jmn08YuhEgeKzr0C6rb988cF3n0dvPZH8MYWaD98i9DK5V0HluwsRqaDYGfINeJB4z5nSBVJMEma7g1nV1arzHeA0WWnnwFFvCwVzboK6vid+pPMW6+g46F7B+XIoZQ4UDjzT1C375+DLiguch+6B8K4LpcKgToooOxdMn/hilwaV6yxSIKJhZDJ3/2uyie5y4AvowrlF6Dw7MsM8/u+JfTh22i97+a0+ispxSUonH1NWLudwGvPo/3hOdm8W4kx96QT8Q32Oo+woxoSJasJRsRu2aq1tGOw/UXWn37iWGuB5VtmWDJx1YijU6HrYljE/UyfEvrsQ+N+Q4/L16fvsjF3fKGiYSi+5K9QRo/rp0fni0vQ2fDwoOyo0jlnRAhpuj6rrH7xfensd7D6ymqC8bkqrmfGuNL6xj8OFoCiX5/L2QCGM9U+RwMaY34Bis67EpYJu/QTI+45xM5B++aL3r+pKtRtJ8Aybjso2+wAKiruMugj6gqD012YobduhP7zGmjffwV93U/QVq8CQsHNVcSFbuHsa437ob4l8MISdCx5FNzRPqAhDn5j6gA4SMAGJu7QdTJAElfuTGwjUop01tZayDJvWN2iqHGDBn8sydEg2wnmUQIdWeL2bDlYT4LfnDHZUWpzrEupV3Zy5hrCKK/wgqthCXMnI0im86nHoX37JWiYHdbd9oa6wy7GC494So6n6OvXIvTlZwh9/B70H78FCopQ8HtXWEfGwMvPoGPRg12hJbKsiNciBfCzjhW6Qq9B549Um77efu/iZ7NsKClTN6sJxu9yLmXG/jrjtLK5nodThlIUwSKhPRFOG4y+E+nTIJnz/wLxrN2viJ2I3xs3oUTVQ+x0dA1Q+58ejSfzh+eAtey60CWQrrP+MCnKw466hucTmYeh0iarCcZX7fwchB0HKwnWylnHlYzozPuJkDkvR6YWbl6+8URsxjzflLwEKgVef9F4Lcq252cGfCEou4x0L1qTwLCHXJOsJhi/y/kOA5PErGmEO4bXeS5M5ww21ThvUBiXp7PPZPVFZSNQePp5YV+XktVHJDniGNZ2383QvetT3VXy5YtLWi10yvC5Tz6RfOG5JzG7Caba+RQTjhfTQoAW0kO/S9fEs2vKCD/U9wBENkPN4PVi2f5XyD/FBXXr/gGeUq62phk+RR1P/juj3BZMj5voUUddw+9N1x/CFbObYFwVdzPo3O75I9DP7VrgyC3nPfVJqufUf075sRxSnkl1P6mQr249HgUnnwU1zItSKvoLK5MZoa9WoH3eP6A3Zd1OZoPD7UluHOe0AZ/ejrKaYDZMP3GGqlrqe0FGWMUh5dDSeYtSGh8yWxPYi8BUBWdeEDtAVZrWob5hHTbeegW4STzEZU1hnZXzymRu6pgTltUE01FduWMHsciy1ysei9jJ/JzXMWHCXc+kxG3Yf7bzNNZx/yYTh5ggZ0oFZeSWKLrgaoh/Z1LRfU1ovfUKw34mWwoBb9ndngP66ltbC8vhL0+2TJ7cfyQLlo/UP911gX51LfTBMqtIN75ZTTAvTZ6cv8+Ojle7L3p7gicsJsG42+72zE4GqN7p5YcpVuVPuo7JJPyNsgw5stpQfNU/oGwxNhlwJF2G9tUKIzB5FtnDaKRqh+iaZT8CHwHmnUDKKDDbjfgNYYybxZIRmUEhwjoQNWma/prFynfa5yxZmnRAM0Rgln0m/VFrqik/W2FlTkQ8GesJeKykuOQmuu1B096s66ord7SSfgQznagQDmSGsDYT3vhZWay7TUThrCszV/f2VrTe9zeEVmRP2mci6MwiIgwL2+b4sTUyTpAu8i8R83KLqj5RVKDeT7ctaIpfWGa2SACVzBoIV1UV+0uDqzdlCQivnJhIBe3EWMXE70PHtyqUzqDCm8PwM+sBYioj0HYKMJ6JxgBcnG3HoEizQ8LJ8PTzQKPHQi0dGTa9yWDMrIjxIi55A2+9gsCrzwGDmGhtMMbfs08RxgqAn4jvCUK9JxdsbbKeYMQEbahxXmdhXGnO5W6wl9Hg9U+KApSNgHXH3WHZY5IRLkH4Fonjk/AvSksRZ4fODmi+DdBWfIzgO68abgWy9EBAHKJA68B8Q+nc7E5Zm6ZVldrlIy7WLljt/IaArVLbU3ZJF97TyvBRCH74DtgfZtetWiDsYSx77QfLr3Y3Ln+FK4FRkkU43ZcR4ln6848R/Pg9hD79ALqIDRwhiFS+81TDCC/4+ovgHg6T2YV+crQlpqUlHcUV9NBDPydHYnql5ATBCMjWnn7sHnn5+cty5Ugz0GUgIsYV/+X2rmwDoSBEOITAGy91fdiRii0PqnBuLBsBdZsdjEBVIs6vIUPsckwUcUkr8klrn39sRKPj9T8j9ON30Nesiu4WoFqQd+gxsB56NNSx24DbWtF629XQVn1totdcr0IbdZ1nDpa/3UDQzRmCESD4XOWXgpWbsvcq9pepJHtpV57m8TuBVAtCq79DcOkr/UMqRJj9glNnwnboMb1+FR+/9uVnCLzzGkQA8IhxeUVMX3FtKTJFWqwgq9XwsI4awpl1cDDY9Qokdh0d7WBN63J0jFDEbkkc06x77w/LbhOhlPVOminuZdr/eXv09U1kZIS07rW/8W+y2RD471PGnU4uFQJpOvMjpfWe2OkXMmjgOUUwm0kGyl+zIXxC5HVARoAo694HAOLeZFMRyeD1dWsQ+uhd46ihr/4+7K5AxG0pubEe6D7u9OlIpI/lpvXQ1qxCaPn70NeuNo4kvH4tWNdTtjzFXQ8NHwl1y62MWLzqDjtDHbONEWcmXNF9G9A25yYjhETfIo5zwlnTsuf+sGy/I8Ql9uaiaWi96zqIYFrZVHp+jH3vE40Tq7gEZrxur/ccmi3jyjmCEcALM36ElIcZGJ4tE9FTT3KUYdi19/xyHxJmEHrTOoRWfIzQB28h9PUKcIvIEtC1LPOOcSJ/WhwxuAKdCH3/NfSfV3cFi/r6c6CzE3qnkWesi3Q628Ht7eCOtsg7ksIikC0fIkyn+BLEDkjsUsRxTexUlNLhRjS7mGlue/TQMxeSseMZvxOse+4Hy467QRnTPzJed9PgsjfRVve3zJl+AYgCDYxOYmwk4rU6k7hX0Znoe2L+2kJoDxFbmKEpRGWk09Y62LCKJMK2DIxl4Kd2aAeMcS/JCv+KnCQYMSFcW2vxrf5gLoDTSDxSZ1FRRm6B4tq7oiaz7zkcQQrBt//XdSwIBVF04TVhswnEDYGuGcG3SQsZT8naTz8aux5xBOl1vFJViPzS4uNXy0aCRCYDccSyWgEaGPTB95eifd5tsB4w2fgnbBybMAMz4g3fe2PcQ052A4K4P9GXWVUs6WjXHh1qmQVylmC6F8ryqqri0fbOv5FCZxBT1ljgFp77Z1j32De+9R4luFN8giLX5vY2tNffiuDy9zdXEqlRiv98a+z82MlSwoSczqefQEfjv0zUTH4VkUGACc/k6/hTfn1Dnzikye8vkyXmPMF0g89VVTZ/qTJOQeBGjTCRmLfJ9BcncdTJO74qoz5cgac4eogjSHcR7geGj1OMzJLp+BD0Fj9Cb76EdhHgUFwyp7EQ4NVB8x0B+7U0f74vjV1nbFdDhmB6zgBfcMoWGwOhnTQtsJOqKmNCGsaAmXQFW6tMowj65viODEX4NH3NJDKD0lRKln2ImSVBBMUx3LjMtB58pPF8KyLzD3Zpc9+C4Htv9CIYseNStxgzaKqJJ3FxnAq+9QpETOA0R8rTSv9fwAAAIABJREFUGXjIUVBwGd3x6NpBAyEDOx6SBJPIPLDLVeindWvBhvtA2ot4aVHGbmtka1S33xGKvSxqitiUKcjctYN5/xf/PLGDKb7oWojL6XQWkZkytPLTrovuFR9DXHwPRiHgC7vb0z+L3GAok2F9SoIxOSHe/5u6DbXwSuAX/yWTTZNeTeQ5su1/GCwTD+669IySizrZnYuPuG3uPyC8nzcfkUpHdOWYDpOmNtn9C3nGMeiDtxF840WExIvX4JcvHJJgws6CJJgwsIhk9j3/s4jdIV6lmtd8sJG5d+yZwV7bZC+D7aAjkHf4caDSFL3Kd7RBW7vGsKo1jiJv/Ld3WAUi2CYdAnWn3Y28SyRekkxa/saDn0gO1/H0AoSWvZlRCdp0xmdl9Z7+CafiGVyO1h3SBLNx5rF7hLSCWcw8CWC7QjScCYWGxUKPQoYJKwm3/IxdBsLvyPCWTtIxRV+3FsFP3kXo7VcRWvW1iEnQlV4kWhJ6cT8lDAMVxXgBs+xzIGwTD06OX5OmoflyV3ifqkGeFUkwkSdgSBHM+nMr9reFqEIHTiWdRzKRVXwSHNUGfpBXr8nuhfFZwRnngwqLTLYIX01b/T2CrzyL4AdvQ2/2DihvtTC0U8Zth7yjphjGcWb9mSINoPlPM8DeDQMaXyoaS4IZ4gTTVDPlFBXqLJ2x56YcRjlHrOI5O79iAIHuO9oNQ73O5zxdrzDJLKoKy4RdDevigWQxaLv3RgQ/fDuZmiVFliSYIUowvprKo4n5Bh3YJ9useeNd+QVnXQjb/ofH28yoL+5VOp6Yn3LfHbLlIf/k6bAd/GtAERmb4yudTy9AR+Mj8TVKQ21JMEOQYHyuynowT88Fz2oz30jx5X8zEtXHW0SMljb3renLT0SE/MpTkXdMZdx3M8F3XkPb3L/HO8SU15cEM4QIRrgGjHWEPgPxkAk+RaqKoiv/YcRyiacI/6W2ebfF0yQ5dRUVecdNQ375KXHJEwTT/mgduHVjXO1SXVkSzBAhmLUXnLJFXnu7OKTH96WlegWmWL5h6PZ/10HEkDFbQl98gnb3rYZNyaAU1YKCqjNgO+IE092HvliO9vl3QORSyqjC+MJRLw3tws1Jzlx28uyqsubW4DIGhI/RkCrW3fZBYfXFQH6BqXELj+j2+++E9l3/OCsRBQi3hS3GGrFbehrZifoiPIOIgCdenYStilkzfRF+oUgc7UZHDrvQUx8jf9LNl2VcJkgCrSupa9hSZBkwNQEmKjFDaa6edqzOvDzVSQRNqJNwlZwhGJ/L+Q2AbRNGIkMaiiDcIm4KCooQy+9JhFIQYRPyK0+DdeJBpkYggk21P3Sv4bNjulhtRvArpXSEYWwnYur2LgTrfodCHTOuK0PAa8+bft4WaWyLxO7LJDl2LHwAoU+WxXyOZxGi37sBgpSiRdUzjUHUiszEeKSEtnCR2x05YI7JzkSmjKay4CKFsT3ZtKMddy8RazsrS04QjP9s59Os47jIMyCWG20kcCcDbdBpJam8Xhf5bHTkESm7ieBUBIiwaIrIcTMYRnXWPSYh76QzU+o0GPr4XbTOucm0pzEVFht3JSJQVOvd1wPBQESYlS3HIr/894ahnRHsKZpRXg8pha5LTBNkXF8Zs+H13eF5GPrPa+JqmlhlbobC9fYtm6+k2pc74pUhLMj91RU3gGgWgEKxVkvdnoEZNsWrRJLrZz3BeGsqp5LOT4R5LWoV4QVDrN07vCD0Eu56ZiNqaxWqrQ0ZrgC1wlq3FqitNdJ4drsH/HzBKSMLOjvKdY1PhsITwWT+YmMAkyPi0Radf5XxIaes6Dpa//EXhFYuN91FwannwHbA4dh402XGc3asIo474tgj7Gk6n3rcFMmI41XRuX+O6w4plh49fxfJ3EQA8TSWIDPeslmUmwrnLHomVppY33lTttMDymUK6FQAmwmFgQdK3Z4z0qh30rvKaoLh2sn5vh/tnxLRdgYywiRXIb/O+KcDI68cyHbVIJzZVY7OjaERHeBpAJ0D8NhUPXtbJx2MglNcvWPLJnm6ta8+Q+sd15pOzyqcFwvP+TOUEjuaL+oTa1pRoBQVg9vawCKwd/duRVFRfM2dhi9S6+3XRM9i0HMXM+tKiOyTqSgi4l/LlTNTITq6TLEeCUFmWsukNwGkEeNnVrgFzNsTlCKCEQpTpGzo9S0yod2qqAcUz1mYPakuw6CR1QTTfHZltaaze9MgmIgW6CG6NBWXYuurp+6rQPMoRsbH5Bd13HYoPPsyKCO2SL7wTRLbH74XgVefNy3fOukQiOwEIjdRy8VnGnFpxEuVuBsysp7m5Ru/CQM6BALQfvgG7Pei8Lwrjdg17Y/VI/C//5jqz3rI0Sg87RxTdeOtFHj5GbQ/6o632aDWJ+D2ZOVVH8yBZDXB+GY434CCAwHSWadLS+cuSqkVltflbCDAmaoJy/tNJfJOOLnrg01yYCvhqNhiOAt6Tasv4uzmVZ4GYkZL7SzjnoQ3tkAX/kAi+LdIVaKoUIpLjMDevLEZ3OwzCEb4RHV4/oXOZ54w1Z86equu3VISQz6IC22RpqXtvpvBHe2m9MiESgxe/hV+2G+S+70BXxgP9niylmDaXZWHdEAXQVeHWwj7Datr/DTVYG6sqbhYY+WWVF4Aq9uMNyLmGz47Ii9RNKIRH3ggAMvW46NG2Be4iOfjjbXng9n8S6rtwCNQIHYVqgWdSx5DxwuLjXxH0Ypl5z1RdGGtUaXt7r8i+PG7pqZFHKkKzrwg5mWv/v3XCP30Q8RwEN1ZENi3AaEvVyD44VumL7RNKZriSgR0UkDdq2T+wl8C7qS4z1SKz1qC8bkq/wnwEapqPWPYnAVxvLkmDqf/bOdprOPBxCXE2VKQS9QIEV0/Gvc3IlRDhDxIoo646Gy745q48h6JGLuF5//FyGMkdgOtt9caO4JIpecxTwQH33jtBXHZrOSf+FvkTfldRPniWb7l8mpjlxTdAT5zw2pEXQFGrhf6rcPdsCDOlZKx1bOWYNbPmFJhIctOjvqGm9OFblfg8GBnuvoz24/Y9RTNumpT9sXwrYw8Qe5bYr7qiJi/4rlc3Wo7WA6cDKVPDODAGy8i8Opz0L79arN9iQh0ZTtgsmGVq/SwJhbpX0Xys9DnnyD4/pubiCHyqMTxMJr7AHvXY+PfrzJyN+VaIUJIgTprWN3C+3JpbFlLMKtmV5XNsy9orq1FKJ0T4qt2doKMW/+MKcJWRaQNEfmUwhWRKzrw4pIuT+QotinW/Q5DQcUfuiLjRQrDqWmbM0KK4491171h3euArr7Fka5vEQZvgU5wix/tj/8TIl9RpGI7/FgU/L4m4u+GY+b9d2RkTJgBLoY2QL/G4V6cQZniBjiiTc2zlmCSM/z4pXhdFd8RKON8nYZd+Q8juFOiBGM79GjkC3IpLgG3t4IKiowdR+jblcDGlq6Ur2O2BhUPMy56RewY4SwpMjYW/K66665IZIP0rYf2/TdAYaFxlyQcMYV1r7ACFulpOx6p65VTqae+sQgmsPRltM+/M+YuLP5ZHbwWzPgOFvXC0jkLPYOnRep6lgQTJ7Zel3MxMab0tlqIU0gKqouXG+vuke1Ioh2RhBtA/u+qoRQUIrDsTXS+uAQFzj8AgU60L34U+pofDI2FEaAIaiUIo/PZhV1HHiIUX36LYb0b+O+TRs5ssVsRz+0ilQl3dhikIGxcbEeeCIRCaH98HkIfv9cPhVhHpMALi9G+4P4UoJd+keJ2TQO7O6BfmS1pYBNBSRJMnKj9PKPiTJtKc/vG7Y1TTNKrC3+kvGOnRj5eRLrkFQRx5T+MJ+eOpxYYKUDEMcp26DGw7nsoAi891StFiXhCN3Y5zV4jraxBPCO3hL7h517+R8IxUhCMJry2H55j1BPpVkRaW0FQrX+7HCLtSM8iyEtE5otU2h+8G4HXX0w6dmkVSGgnYGFHfsHFWwyBHEqSYOJcXSK7QMvqD1r1LuvLjCniklU880YqkZ6pRVaCollXIvDmS8YOpPuORjhcFs68HLpvA9rqbgFEwG/xYrXbRFj23Nd4+hUvS8JpMpwLQb7zD7Bs/6su0vr8481qiYtgy857IPi/5xD85JddjHB2LKy5FJZd9oowBEbLpdOhx2HHkwmTQ0Q6s/4Ng16zEP+tuK5xRSzXgUzQO1k6SIJJAMlM9NyORTCRDO3EUUYEf+p6GeodvsF28FGwHfRriEDgwmhOeG4L+5z8384wyEPsQFqEbU3PmDJEBkkImSK9SOfLz/byZhZP3iJLpe5vQuCFJZvRt4zfGYXn/Cmiq4TYIbVceU4aPKPNLwiRcA3g5wF1vaJy17cUAgKk6QpxE7Hlp5BV/779Z9vKcQsWNJmXnDs1JcEkMJf+syvfZJ0PSKBpUpuIC1SxAxFHGUEEwps5Wml/6B4EXnuhVxUaVoK830w1jh76mlW9m4v0I/sdZsjmZj8C7/wPpFqQV/F7wzZG7GL85528+WikDB8Fyx6TYBm/k7Gr6XzlWaC9jzGqLQ+2g4+EeMLuGTLCdnQFCk6K7Ncn7nva6m9F6OsvgFAwqTgmIkw8xmnFoa1G3Pbkj4m0HyptcppgRFwNWrAgqfEVReoTa1B5msHpzZPac0UKR8Mtxnbdk+wxEcrI0abWqwgwJexI0NkzkgAh74QqhJa9AW3TZW5fYda99oftGKcRqkFv9sO6y55dOw1m+C/4vXHfrWwzHqKeeC0Sr0vBD9+JuNsQtjbipQr6L1bFRRdcHeV41KWRcEUQl8MBkavpq8/6jMMUBEmrRIT19jrPyKQJzFFBOU0w3pqK5aQrn7NOs5PhAOk/p/xYDinCuWZQYnSIewrLr3aH7bBjYNl1n4T8lYQ1rjB+61lEiAVx1yKsbyMVslhg2esA5B05xSATsXsSpWPRgwi88V9j9ySM8oIfvRv3MUY8Zxed8ycjyJbZIgJJBd99zcgyKY5wZmPPmJUfsx7Ro466hgHkiYnZQ05UyG2CmVHxCil0qDC3Z+JPVCh/L3E3PBDvzPlcvx3P3PkgEQvHyrRjJo4jtqPLYd190oBjpoQ+ehet9/UOOCVcDISXdKygTOJupXDG/0FE3RPGc+JFyXiGfvAehN5fGtXPSRm91ebn7r74F519GSx7J37iFHqLS2qxc0p6Tqfwi0ULMCaNqvf0De0X79LK+fpp/1jSiWjzedN20gPaMgBGsNpNHiotpOMTTcWLwVDw31vOe+qTcDp5XeVHEOhIguJi8IgYzi8pGZZwHMw7usLI9wzhYZ2kIgJBdSx+tJc0yx77QvgeCWdCcX8iiKO7KFuMMchNXNyKXU7gpacRXPGRYXcjLoJpmN2w0BX2M8JmRrwuGUXE8R09zojQJ7yZ++6cRBUj5W3NpVH9qEwNW1gMt200fKU6nl0ITdzVpKgwc6uD1AnkXpSOMHkpGkV6xOY0wQgIfTOm3gtFDxNtiHQQd4KxEYQOYvqJwcLW3QFGMRQUgTl/MHYsQm/b5OOQd+JvoQyzJ30liLuM1rpbDBuV7iJ2McrYbbriAYvE9eIiVaR+FfFfxD95BUbc3M7/PQvti+VdRxJFgbrVtrAdfpxBEJrICClCNnS2G5fCglSMf1r8YWPjihAPxZfdFD0Gjq4bNjbC1sZsEZkS2u68Dtr3X5ltkkA9+lGDVq+z+ujI+obUsVkCmmVSk5wnGAG2v9r5FhP2yyTgo+lifHhX3ArFMdyUyuK4InYdIhi3eGomRUHhzMtEeL+I7cXH1zrnZnBT7xQg4vijjt8Z6lbbGAQjFoje4kPos4+iHqFEyE9BNjRySyi2PGg/r4H247ddWQbCFCM8w/TZRjDxiEXE1H33NQReeRaW3ScZmSvJ7og6rm5ZwaUvG35LqS5E5Nd13OEI2m+j+fOFm7csPRAYEgRjkIyr8m0G75sNsy+eeQtnXxMx5snmMQSDxtOxuGTVVvYOh1N03hXGRxmtaN9/bYRgEPYtaS2qirxjYydeC339Odruvn5zojWRMsW63+GwHf6bmKlOgh+9g7Z7bkjbsBjcSkx/ddR7bkxbp1nQ0ZAhGDEXXlfl4wSObIueIRMmnoCHXXuPkYOoXwkFEVr+vmEYF1zxccQo/+r4nVB80bXhPZx7CBUvMO2P1PUjqJRBYctD4SkuWA88IkYwLUbrrVcgFC7+DBHU7SYYOxrLpEOhFA/rp+5gpZlViJ8oqWvM+DWWsvntI3hIEcwmkjlfAdcykJZsAYlOpLhAzSv/fVdkO5Gg/ruvup5l330d7G8Ca1pM0XnHnQRhsh+riB1M5+JH0fnyM7GqDuh3cYwqnHWlqRS34lVIGAYKY77IhQCbDdY990XeYcdCnbCzcXwSr0qtt/wZuhGYKv2FGfNK6z0z0t9z5vU45AhGTMGGc343Tgl1XEegaQCH2SZkxkSRo6zrY2TuetnZ2ByXvQflF6Lg9HNjhqHsYjDNcGoUMXS11avitmWJhpiIV2PZbR/kO081XqpiFUEMrTddGl+K2MIiI9C4Omo0gp8siyv2cCx94v1dvFYqpFxlr1t0fbxtc63+kCSY7knsqK7csQOoZugnKQqNZmbbYL0apWphKWPGoXD6RcYFrJlixID56F10vvy0sRPo+Vxtpn3POkZK2Qm7Iu83Tlh22MUUtKI/kcNI+ybbH2bID9gmOtz/TuVTVrxTkvb6Q5pgeqItjOkIwdPA+q918HgQ7AAVCIBEpseeReQJJZ1COuBXCM0gflNn2ouYd8u0ODFCb3HcKph+kWEgZ7qEQgh98QmCH7xteEMbr03Cg3qTV3VYOYoCsuVDcZQZZv/W/Q+Duu0E012KWDFtc//eKzyE+caZV5MIt9vrPLMzT7P0aSQJJgbW3Rkfe/1lRv8k52svOGWL/PaOTwfVRynKWNQddjai/Yvn4USKvrHFiAEjAlcFnvP03tkQGb5KtokHQdlyq4SN5joWPYTO/yxKRL2MbEOAz+72ZPRdX6qBkwSTRISbXZX/1MFnJlFkUkUJy2CRPVJY5iZaRE6k9rl/7/W6o5SNQOHsa437j4QKMzqeehyBp5+IvkNKSPjAGolg3NDUimBeaIOi0wRotIcqXEaYJjGEIWbkQswdKujA4iHsUiAJZmDrb3Nr7/RpTqjaI7TJLSFJYpMuRvgEiRi6lp32SEw2s5HYXlwIdxfh2V00u9bwpI67hIJodd9i3Puk3WEx5u6VRQLze+zuxvN6VhUpizeusW+vsrJrELiRmbcPl1JYRHSwgC4a5m64M25ccqSBJJgkTGTLmVWHa9bg0wDiuORIQscJihCWwvknnGy4IyRSRPqT4Htv9CIYER5T+BzFU8TzuLhzCX3a27s7HhmprEuET+11nl1j9eFzVVwPpnNBcPSvS/c73A1nxZKRq79LghngzIo7Gl915U9EHPv9dYB9Jbu58CEq+O30yClKInSYDIIRl8atd13fFWohAwsD7SE1eOjIOU/1j04eRt/VZ0zZqdCmPgJg714/E9501HkOysAhpkUlSTADgFnE5/WveX8VmMx74g2gv1Q0Fc6N+SdP7/IJMhmJYkAE09mBzucb0fHsoohWyKkYZ1wyWUChXGN3L+rKgRtH8dc4lzNjl+4mDP641N2Y4Hk0jo4ztKokmAFMTHNNxQKd6aQBiMiYpurW4w2rXyPodgyiSYhgmA2fKRGgyjAYzODCxP9zjN77SKqtTSipX5OrYo0C2lIY3JGuP+qYu3jIBqaSBJPgQm+uLj+LFapjJkuCIjKvmcVqGOSJ9K3CQI5s4Z+04yWY0Kfvo/OlZyD+LWxdMr3ooEPL3A2vJapnc03FFGbFw8zERLeXuhsuSlRWtreTBJPADP502jGjCgoK32ZgmwSaZ3wTwwJ3+x1hO+QYWHbaHSKG7uai612vPn1fkS661jCw23w0EPFzv1qB4DuvIiRM96OE48w0QEIdoa1GPDiwYN6+6orPmGgsgy8pczfWZdoY06WPJJgEkG6qcd6gMC5PoGnWNbHssLORtcA68SBAtRixe9sfq4f2+S/BqkTqk6Lz/2LEgkGLv8vb+7XnDYLJxqIS7zqsrrF3/Is4B7JhxoknkaIeFSwovHooJFiLBI8kmDgXjqjuczl/BpB1r0YJDPWXJkSw7rIXaMzWCInYtz0SoIlodiL8gshZLeKwiJSz2VwY+q9L3YtfGugY3nVNLJzkfi9yJPWBdpAF7SXBxDlJ62dMqbCQ2hDOsKqvKGYGEX2lQX8Imv6jRbXcx0BXOH5ZMhYBZrq2tL7h6oxVMIsUkwQT52R5XRUfEij2syNhPan6aSWj9nmh+zVCWPuSqj0u/A/j7FZWTyMCDFpQ6m44OY1d5mxXkmDimNrHq6psR5cG2yj6LiTIxI1au3ZhuItCn6uiBkx3gjIrt3UcMOR8VWb+tJ30w8e4l6zP+cGmeICSYOIA2D9j2vGsaE9FbMLwWS3KqUVzFkWuI0J31kyZRbp6qySZOMBPZ1Xmjnwoe+bLbAEDRl0STBwQeqsrHiCi0yM0WddZULC72RcDb03FmcTkFqmB4lBBVk0TAlZVOTHWH4o0qZLV3UiCMTl9L02enL/PBMcyJuzctwmBVpaM2XOXeC0/m2oqphCThyCcdmXJLAT4MYe78ZTM0in7tJEEY3LO1p9+4lhLgWUluCtL5ObC8NnH7jUyXnLpbt86c+oJoZD2BBNFjS1iUk1ZLQoCIlecSXcrkWv4h+d8lvEnL1iwKU2lhDYRBCTBmERNxO/tJP6Ee7wAiYBCwWJthxG3DdDq01XxGEC/NamKrJYAAjrzCkVR5oP5CgD985z0kUki7LmKP5bN8TycQHeyySYEJMGYXApraip2yWf6qPsFSTiysYYby+Z5/mxSRMRqfpfzKgZfE8ff14F2OaTaE6gDauiIkjlL3m6uqXyUmU09QRPoHbu7IWsygmbipEqCMTkrLTUVu+hMYgdjYMaMtY56zxjxl86kiIjVvK7yhQRl6kDlyPbhESAgGLTyoSPuaXzr5xknHp9HlgY2ZSZAusJadUn94n9KbBNDQBKMSdyaXJWHKOBXRXWxYHXov0mGObmQ56uuXAXirUyqIqslhAB/Za9r3FE0bampbNDB5WbEMPCDY8xe2yV6x2amj1yuIwnG5Oyur566r4X0t43dC+ApdXsqTTaNWc3vcnYwkBezoqwwMASIL3HUNd4qUtQAnR+ZDXFKoKfs7oYTB9b50GwtCcbkvPvOm7IdBdUvWIeuWqzHDJuz4BWTTaNWW39mxf6qlZbKiUgGmjFkEP3QmZ8/SdgqGUclxfKUuEszU0SOo5W86oqh7rxoBquedeS6NonYateUEYVQPgPR+/Ym64mUpOdLf7XzaSYkFn3bpO6y2i8IhEi/akTdYiOlq9flbADgNPsREPCuolovTtYfl6EwL2axHQpYRB2jcL0fj3GvaazUjKhf9E4yABHJ2vLaOsT9SzzOjxqI1ExL8ZEMPOKVYYSkjLORyBRQUufZvfty3lft/A+AY0wLIrSD6bHOgvzLR60OeZP1hybOYWRN9XjnJ2sGlgpFfWdPvddx36JzkiXbN6O8DoriMiuPdf6flodL1QBVg+gsAg/l+ftC15SLFAvvBuabzGII0MagGpjcM1vAJheQ0+LiKwYzkVez6seL1ynz/Q+tmkN5gcY90zy7qoxuW9AUd8MwDXj26WP9rc2fmTH6Es0JaLG7PSXif6+cdVzJiE7bGwSKmbMnGbpmkgzxggcF0+33eR7q1qupeuo5KvFdDDbjcsE64aayut72S/6aaROg6w8yYT/EkEPAeh3kIVvoBsfdS77JJHwyTRdJMIM0I74Zzjeg4ECT3esWqBcXuxfeJuqLj4FZXwrwL0FwTQrK9mrMeKe03tPP+E14qCus3mYqoBfjP456z7F9seBaWFrXTtulLRiamKfysdCV0SzsnBQw6WgDKe+wFni1IxD4eMuHnhNRDWWJgYAkmEFYIv4a5+2s43wzUfHEBOlMDaX1DZsN8bwu54UEGGQz1IoOvFXm9hwQbtwbZpRfrSpKzFxGzPxtaX3jdkMNu8EYrySYNKPuc5VfClZuAJkLncnEn5bWNfY6CvlqnC+BMTnNqmdGd4z1bUHt0DHzl4SNKO51lb9HUPaJoWyLY9NxMzMGlbtaSIJJ49x2xYDBPLM+Rwxe7nA37tHXHcFXU+kDsz2NqmdMV0QIatD+WFa35NFwSomXOVt7++poITBEWtjVXuuoXRcs2JgxA8tRRSTBpGlim2ZUnKsqdFe3L1O0bsW5n5hvcdQ3/qlvvZYzqw7XrKHngbietn8RQ/wToLRBUbaBpg1aAPJNT8zvqyrPK7YEHvJ35v8d4BlmpkPX9TllcxdHfM3zVVfcRESXRTGia/3Ra91SEowZtAdWRxLMwPCL2bqLEIJzibCDiEcSszC+UNhyacncJxrD1fW7Ku5mpnPM3N/0a094Hpw3c11e87qRbBluCagTAuByIuU4Yt4+pm7JrRBUteA+w+Y9ZSRY+uaMyY7hNvsruomA6grxEyV1jVXR1PHVVDSBqTRcHQa3rvbaJMEkdz7DSpMEkyKQDX8XClxHjEoGRw0mRTAsWjaC6KF11vY/TbjrmYjJm/2uyrcZvG8Can9g91r3j2QY5q+p/JKZx5uXSx3M+nqFSBj+hRj8MzGGM2OCGfIjkA41dLB9zpKl3X16p5cfRqoi8hFFfW6O9JLUU3d/dcXDTPQHSTDmZzQVNSXBJBFVrp2c710zrFKFOguM3XRgWGSAhZ0WBRj8jR6iBnIodaV/X/RdLHV8LqeIdD88Vr2evzNzq4O2GEVud8QkYC01lVM1ZpFSJeaxiYBOTef/84f8/9pu/su+Xh+2q/JJBp8QSz+xmVPA99jdjef1bu8UT80XRmvPwJelbs+EaHVaZlYdrmnB54D+2RvkDibW7CTvd0kwycMS3mqnOAr9sWcgbxKhY4xlpZgJAAANhUlEQVQLBwZB6WRwC5g+UQme9QHvg30/0Fjq+GoqgmAyHyicSRimneCoa3g+hmylyVXxqQL6VSwdAKxr2agePO6RhSv71t20CzHlCMrQl5W6F0/sK8PncnYginc5EX1tr2uIudvyVld8TUThnqPlHYyJSU5GFUkwyUCxjwyurbUALxsk8PLLwLqRI/WqBQtC4v8PJEDVhnN+N86idX7LbMpitUsrxp8d9Z4bzQxzU6YDE8GVKMjgS0vdntv7yhW7uObVpd5Yx8JN7XxfYtXYvh7Kza7KJ/XouyBh1eyIhaXXVfkPAs8OM/b2H+UrkpklMeA6kmAGDGH6BBgxaRR9KdhsFgJeH4S6x0j3ojVmtPy52rmXjSBi3sR2voxAXFxVZfOXBpcD2CFWnwxuduQFxlGfOycjNEZA/SrSi5vRbszew2MFgfK5KqsAfqzvnQ4DvlK3J+wFcCyd5e/xISAJJj68BrV2c3X5WTqUuWYuUQ1FNwVYMqs0u6aMaIHlvzp491htGHRbqbvhon47GEDxVTtfIcIhsWQQkb+kybIVhbFH8bkq1gC0ZXgZ5LeP2XNEbIL57XjmzteJsEVPOcS0zl7fMCqWfvL3gSMgCWbgGKZNgvDmhq7PNNmhzx5wbEfz5/e6hI3V1uuqfJzAUZ+Au2TQIoe7YVo4ed5qp0iNOyvW4tJBP5aO2XPbcEThqymvg664wodRMEcwQjd/TeVrzHxwTz3DWUfHwkX+nhgCsdZAYlJlq6QjYNxt/OhYZDY4FTHuttd7ZsWrSLOr8m86+JJY7YjodXtdQ9hdipFil7QnY+60Ijgdir590088EhbLs+D+mS8Z8DvcnrJYdzBCTrOr4j4dVNOLYHQ8UDrXc0asMcrfB46AJJiBY5gWCVxVVdw8PPg46yai3zHY7vZYiOLPeLDhnJMOUkOh12MOinmpo74xrDe4QQ6qRTwRR7ZnMd6p6U+OuoabI/Xld1Vu4HAe4wyfo97cHUpLTfnZGitzevShMeiiUnfDnTHHKCsMGAFJMAOGMD0C4iIY4p8cdY2jE9HMcMaEEvGj75YZLRC2QTCK5floOxgi7igZ7S+l2pfFk3TY4nc5P2fAyATQsxDjO3u9Z1sz4/PWVE4l5oU96vpULXhotwWxGRmyTuIISIJJHLu0toyLYHRljmNuYpH3/C6n8JfqZfwWdqC6/nfH3MUXh/utZUbFuZpCd0cDiJlfKq1v/HW0Or4a53/AOKZfHaJvHXUNpsItiNS8gZD+ZHfKWCL61F7XMOQCdaV1sfboTBLMYCEfZ78vTZ6cv88EE3cwDFYV3m1YXeOncXZhVPdVO58F4TfR21JQZ+38svrF94Wr53U55xFwVkQZzB0arEcOr3/ijWj9eF3O+QTDcLH3Dkahpfb7GkwF62qqqZiisOLpjlLHjLtK6z3nJ4KNbBM/ApJg4sdsUFowoDTXOB9gxqnRFBAhJe1ujy0RJb3Tp24DVX+RgKhWskxo7wBPGh2GxISePpfzXQL2jqgDUYOj7pcAWpHqRTKUI+B2u9sTzoCunyhBMCpoETMsIoVsMKhPHnG/jKGbyPpIpI0kmERQG6Q2G6rLz7KQMjd6yAf+yuFujGnkFm4IwpDPSvpzDDiiDpH4W0dd+IhwYqe1944OEbe4IJwM4RdlUbCfmR1Wi6vyfI35jj5P1QEF5CpxNzxgZhqMHYxODSLAF4M+cXgtE2UmADPIJaeOJJjk4JgWKYYDXyj4UtTL0wFkIVw/Y0qFqige4d0ddZdEuMNe5wnrkCgCoze3BteHI0EhVSGaNqyuYZEZwDbWTDslxNq/ekX7J/ZaFMvk4jkLRWbGmKXriETiktfKwOxw7g0xhcgKCSMgCSZh6NLfcJ1r6mgL9B8iRmsj6KpO1w+rb7g6Ee18Myv+DI3+Gr0td2ps/XWk+5NNT9QvhN+94EuHz7qr2R1Em6uyqpP539SD8UTyM7vbYzpcRdcOBo+DSLcXFGxPdzy6NhFsZJvEEJAEkxhug9bKV+0MRYrnK8IotBHvE+5uxIzCvurKRSCOmnNbYXqwpL6h38Vrt/yW6sprNOK/hOmPQ0E+MJ77D79r6u911v5F3U9AxlZGucbuXhQzsHd3/15X+REKFA8Yr9nrPTHDSJjBSdYxj4AkGPNYZURNb7WzlQiF4ZQxfHvqGkxZuIZr762uWE5Eu0QaqLhADkDZJpLzpLA29q9xLAbj6J4yjA0I4T57XYNZNwej+UaX88IQ47buExuBOxUtNCkeG5bVZ0zZqcCqLgl0dkzb4sFnTR2rMmKic0QJSTBZNpH+audbXcnB+hcGe0vdjQnlSmqdecLEkGZ9hoGRkSGh+x3uhojPzyKZXHNr8zsM9DLyY+bVjrF7bxPLObFvv/6ayjnMfHb3f2fmF0rrG3uRV6zpY5er0Id114dzzIzVVv4+cAQkwQwcw7RK8FVX3sLEF4ebOJF32V7nSciIrLmmYorOJEIbhN0dAYiZ6mNT/GER8rKneqwHtT+U3R8+C0A08ATBgLmm+8K4DdrIMe4lIqJfXKX5vGk7ldy9MGyak7gEycpxIyAJJm7IBreB4Uioao3hnAAJvNzubtwtEQ2bXBU3KqB+WQyELCN+rsJn9EzXGq6PppoppyisPtLrN8KLjjrPUYno5HNVLgTYSDhHTEvt9eaM6xLpS7ZJDQKSYFKDa0ql+lxOEbt3676dDMQMvslV8agC+l04xRm0uNTdUBFrUN4ZzgtJ+SXjJDEFFIvlmGFzFpgKodlXvjDYA2MiFITsnY6R8YaeiKWv/D31CEiCST3GSe/BW13xABGdnkyC8c6oeIUUOqyvTHF/UlrfONbMIPwu51UMXNtdlxmvltZ7+sk0I0vU8VY7vyXC1jpRXVmcF8Rm+5D1UouAJJjU4psS6eIookJ9UJi/9+xgIDsYr8u5kvqEuSRCCJpaYZ+78GkzA/G7ymsZSpcNjvAZULi8pK5xiZm2fevU1sJy4eqKFToQunNM4261tTBiGsuSXQhIgsmu+er6dkVsmLLQB33zGCWdYIB3S9ye/c0EdhJ69SQY8aQdtPKhI+5JzO/HO718b1ZpekdAvztSHuosnLohp7IkmCyd8r73HWIYAyEYX03FGnDvGLg6ab+PlAM6HGxel/NCwuY7mLagGjxs5Jyn3stSiKXaSUBAEkwSQBwMEcJtwAptBUAl3f0PiGCqnV7QL06ORPRTSaFlV7ptgXBcNFWEL5OFVI/xSE3sDVlwXKI7GFMdykoZj4AkmIyfosgKbkr0Nn2gBMO1sPhXV2zoSVY6uK7M3bjZyM0MTCJdLnPHh0RUxIy1OixTY8V8MSNX1sleBCTBZO/coWX6CbtpqvXD7ti3xPjMXu+JaOofaaiCYJpXO9f1DNOggw4tcze8Fi88vhrnS2BMBvgnja3TJMHEi2Bu1ZcEk+Xz6auuuAlEl4lhMNHXpSZSqvYdcl+CEa9HJTzKHi2XdSTYNpxdWa3q7CZgbYjlDibLl9eA1ZcEM2AIB1+Ar6aiCUylIql7qbuxOF6NBMH4VjubCBi2qe0HDrcnckS6KB0YmR0doY0MfaXNYju9aM4Ceckb74TkUH1JMDkwmetryq+0QLmGmNpK3A12s8/KPYfudzlXb3ZSjCOfdTj4DENAhSYUKnkX2eb8e2kOQCyHkCACkmASBC7TmvmrK98E6SNLimz7xfPy0z0On8u5DJvi6CoBdeeS+Yk7B4qwDb7VjnsKmG7Or2/4ItOwkvqkDwFJMOnDOqU9bTjnd+OgdbiCoeC/t5z31CfxduZzlS8EK1OJSC+pa7AmkrStZ58iTEIidzjx6i3rZzYCkmAye37i1k5Y6Cd2RCq/mqFeDPB6h9tjKudQ3MrJBkMOAUkwQ27Kww94/bkV+1uDyl1gaDIsglwUyUJAEkyykMwBOc3V5WfpUHd21DdckgPDkUPIAAQkwWTAJEgVJAK5ioAkmFydWTkuiUAGICAJJgMmQaogEchVBCTB5OrMynFJBDIAAUkwGTAJUgWJQK4iIAkmV2dWjksikAEISILJgEmQKkgEchUBSTC5OrNyXBKBDEBAEkwGTIJUQSKQqwhIgsnVmZXjkghkAAKSYDJgEqQKEoFcRUASTK7OrByXRCADEJAEkwGTIFWQCOQqApJgcnVm5bgkAhmAgCSYDJgEqYJEIFcRkASTqzMrxyURyAAEJMFkwCRIFSQCuYqAJJhcnVk5LolABiAgCSYDJkGqIBHIVQQkweTqzMpxSQQyAAFJMBkwCVIFiUCuIiAJJldnVo5LIpABCEiCyYBJkCpIBHIVAUkwuTqzclwSgQxAQBJMBkyCVEEikKsISILJ1ZmV45IIZAACkmAyYBKkChKBXEVAEkyuzqwcl0QgAxCQBJMBkyBVkAjkKgKSYHJ1ZuW4JAIZgIAkmAyYBKmCRCBXEZAEk6szK8clEcgABCTBZMAkSBUkArmKgCSYXJ1ZOS6JQAYgIAkmAyZBqiARyFUEJMHk6szKcUkEMgABSTAZMAlSBYlAriIgCSZXZ1aOSyKQAQhIgsmASZAqSARyFQFJMLk6s3JcEoEMQEASTAZMglRBIpCrCEiCydWZleOSCGQAApJgMmASpAoSgVxF4P8BJDBLwZvO5hIAAAAASUVORK5CYII="/>
          <p:cNvSpPr>
            <a:spLocks noChangeAspect="1" noChangeArrowheads="1"/>
          </p:cNvSpPr>
          <p:nvPr/>
        </p:nvSpPr>
        <p:spPr bwMode="auto">
          <a:xfrm>
            <a:off x="155575" y="-319088"/>
            <a:ext cx="666750" cy="676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0" name="AutoShape 4" descr="data:image/png;base64,iVBORw0KGgoAAAANSUhEUgAAARgAAAEcCAYAAAAcH6uaAAAAAXNSR0IArs4c6QAAAp50RVh0bXhmaWxlACUzQ214R3JhcGhNb2RlbCUzRSUzQ3Jvb3QlM0UlM0NteENlbGwlMjBpZCUzRCUyMjAlMjIlMkYlM0UlM0NteENlbGwlMjBpZCUzRCUyMjElMjIlMjBwYXJlbnQlM0QlMjIwJTIyJTJGJTNFJTNDbXhDZWxsJTIwaWQlM0QlMjIyJTIyJTIwdmFsdWUlM0QlMjIlMjIlMjBzdHlsZSUzRCUyMnZlcnRpY2FsTGFiZWxQb3NpdGlvbiUzRGJvdHRvbSUzQnNrZXRjaCUzRDAlM0JodG1sJTNEMSUzQmZpbGxDb2xvciUzRCUyM0YwNjY1MCUzQnN0cm9rZUNvbG9yJTNEJTIzZmZmZmZmJTNCdmVydGljYWxBbGlnbiUzRHRvcCUzQmFsaWduJTNEY2VudGVyJTNCcG9pbnRzJTNEJTVCJTVEJTNCcG9pbnRlckV2ZW50cyUzRDElM0JzaGFwZSUzRG14Z3JhcGguY2lzY29fc2FmZS5jb21wb3NpdGVJY29uJTNCYmdJY29uJTNEdGhyZWF0MSUzQnJlc0ljb24lM0RteGdyYXBoLmNpc2NvX3NhZmUudGhyZWF0LnRocmVhdF9hNiUzQiUyMiUyMHZlcnRleCUzRCUyMjElMjIlMjBwYXJlbnQlM0QlMjIxJTIyJTNFJTNDbXhHZW9tZXRyeSUyMHglM0QlMjItMjAwMCUyMiUyMHklM0QlMjI5NjAlMjIlMjB3aWR0aCUzRCUyMjQ5JTIyJTIwaGVpZ2h0JTNEJTIyNTAlMjIlMjBhcyUzRCUyMmdlb21ldHJ5JTIyJTJGJTNFJTNDJTJGbXhDZWxsJTNFJTNDJTJGcm9vdCUzRSUzQyUyRm14R3JhcGhNb2RlbCUzRV5Rg9QAACAASURBVHhe7V0HeFvV2X6/eyV5xpKdAUkIK4SyV8JeoYyyYssJpqUFCiSWCRAg/IxSoJhRRqFlEywnJYwCJSSWE1YZBcoKK8xAIOxAQkhiSXa8JN37/c+5joOHxpUsyZJ8zvPw0KJzvvOd95z7+oxvEGSRCEgEJAIpQoBSJFeKlQhIBCQCkAQjF4F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0BWI+CvmTbBXrdwZVYPIoeVlwSTw5M7FIbmrXYucRQWzKA7Hl07FMabbWOUBJNtMyb17YWA1+X8UgW/MMzdeA4BuoQnsxCQBJNZ8yG1iQMBBhS/q/J7AHbW9fNL5zbeH0dzWTUNCEiCSQPIsovUIMC1tRbv6g++V4DRAFY53J6tU9OTlJooApJgEkVOtht0BPoQDBNwtd3tuW7QFZMKbEZAEkwGLwaeXVW2trltTLFitbAeDMFi0UPFamsglNfR5l/TuW3ryDZasCCQwUNIqWp9CAYErLa7PWNT2qkUHhcCkmDigis9ldk1ZYSflcdBdETYHhkaEdoAtDDjEyLlgRL3oscy+ZKzqaZiSlld45JkIhiGYKCDLih1N9yZzH6krMQRkASTOHYpb+mrdl7OoNkgHhltohgQf70Z4BaF8Jwe0u5zzHvyxZQrGKMDrqoqbi4NPaYz78bES8vcjb9Lpk59CaZLNv3ocDdslcx+pKzEEZAEkzh2aWkpjkn+1sBFAF0KwGqmUyKEWMeHrGgPlNYtuctMm2TW4dqq4ubV2sU69IsIGEZApwqUF7s9zyW1H0DxVVesIqIxm+Uy0BbUdh4zf8mKZPYlZSWGgCSYxHBLe6ufZ5x4vFWx1BEQz19ncfG50gblmgL3okfSobR3evneiqo8qQNjeiyu7x1uzzap6N/nqvQBbO8pm5kfLK1v/GMq+pMy40NAEkx8eA1qba6dnO9f43gSjCPjUUTsaHQdzzrcngqi1Bmjbag+6SALaS8yOL+Hfkyk/MVet+j6eHQ2W9frcoYIUHsRDNDiCDi2pvnzfWblyHqpQUASTGpwTalU34zyW6GQODbFNX/ilaXE7RmXistg/4xpx7OiLwFY6Tl4AnW0IjRujHvJ+mSDIi7Dfayu64cCA2TRDrTPWbI02X1KefEhENcCjU+0rJ1KBHznnngkBy3PEdDrg47VJzO3QlFOL61rWBSrrtnffTWVR4PxFMD974gIbzrqPAeZlRVPveYZJ1WwGvKwuOXuW5huddQ3XBKPPFk3+QhIgkk+pmmT6KuuuAlElyXQYTtZ9Kn2exc/m0DbXk2WV1UVj3EE1xKhMKws4kscdY23DrSfcO391c6nmHB8WNnMSx31jQemol8p0zwCkmDMY5VxNZmhNJ9d/ijrysninTqeQqCm5iLLhHG3LWiKp13fur5q5/MgHBVOBgP+IGPyqHrPBwPpI6xsl6vQj59/AjAsPLHRD/k6jsyvb/gi2X1LeeYRiHNZmhcsa6YPAb+rci2DR8Xbo868uqy+MWHLV5+rsopZ/zdR+LsgJvqktK5h93j1MlO/ZfoJu2mq9eModYMBTS8fNW/guzQz+sg64RGQBJMDK8M/c8oBrFle73vBamZoBHrK7m440UzdnnW4qsrmLw2KQE8RHQwZ8JS6PZXxyjZT31ddeQuIL45al/FnR73nRjPyZJ3UICAJJjW4pl2qv6ZyDjOfnUDHDGvoaMc98Vn++qZPnQFVrx+MD3yda+poK+kfgTEiWv8EvdbuXnxNApjIJklCQBJMkoAcbDHrZ5841tpq+ZiB0nh10RmflY717UO1L3eYbet3OZcysH+0+opCrpL7GqKTkNkOe9Tzzaj4MxT6a6ymBNxtd3tmxaonf08dApJgUodtTMnGC0yJNrx03qLvYlY2UcHvct7GwIUmqvarwrpycencRX8307bJVXmISvrzzNTToK5XU7GwdOKzSuuSGwRqVVVVWbEjuIwIMS2DFeInSuoaq8yMSdZJDQKSYFKDa0yprTOrJgb14F0WRm2yfHS806duQ4r+AQiOmAr0qUDM35T4bDuZCf9g5v5D2KZYFJo2LIn2NkJls7sXY3iMFxz1nqPjxSKe+sLYj1JgRBiPDplcVxLMIM2O/2zn06zjaCsrBxXVL3onWWp4q8s9REpFAvJ0C6mnFtctfDRWW2+181UiHBKjXiAU5MNG3N/4Vix5Zn8XrhLe1Y6vN0Wwi92M8Zyj3vOb2BUTr7HR5bywCMq/yb1oTeJScrelJJhBmNuWmVWHa6Gg8Cy2tfisw8ctGJgtSs8h+Fy/HQ90fpnIsBhYUur2lMdq66upWAOmLaPVI6A1xJZjhtc/8UYseWZ/97oq/wHos8mk0Q+DFpS6G042Kz+Rel6Xcz4zWsrq5V1POPwkwSSyqgbYxldT+QqYDwOYHe7GuEz9Y3Vt3FGUBlcRIljWRhVATXZ3g4g9EzE6f+v08r2DqvIqgKKoohiBkI0PG3FPcnYwIv8RWF/BfXydoumggG4pcTeIMBcpKz5XxRqAfmrxWo9M5h+KlCmcZsGSYNIM+PrTTxxrybd8BSBPEIw34C/bbv7LSfP6FUGY/D++/yqIDoh3aATSFMLJ0e5NmlwVNRbQnTpgi7GDYY24IhlR7N51TSwcz1t/S8Qj4xlTiPSrRtQtTokXt9CDzzjD4bf5NwD6RpBykqOu4fl49BsKdSXBpHmW/dUVDzPRH7q6ZdahHFbmbngtmWr4XeVXM5TaRGQy8xOl9ZFfXsy+VCXzFak3ZuZGxWAEdZw1KoWpTLwznPNJwR9BCCGkzHTMWzTXnHZDp5YkmDTPta+moglMhq0KgXRd044onbf4f8lUY/25FftbgpRYqAKmHxz1DeMi6eOd4XyBFHPxaJJhByPcEQB+PG58GOutun5M0bzF78fd1kSD2lpYLlzt9AMoZEBnnc8vm9t4j4mmQ6qKJJg0TjdfcMoWvvb2n34BnZksfHwyvJr7DEPxVTs1k3ehfZqS7nA39Arg1LNCVA/mvpJIuWoggaa6wkDwM+gTUMrMlDHwhQPK5FS97mw4u7Ja1dndrYuu83mSYPrPjCQYM6s1SXXChVdIRXhHkfGw2eXsYJMxfHsNj4GOjrYttnzouZ97/nfxRLzuR8dONsITAMabgYRBi0vdDYk8maPlnKknaSFdPJlbzPTVt44CWlCSohcknjw53z+hdCWIN4cvlQQTfpYkwSSyehNoIy5ffas/+JSACb0+XOAHEa82mVHmNhHMBkb8BneGbsQrSEeeTlDBSgGI88mInsd5RLCGDfAUBhMCAgT6l0b6q2D+ttS9+CUz0HlrKs5UQG7mxMjFGIKC0+33eR4y01+8dXyuiusBuqJnO0kwkmDiXUdJrc+zjivxBfJ+JEZxL8HEIXuTrciMBa1ZhbgWFv+Pzh9A2MJsmxTXCzK4XcSgYcZqRcE7pFleYpU//U+T8t3Jm5LHCYz8nfl/J/B0EfUyUZ3E3RbDtqPD/W/xWpfU0mVn1LEMoBJJMLGhTXgSY4uWNXoi8NNpx4zKLyhcHe4+IZ/pV8kMjGTsYKqdqzlzCCbsYhCEozN/quuhB1TYQKpew8Ckga4cBi//4Av/pCNeNu+8abbPZlfl4zq4n3+T3MHIHYzZNZSSelEDJDFesdd7fp3MY1KTq2KNgujWtikZaEYI1S9zuBf/Ldmq+F2V1+vQr+hrSSxCArO85I3wRyTZsyDlhUVA5AsiVVkW7kdiCpQUB7en2578caDwrZt5wkQbW6/TdT62695kaBVxPPqP11LQfexK1uibayqm6EyNXUk0+5WAxvrM4fWL/5ms/nJFzpBbgIM1ca2zyvcOdoYnGKETMf/LXt94aiL6iSPRxpppLo21Cwk0IR5z+kT6y+Q2RPjUXufZNZk6Gl7qqi7Cc4aN/0vAWgqok0vmL5TZJPsALwkmmSsxiqyWmopddKbl4TJsiGY6c0eezgfFYxgmUrS2rdWPCmnabQzaOpGQmWkafnq6YbDGoZOHz31SPKUnpQgfKIb2IhgRjQ/FnU+pu3G3pHSYY0IkwaRpQjec87txaqhDBJaKjDnjP456z7GxVBJWpBesmnYiVO1vxNhBmATHajM0fuevHO7GHZI11o0zp+0RDIU8RLRdVJkm5y1ZemWTHLkw0zRbXU+weSJmSPj8QZv0iBXmsXX61BMCin47EZL2IaUJgtR2Q9AVXa8uSdI9SJehnzYfoOhe48ZfDOUau3tRQr5fqQVl8KVLgknTHBhezqs/+ATAr6J1KY5QShgjMRE5zc/qo6TgKLOGbmkaWkZ0I+5eVvKqfSe532sbqEIi7gyBZ5uRI17+dFWdVjpnocdM/aFWRxJMGmfcW+18UCGcFukeplsVQSC6Sq7hmwJmN9c4b9AYFyQW4yWNAxzUrigILXiOY96TCXs0r6+euq8K/XYCDjJ76BS5pUpJnZQqn6dBhTQJnUuCSQKIZkV4p5cfpqjKK7EIpkse6QR+h4HRBIwbiGWrWf1yoF6AGC+ErPlnD7/3sVVmx7MpSNctBDotbH7tKIIG8vpnVr9sricJJs2z53M5A0jECTHNemZ1d4T1FsYfYgVT59lVZd7WQJVCyp/AvG1CY9ZCRznmxZdTKqF+srSRJJg0T1yziOEK+qMIiCRLChEQABPPdLgb6/r2sto1ZUQ+lP9TgHP6+hTFo5GRiaG+cYdkWmDH03821JUEk+ZZWnvBKVvktbeL7bs1zV0Pze4Y79lJmQL3orXtrsppnaRfoLByAIMjxrwxC5QCOqPE3fCA2fpDsZ4kmEGYdW91xQNEdPogdD1Uu+w04sowVLOXt7GAEo6adnfD8Fj1hvrvkmAGYQWIXYytrW0ZEY0ZhO5llwNFgKCrujJrWP2iewcqKtfbS4IZpBn2VTsvB9H1Q968f5DwT7Rbw2iasdRe33BgojKGUjtJMIM02yK/M7H+YEwz9EHST3YbHgECvCXQdpTpYs2tEEkwMXASnsq+6VPH2YDdWNWDsZ4+zcAuZPpdlXMB/QwMwZAKZjDKzDoUtKjKpOI5Cz/KTP0yTytJMH3mZNXsqrKi1sAlKmgqE7YnQGFmAndBJf6XSMWoAx0K4xMQnizxWm82G/KyKzbvsncJyp6ZtxykRtEQsFksBxfem7xUuEMBbUkwm2bZP2Pa8aSEbtSJdjFeG8zEhBWmLCQM+ykA0Aqm0LzSuiV3RVs4flfl2wzedygsrlwZo7h10UG3l7obLsqVMaVrHEOeYDaFUbgTjONB0dOhxpwUNvY5K8DqxSXK8JfJ7e7leOevmXolWL9OmtjFRDJjKhBEgkhcWur23J4xSmWRIkOaYIRzm0XRnwZjRFLnTBAN0ZetgVD56PlLvvhy1nHFozvzzgox/pH62C0EKijoOs51dghf36QOLR3CyGIB8gqAYAAcECYsg1MY3GoFTU3GvdvgjGDwex2yBCN2E8z61Ykm9jI1dQxxe3M/KbqXdHV2qkNZqqPHwXrIUbDuPtFQT/vuKwSXvYngJ8uMjzXjCxFsh/0Glp33hLrlWOjNPoRWfIzQsjeg/TTgcMWmh298FAotLdFHHtl3F2paiKxoIDAkCcbrci5WgBM3eyizcXmbGjCMe5rUrjbxFz//5OmwHXQkYO3vgaD7vWi94xroP4qAeplZ1O13RMHva6CO276fghwKob3uZgQ/ejflyuvAGmhKddm8RU+lvLMh0EGKl37mIeitrryGwCdsCuD8jaaHniCydOSx4hU3MAHQ5i9UoWCHppGVmMaD9clEJIyrRmba07LtiBOQf9IfQZbI7k3aF8vReue14AzcydCIUSia8X9Qt9sx8oIJBbHxhkugpZgkdfDnpWP23o1qa0OZt3qzT6MhRzAtM6sOJy2Y12nJ/yyemCFiate5po7Op1CFzspVAMZkymVt8VW3Qd0qRrSBUBCtt9citPLTjFuleUeVI7/qzJh6dT69AB2Nj8SsN7AKzLqmTpE7mIGh2N16yBFMcmAD/DXOh3TGKQTjSXvQChUUYtiN9RD/jlqY0fH4P9H53ycHTddIHRe6LoF14kEx9Qq++zra6m+NWW/AFRjrNWv+PvH+ARpwvzkoQBLMACbVP3PKAawpLwOUNwAxA2pKefko/ut9UIbZY8rpeGI+Op8XucMyqxRddB0sv4qd9SOw9GW0339HWpQnoteDhcHfjuhKhqewy5WPOneHuE+T8V/MT4EkGPNYha25sdq5V5Dw/mACWTT7Wlh22j3mDmZj7fnQfvphgCNOfvO831Qif2rs6BXt/7oPgf/9J/kKhJEojOsY+JpZ/4QUZRR0TADBz4wfFPAPUJQW0SykBV9UlaL3He5/f5UWxbKsk8H8LrIMqsjqeqsrFxFx5WANSFyOFlZfDGX4yKgqhD56B20P3A3e2DxYqvbrV3GUoeiym6GURTdF0r77Eq23XJEhl9TcZVIpCrFIWyLeITUGtxPTh4qiLCiuW3SP3Omk/AE1Y9ZxShURzovNLqeXgZKUdhRFuGWHnWH7zVRYd90bUCNfCwXf+C/an5gPbjX+AA9qEce6oouuhTJm64h6iCd2beWnaH+sHtziH1R9zXQuwjmIpBAAt4LwtqpYrxs2Z8ErZtrmYh25g0nSrHpdlfUEnp56q5fIClN+IdRf7QZ17NbgQAB5hx8LZdTofg0Cr72AjoUPgNs2Jmn08YuhEgeKzr0C6rb988cF3n0dvPZH8MYWaD98i9DK5V0HluwsRqaDYGfINeJB4z5nSBVJMEma7g1nV1arzHeA0WWnnwFFvCwVzboK6vid+pPMW6+g46F7B+XIoZQ4UDjzT1C375+DLiguch+6B8K4LpcKgToooOxdMn/hilwaV6yxSIKJhZDJ3/2uyie5y4AvowrlF6Dw7MsM8/u+JfTh22i97+a0+ispxSUonH1NWLudwGvPo/3hOdm8W4kx96QT8Q32Oo+woxoSJasJRsRu2aq1tGOw/UXWn37iWGuB5VtmWDJx1YijU6HrYljE/UyfEvrsQ+N+Q4/L16fvsjF3fKGiYSi+5K9QRo/rp0fni0vQ2fDwoOyo0jlnRAhpuj6rrH7xfensd7D6ymqC8bkqrmfGuNL6xj8OFoCiX5/L2QCGM9U+RwMaY34Bis67EpYJu/QTI+45xM5B++aL3r+pKtRtJ8Aybjso2+wAKiruMugj6gqD012YobduhP7zGmjffwV93U/QVq8CQsHNVcSFbuHsa437ob4l8MISdCx5FNzRPqAhDn5j6gA4SMAGJu7QdTJAElfuTGwjUop01tZayDJvWN2iqHGDBn8sydEg2wnmUQIdWeL2bDlYT4LfnDHZUWpzrEupV3Zy5hrCKK/wgqthCXMnI0im86nHoX37JWiYHdbd9oa6wy7GC494So6n6OvXIvTlZwh9/B70H78FCopQ8HtXWEfGwMvPoGPRg12hJbKsiNciBfCzjhW6Qq9B549Um77efu/iZ7NsKClTN6sJxu9yLmXG/jrjtLK5nodThlIUwSKhPRFOG4y+E+nTIJnz/wLxrN2viJ2I3xs3oUTVQ+x0dA1Q+58ejSfzh+eAtey60CWQrrP+MCnKw466hucTmYeh0iarCcZX7fwchB0HKwnWylnHlYzozPuJkDkvR6YWbl6+8URsxjzflLwEKgVef9F4Lcq252cGfCEou4x0L1qTwLCHXJOsJhi/y/kOA5PErGmEO4bXeS5M5ww21ThvUBiXp7PPZPVFZSNQePp5YV+XktVHJDniGNZ2383QvetT3VXy5YtLWi10yvC5Tz6RfOG5JzG7Caba+RQTjhfTQoAW0kO/S9fEs2vKCD/U9wBENkPN4PVi2f5XyD/FBXXr/gGeUq62phk+RR1P/juj3BZMj5voUUddw+9N1x/CFbObYFwVdzPo3O75I9DP7VrgyC3nPfVJqufUf075sRxSnkl1P6mQr249HgUnnwU1zItSKvoLK5MZoa9WoH3eP6A3Zd1OZoPD7UluHOe0AZ/ejrKaYDZMP3GGqlrqe0FGWMUh5dDSeYtSGh8yWxPYi8BUBWdeEDtAVZrWob5hHTbeegW4STzEZU1hnZXzymRu6pgTltUE01FduWMHsciy1ysei9jJ/JzXMWHCXc+kxG3Yf7bzNNZx/yYTh5ggZ0oFZeSWKLrgaoh/Z1LRfU1ovfUKw34mWwoBb9ndngP66ltbC8vhL0+2TJ7cfyQLlo/UP911gX51LfTBMqtIN75ZTTAvTZ6cv8+Ojle7L3p7gicsJsG42+72zE4GqN7p5YcpVuVPuo7JJPyNsgw5stpQfNU/oGwxNhlwJF2G9tUKIzB5FtnDaKRqh+iaZT8CHwHmnUDKKDDbjfgNYYybxZIRmUEhwjoQNWma/prFynfa5yxZmnRAM0Rgln0m/VFrqik/W2FlTkQ8GesJeKykuOQmuu1B096s66ord7SSfgQznagQDmSGsDYT3vhZWay7TUThrCszV/f2VrTe9zeEVmRP2mci6MwiIgwL2+b4sTUyTpAu8i8R83KLqj5RVKDeT7ctaIpfWGa2SACVzBoIV1UV+0uDqzdlCQivnJhIBe3EWMXE70PHtyqUzqDCm8PwM+sBYioj0HYKMJ6JxgBcnG3HoEizQ8LJ8PTzQKPHQi0dGTa9yWDMrIjxIi55A2+9gsCrzwGDmGhtMMbfs08RxgqAn4jvCUK9JxdsbbKeYMQEbahxXmdhXGnO5W6wl9Hg9U+KApSNgHXH3WHZY5IRLkH4Fonjk/AvSksRZ4fODmi+DdBWfIzgO68abgWy9EBAHKJA68B8Q+nc7E5Zm6ZVldrlIy7WLljt/IaArVLbU3ZJF97TyvBRCH74DtgfZtetWiDsYSx77QfLr3Y3Ln+FK4FRkkU43ZcR4ln6848R/Pg9hD79ALqIDRwhiFS+81TDCC/4+ovgHg6T2YV+crQlpqUlHcUV9NBDPydHYnql5ATBCMjWnn7sHnn5+cty5Ugz0GUgIsYV/+X2rmwDoSBEOITAGy91fdiRii0PqnBuLBsBdZsdjEBVIs6vIUPsckwUcUkr8klrn39sRKPj9T8j9ON30Nesiu4WoFqQd+gxsB56NNSx24DbWtF629XQVn1totdcr0IbdZ1nDpa/3UDQzRmCESD4XOWXgpWbsvcq9pepJHtpV57m8TuBVAtCq79DcOkr/UMqRJj9glNnwnboMb1+FR+/9uVnCLzzGkQA8IhxeUVMX3FtKTJFWqwgq9XwsI4awpl1cDDY9Qokdh0d7WBN63J0jFDEbkkc06x77w/LbhOhlPVOminuZdr/eXv09U1kZIS07rW/8W+y2RD471PGnU4uFQJpOvMjpfWe2OkXMmjgOUUwm0kGyl+zIXxC5HVARoAo694HAOLeZFMRyeD1dWsQ+uhd46ihr/4+7K5AxG0pubEe6D7u9OlIpI/lpvXQ1qxCaPn70NeuNo4kvH4tWNdTtjzFXQ8NHwl1y62MWLzqDjtDHbONEWcmXNF9G9A25yYjhETfIo5zwlnTsuf+sGy/I8Ql9uaiaWi96zqIYFrZVHp+jH3vE40Tq7gEZrxur/ccmi3jyjmCEcALM36ElIcZGJ4tE9FTT3KUYdi19/xyHxJmEHrTOoRWfIzQB28h9PUKcIvIEtC1LPOOcSJ/WhwxuAKdCH3/NfSfV3cFi/r6c6CzE3qnkWesi3Q628Ht7eCOtsg7ksIikC0fIkyn+BLEDkjsUsRxTexUlNLhRjS7mGlue/TQMxeSseMZvxOse+4Hy467QRnTPzJed9PgsjfRVve3zJl+AYgCDYxOYmwk4rU6k7hX0Znoe2L+2kJoDxFbmKEpRGWk09Y62LCKJMK2DIxl4Kd2aAeMcS/JCv+KnCQYMSFcW2vxrf5gLoDTSDxSZ1FRRm6B4tq7oiaz7zkcQQrBt//XdSwIBVF04TVhswnEDYGuGcG3SQsZT8naTz8aux5xBOl1vFJViPzS4uNXy0aCRCYDccSyWgEaGPTB95eifd5tsB4w2fgnbBybMAMz4g3fe2PcQ052A4K4P9GXWVUs6WjXHh1qmQVylmC6F8ryqqri0fbOv5FCZxBT1ljgFp77Z1j32De+9R4luFN8giLX5vY2tNffiuDy9zdXEqlRiv98a+z82MlSwoSczqefQEfjv0zUTH4VkUGACc/k6/hTfn1Dnzikye8vkyXmPMF0g89VVTZ/qTJOQeBGjTCRmLfJ9BcncdTJO74qoz5cgac4eogjSHcR7geGj1OMzJLp+BD0Fj9Cb76EdhHgUFwyp7EQ4NVB8x0B+7U0f74vjV1nbFdDhmB6zgBfcMoWGwOhnTQtsJOqKmNCGsaAmXQFW6tMowj65viODEX4NH3NJDKD0lRKln2ImSVBBMUx3LjMtB58pPF8KyLzD3Zpc9+C4Htv9CIYseNStxgzaKqJJ3FxnAq+9QpETOA0R8rTSv9fwAAAIABJREFUGXjIUVBwGd3x6NpBAyEDOx6SBJPIPLDLVeindWvBhvtA2ot4aVHGbmtka1S33xGKvSxqitiUKcjctYN5/xf/PLGDKb7oWojL6XQWkZkytPLTrovuFR9DXHwPRiHgC7vb0z+L3GAok2F9SoIxOSHe/5u6DbXwSuAX/yWTTZNeTeQ5su1/GCwTD+669IySizrZnYuPuG3uPyC8nzcfkUpHdOWYDpOmNtn9C3nGMeiDtxF840WExIvX4JcvHJJgws6CJJgwsIhk9j3/s4jdIV6lmtd8sJG5d+yZwV7bZC+D7aAjkHf4caDSFL3Kd7RBW7vGsKo1jiJv/Ld3WAUi2CYdAnWn3Y28SyRekkxa/saDn0gO1/H0AoSWvZlRCdp0xmdl9Z7+CafiGVyO1h3SBLNx5rF7hLSCWcw8CWC7QjScCYWGxUKPQoYJKwm3/IxdBsLvyPCWTtIxRV+3FsFP3kXo7VcRWvW1iEnQlV4kWhJ6cT8lDAMVxXgBs+xzIGwTD06OX5OmoflyV3ifqkGeFUkwkSdgSBHM+nMr9reFqEIHTiWdRzKRVXwSHNUGfpBXr8nuhfFZwRnngwqLTLYIX01b/T2CrzyL4AdvQ2/2DihvtTC0U8Zth7yjphjGcWb9mSINoPlPM8DeDQMaXyoaS4IZ4gTTVDPlFBXqLJ2x56YcRjlHrOI5O79iAIHuO9oNQ73O5zxdrzDJLKoKy4RdDevigWQxaLv3RgQ/fDuZmiVFliSYIUowvprKo4n5Bh3YJ9useeNd+QVnXQjb/ofH28yoL+5VOp6Yn3LfHbLlIf/k6bAd/GtAERmb4yudTy9AR+Mj8TVKQ21JMEOQYHyuynowT88Fz2oz30jx5X8zEtXHW0SMljb3renLT0SE/MpTkXdMZdx3M8F3XkPb3L/HO8SU15cEM4QIRrgGjHWEPgPxkAk+RaqKoiv/YcRyiacI/6W2ebfF0yQ5dRUVecdNQ375KXHJEwTT/mgduHVjXO1SXVkSzBAhmLUXnLJFXnu7OKTH96WlegWmWL5h6PZ/10HEkDFbQl98gnb3rYZNyaAU1YKCqjNgO+IE092HvliO9vl3QORSyqjC+MJRLw3tws1Jzlx28uyqsubW4DIGhI/RkCrW3fZBYfXFQH6BqXELj+j2+++E9l3/OCsRBQi3hS3GGrFbehrZifoiPIOIgCdenYStilkzfRF+oUgc7UZHDrvQUx8jf9LNl2VcJkgCrSupa9hSZBkwNQEmKjFDaa6edqzOvDzVSQRNqJNwlZwhGJ/L+Q2AbRNGIkMaiiDcIm4KCooQy+9JhFIQYRPyK0+DdeJBpkYggk21P3Sv4bNjulhtRvArpXSEYWwnYur2LgTrfodCHTOuK0PAa8+bft4WaWyLxO7LJDl2LHwAoU+WxXyOZxGi37sBgpSiRdUzjUHUiszEeKSEtnCR2x05YI7JzkSmjKay4CKFsT3ZtKMddy8RazsrS04QjP9s59Os47jIMyCWG20kcCcDbdBpJam8Xhf5bHTkESm7ieBUBIiwaIrIcTMYRnXWPSYh76QzU+o0GPr4XbTOucm0pzEVFht3JSJQVOvd1wPBQESYlS3HIr/894ahnRHsKZpRXg8pha5LTBNkXF8Zs+H13eF5GPrPa+JqmlhlbobC9fYtm6+k2pc74pUhLMj91RU3gGgWgEKxVkvdnoEZNsWrRJLrZz3BeGsqp5LOT4R5LWoV4QVDrN07vCD0Eu56ZiNqaxWqrQ0ZrgC1wlq3FqitNdJ4drsH/HzBKSMLOjvKdY1PhsITwWT+YmMAkyPi0Radf5XxIaes6Dpa//EXhFYuN91FwannwHbA4dh402XGc3asIo474tgj7Gk6n3rcFMmI41XRuX+O6w4plh49fxfJ3EQA8TSWIDPeslmUmwrnLHomVppY33lTttMDymUK6FQAmwmFgQdK3Z4z0qh30rvKaoLh2sn5vh/tnxLRdgYywiRXIb/O+KcDI68cyHbVIJzZVY7OjaERHeBpAJ0D8NhUPXtbJx2MglNcvWPLJnm6ta8+Q+sd15pOzyqcFwvP+TOUEjuaL+oTa1pRoBQVg9vawCKwd/duRVFRfM2dhi9S6+3XRM9i0HMXM+tKiOyTqSgi4l/LlTNTITq6TLEeCUFmWsukNwGkEeNnVrgFzNsTlCKCEQpTpGzo9S0yod2qqAcUz1mYPakuw6CR1QTTfHZltaaze9MgmIgW6CG6NBWXYuurp+6rQPMoRsbH5Bd13HYoPPsyKCO2SL7wTRLbH74XgVefNy3fOukQiOwEIjdRy8VnGnFpxEuVuBsysp7m5Ru/CQM6BALQfvgG7Pei8Lwrjdg17Y/VI/C//5jqz3rI0Sg87RxTdeOtFHj5GbQ/6o632aDWJ+D2ZOVVH8yBZDXB+GY434CCAwHSWadLS+cuSqkVltflbCDAmaoJy/tNJfJOOLnrg01yYCvhqNhiOAt6Tasv4uzmVZ4GYkZL7SzjnoQ3tkAX/kAi+LdIVaKoUIpLjMDevLEZ3OwzCEb4RHV4/oXOZ54w1Z86equu3VISQz6IC22RpqXtvpvBHe2m9MiESgxe/hV+2G+S+70BXxgP9niylmDaXZWHdEAXQVeHWwj7Datr/DTVYG6sqbhYY+WWVF4Aq9uMNyLmGz47Ii9RNKIRH3ggAMvW46NG2Be4iOfjjbXng9n8S6rtwCNQIHYVqgWdSx5DxwuLjXxH0Ypl5z1RdGGtUaXt7r8i+PG7pqZFHKkKzrwg5mWv/v3XCP30Q8RwEN1ZENi3AaEvVyD44VumL7RNKZriSgR0UkDdq2T+wl8C7qS4z1SKz1qC8bkq/wnwEapqPWPYnAVxvLkmDqf/bOdprOPBxCXE2VKQS9QIEV0/Gvc3IlRDhDxIoo646Gy745q48h6JGLuF5//FyGMkdgOtt9caO4JIpecxTwQH33jtBXHZrOSf+FvkTfldRPniWb7l8mpjlxTdAT5zw2pEXQFGrhf6rcPdsCDOlZKx1bOWYNbPmFJhIctOjvqGm9OFblfg8GBnuvoz24/Y9RTNumpT9sXwrYw8Qe5bYr7qiJi/4rlc3Wo7WA6cDKVPDODAGy8i8Opz0L79arN9iQh0ZTtgsmGVq/SwJhbpX0Xys9DnnyD4/pubiCHyqMTxMJr7AHvXY+PfrzJyN+VaIUJIgTprWN3C+3JpbFlLMKtmV5XNsy9orq1FKJ0T4qt2doKMW/+MKcJWRaQNEfmUwhWRKzrw4pIuT+QotinW/Q5DQcUfuiLjRQrDqWmbM0KK4491171h3euArr7Fka5vEQZvgU5wix/tj/8TIl9RpGI7/FgU/L4m4u+GY+b9d2RkTJgBLoY2QL/G4V6cQZniBjiiTc2zlmCSM/z4pXhdFd8RKON8nYZd+Q8juFOiBGM79GjkC3IpLgG3t4IKiowdR+jblcDGlq6Ur2O2BhUPMy56RewY4SwpMjYW/K66665IZIP0rYf2/TdAYaFxlyQcMYV1r7ACFulpOx6p65VTqae+sQgmsPRltM+/M+YuLP5ZHbwWzPgOFvXC0jkLPYOnRep6lgQTJ7Zel3MxMab0tlqIU0gKqouXG+vuke1Ioh2RhBtA/u+qoRQUIrDsTXS+uAQFzj8AgU60L34U+pofDI2FEaAIaiUIo/PZhV1HHiIUX36LYb0b+O+TRs5ssVsRz+0ilQl3dhikIGxcbEeeCIRCaH98HkIfv9cPhVhHpMALi9G+4P4UoJd+keJ2TQO7O6BfmS1pYBNBSRJMnKj9PKPiTJtKc/vG7Y1TTNKrC3+kvGOnRj5eRLrkFQRx5T+MJ+eOpxYYKUDEMcp26DGw7nsoAi891StFiXhCN3Y5zV4jraxBPCO3hL7h517+R8IxUhCMJry2H55j1BPpVkRaW0FQrX+7HCLtSM8iyEtE5otU2h+8G4HXX0w6dmkVSGgnYGFHfsHFWwyBHEqSYOJcXSK7QMvqD1r1LuvLjCniklU880YqkZ6pRVaCollXIvDmS8YOpPuORjhcFs68HLpvA9rqbgFEwG/xYrXbRFj23Nd4+hUvS8JpMpwLQb7zD7Bs/6su0vr8481qiYtgy857IPi/5xD85JddjHB2LKy5FJZd9oowBEbLpdOhx2HHkwmTQ0Q6s/4Ng16zEP+tuK5xRSzXgUzQO1k6SIJJAMlM9NyORTCRDO3EUUYEf+p6GeodvsF28FGwHfRriEDgwmhOeG4L+5z8384wyEPsQFqEbU3PmDJEBkkImSK9SOfLz/byZhZP3iJLpe5vQuCFJZvRt4zfGYXn/Cmiq4TYIbVceU4aPKPNLwiRcA3g5wF1vaJy17cUAgKk6QpxE7Hlp5BV/779Z9vKcQsWNJmXnDs1JcEkMJf+syvfZJ0PSKBpUpuIC1SxAxFHGUEEwps5Wml/6B4EXnuhVxUaVoK830w1jh76mlW9m4v0I/sdZsjmZj8C7/wPpFqQV/F7wzZG7GL85528+WikDB8Fyx6TYBm/k7Gr6XzlWaC9jzGqLQ+2g4+EeMLuGTLCdnQFCk6K7Ncn7nva6m9F6OsvgFAwqTgmIkw8xmnFoa1G3Pbkj4m0HyptcppgRFwNWrAgqfEVReoTa1B5msHpzZPac0UKR8Mtxnbdk+wxEcrI0abWqwgwJexI0NkzkgAh74QqhJa9AW3TZW5fYda99oftGKcRqkFv9sO6y55dOw1m+C/4vXHfrWwzHqKeeC0Sr0vBD9+JuNsQtjbipQr6L1bFRRdcHeV41KWRcEUQl8MBkavpq8/6jMMUBEmrRIT19jrPyKQJzFFBOU0w3pqK5aQrn7NOs5PhAOk/p/xYDinCuWZQYnSIewrLr3aH7bBjYNl1n4T8lYQ1rjB+61lEiAVx1yKsbyMVslhg2esA5B05xSATsXsSpWPRgwi88V9j9ySM8oIfvRv3MUY8Zxed8ycjyJbZIgJJBd99zcgyKY5wZmPPmJUfsx7Ro466hgHkiYnZQ05UyG2CmVHxCil0qDC3Z+JPVCh/L3E3PBDvzPlcvx3P3PkgEQvHyrRjJo4jtqPLYd190oBjpoQ+ehet9/UOOCVcDISXdKygTOJupXDG/0FE3RPGc+JFyXiGfvAehN5fGtXPSRm91ebn7r74F519GSx7J37iFHqLS2qxc0p6Tqfwi0ULMCaNqvf0De0X79LK+fpp/1jSiWjzedN20gPaMgBGsNpNHiotpOMTTcWLwVDw31vOe+qTcDp5XeVHEOhIguJi8IgYzi8pGZZwHMw7usLI9wzhYZ2kIgJBdSx+tJc0yx77QvgeCWdCcX8iiKO7KFuMMchNXNyKXU7gpacRXPGRYXcjLoJpmN2w0BX2M8JmRrwuGUXE8R09zojQJ7yZ++6cRBUj5W3NpVH9qEwNW1gMt200fKU6nl0ITdzVpKgwc6uD1AnkXpSOMHkpGkV6xOY0wQgIfTOm3gtFDxNtiHQQd4KxEYQOYvqJwcLW3QFGMRQUgTl/MHYsQm/b5OOQd+JvoQyzJ30liLuM1rpbDBuV7iJ2McrYbbriAYvE9eIiVaR+FfFfxD95BUbc3M7/PQvti+VdRxJFgbrVtrAdfpxBEJrICClCNnS2G5fCglSMf1r8YWPjihAPxZfdFD0Gjq4bNjbC1sZsEZkS2u68Dtr3X5ltkkA9+lGDVq+z+ujI+obUsVkCmmVSk5wnGAG2v9r5FhP2yyTgo+lifHhX3ArFMdyUyuK4InYdIhi3eGomRUHhzMtEeL+I7cXH1zrnZnBT7xQg4vijjt8Z6lbbGAQjFoje4kPos4+iHqFEyE9BNjRySyi2PGg/r4H247ddWQbCFCM8w/TZRjDxiEXE1H33NQReeRaW3ScZmSvJ7og6rm5ZwaUvG35LqS5E5Nd13OEI2m+j+fOFm7csPRAYEgRjkIyr8m0G75sNsy+eeQtnXxMx5snmMQSDxtOxuGTVVvYOh1N03hXGRxmtaN9/bYRgEPYtaS2qirxjYydeC339Odruvn5zojWRMsW63+GwHf6bmKlOgh+9g7Z7bkjbsBjcSkx/ddR7bkxbp1nQ0ZAhGDEXXlfl4wSObIueIRMmnoCHXXuPkYOoXwkFEVr+vmEYF1zxccQo/+r4nVB80bXhPZx7CBUvMO2P1PUjqJRBYctD4SkuWA88IkYwLUbrrVcgFC7+DBHU7SYYOxrLpEOhFA/rp+5gpZlViJ8oqWvM+DWWsvntI3hIEcwmkjlfAdcykJZsAYlOpLhAzSv/fVdkO5Gg/ruvup5l330d7G8Ca1pM0XnHnQRhsh+riB1M5+JH0fnyM7GqDuh3cYwqnHWlqRS34lVIGAYKY77IhQCbDdY990XeYcdCnbCzcXwSr0qtt/wZuhGYKv2FGfNK6z0z0t9z5vU45AhGTMGGc343Tgl1XEegaQCH2SZkxkSRo6zrY2TuetnZ2ByXvQflF6Lg9HNjhqHsYjDNcGoUMXS11avitmWJhpiIV2PZbR/kO081XqpiFUEMrTddGl+K2MIiI9C4Omo0gp8siyv2cCx94v1dvFYqpFxlr1t0fbxtc63+kCSY7knsqK7csQOoZugnKQqNZmbbYL0apWphKWPGoXD6RcYFrJlixID56F10vvy0sRPo+Vxtpn3POkZK2Qm7Iu83Tlh22MUUtKI/kcNI+ybbH2bID9gmOtz/TuVTVrxTkvb6Q5pgeqItjOkIwdPA+q918HgQ7AAVCIBEpseeReQJJZ1COuBXCM0gflNn2ouYd8u0ODFCb3HcKph+kWEgZ7qEQgh98QmCH7xteEMbr03Cg3qTV3VYOYoCsuVDcZQZZv/W/Q+Duu0E012KWDFtc//eKzyE+caZV5MIt9vrPLMzT7P0aSQJJgbW3Rkfe/1lRv8k52svOGWL/PaOTwfVRynKWNQddjai/Yvn4USKvrHFiAEjAlcFnvP03tkQGb5KtokHQdlyq4SN5joWPYTO/yxKRL2MbEOAz+72ZPRdX6qBkwSTRISbXZX/1MFnJlFkUkUJy2CRPVJY5iZaRE6k9rl/7/W6o5SNQOHsa437j4QKMzqeehyBp5+IvkNKSPjAGolg3NDUimBeaIOi0wRotIcqXEaYJjGEIWbkQswdKujA4iHsUiAJZmDrb3Nr7/RpTqjaI7TJLSFJYpMuRvgEiRi6lp32SEw2s5HYXlwIdxfh2V00u9bwpI67hIJodd9i3Puk3WEx5u6VRQLze+zuxvN6VhUpizeusW+vsrJrELiRmbcPl1JYRHSwgC4a5m64M25ccqSBJJgkTGTLmVWHa9bg0wDiuORIQscJihCWwvknnGy4IyRSRPqT4Htv9CIYER5T+BzFU8TzuLhzCX3a27s7HhmprEuET+11nl1j9eFzVVwPpnNBcPSvS/c73A1nxZKRq79LghngzIo7Gl915U9EHPv9dYB9Jbu58CEq+O30yClKInSYDIIRl8atd13fFWohAwsD7SE1eOjIOU/1j04eRt/VZ0zZqdCmPgJg714/E9501HkOysAhpkUlSTADgFnE5/WveX8VmMx74g2gv1Q0Fc6N+SdP7/IJMhmJYkAE09mBzucb0fHsoohWyKkYZ1wyWUChXGN3L+rKgRtH8dc4lzNjl+4mDP641N2Y4Hk0jo4ztKokmAFMTHNNxQKd6aQBiMiYpurW4w2rXyPodgyiSYhgmA2fKRGgyjAYzODCxP9zjN77SKqtTSipX5OrYo0C2lIY3JGuP+qYu3jIBqaSBJPgQm+uLj+LFapjJkuCIjKvmcVqGOSJ9K3CQI5s4Z+04yWY0Kfvo/OlZyD+LWxdMr3ooEPL3A2vJapnc03FFGbFw8zERLeXuhsuSlRWtreTBJPADP502jGjCgoK32ZgmwSaZ3wTwwJ3+x1hO+QYWHbaHSKG7uai612vPn1fkS661jCw23w0EPFzv1qB4DuvIiRM96OE48w0QEIdoa1GPDiwYN6+6orPmGgsgy8pczfWZdoY06WPJJgEkG6qcd6gMC5PoGnWNbHssLORtcA68SBAtRixe9sfq4f2+S/BqkTqk6Lz/2LEgkGLv8vb+7XnDYLJxqIS7zqsrrF3/Is4B7JhxoknkaIeFSwovHooJFiLBI8kmDgXjqjuczl/BpB1r0YJDPWXJkSw7rIXaMzWCInYtz0SoIlodiL8gshZLeKwiJSz2VwY+q9L3YtfGugY3nVNLJzkfi9yJPWBdpAF7SXBxDlJ62dMqbCQ2hDOsKqvKGYGEX2lQX8Imv6jRbXcx0BXOH5ZMhYBZrq2tL7h6oxVMIsUkwQT52R5XRUfEij2syNhPan6aSWj9nmh+zVCWPuSqj0u/A/j7FZWTyMCDFpQ6m44OY1d5mxXkmDimNrHq6psR5cG2yj6LiTIxI1au3ZhuItCn6uiBkx3gjIrt3UcMOR8VWb+tJ30w8e4l6zP+cGmeICSYOIA2D9j2vGsaE9FbMLwWS3KqUVzFkWuI0J31kyZRbp6qySZOMBPZ1Xmjnwoe+bLbAEDRl0STBwQeqsrHiCi0yM0WddZULC72RcDb03FmcTkFqmB4lBBVk0TAlZVOTHWH4o0qZLV3UiCMTl9L02enL/PBMcyJuzctwmBVpaM2XOXeC0/m2oqphCThyCcdmXJLAT4MYe78ZTM0in7tJEEY3LO1p9+4lhLgWUluCtL5ObC8NnH7jUyXnLpbt86c+oJoZD2BBNFjS1iUk1ZLQoCIlecSXcrkWv4h+d8lvEnL1iwKU2lhDYRBCTBmERNxO/tJP6Ee7wAiYBCwWJthxG3DdDq01XxGEC/NamKrJYAAjrzCkVR5oP5CgD985z0kUki7LmKP5bN8TycQHeyySYEJMGYXApraip2yWf6qPsFSTiysYYby+Z5/mxSRMRqfpfzKgZfE8ff14F2OaTaE6gDauiIkjlL3m6uqXyUmU09QRPoHbu7IWsygmbipEqCMTkrLTUVu+hMYgdjYMaMtY56zxjxl86kiIjVvK7yhQRl6kDlyPbhESAgGLTyoSPuaXzr5xknHp9HlgY2ZSZAusJadUn94n9KbBNDQBKMSdyaXJWHKOBXRXWxYHXov0mGObmQ56uuXAXirUyqIqslhAB/Za9r3FE0bampbNDB5WbEMPCDY8xe2yV6x2amj1yuIwnG5Oyur566r4X0t43dC+ApdXsqTTaNWc3vcnYwkBezoqwwMASIL3HUNd4qUtQAnR+ZDXFKoKfs7oYTB9b50GwtCcbkvPvOm7IdBdUvWIeuWqzHDJuz4BWTTaNWW39mxf6qlZbKiUgGmjFkEP3QmZ8/SdgqGUclxfKUuEszU0SOo5W86oqh7rxoBquedeS6NonYateUEYVQPgPR+/Ym64mUpOdLf7XzaSYkFn3bpO6y2i8IhEi/akTdYiOlq9flbADgNPsREPCuolovTtYfl6EwL2axHQpYRB2jcL0fj3GvaazUjKhf9E4yABHJ2vLaOsT9SzzOjxqI1ExL8ZEMPOKVYYSkjLORyBRQUufZvfty3lft/A+AY0wLIrSD6bHOgvzLR60OeZP1hybOYWRN9XjnJ2sGlgpFfWdPvddx36JzkiXbN6O8DoriMiuPdf6flodL1QBVg+gsAg/l+ftC15SLFAvvBuabzGII0MagGpjcM1vAJheQ0+LiKwYzkVez6seL1ynz/Q+tmkN5gcY90zy7qoxuW9AUd8MwDXj26WP9rc2fmTH6Es0JaLG7PSXif6+cdVzJiE7bGwSKmbMnGbpmkgzxggcF0+33eR7q1qupeuo5KvFdDDbjcsE64aayut72S/6aaROg6w8yYT/EkEPAeh3kIVvoBsfdS77JJHwyTRdJMIM0I74Zzjeg4ECT3esWqBcXuxfeJuqLj4FZXwrwL0FwTQrK9mrMeKe03tPP+E14qCus3mYqoBfjP456z7F9seBaWFrXTtulLRiamKfysdCV0SzsnBQw6WgDKe+wFni1IxD4eMuHnhNRDWWJgYAkmEFYIv4a5+2s43wzUfHEBOlMDaX1DZsN8bwu54UEGGQz1IoOvFXm9hwQbtwbZpRfrSpKzFxGzPxtaX3jdkMNu8EYrySYNKPuc5VfClZuAJkLncnEn5bWNfY6CvlqnC+BMTnNqmdGd4z1bUHt0DHzl4SNKO51lb9HUPaJoWyLY9NxMzMGlbtaSIJJ49x2xYDBPLM+Rwxe7nA37tHXHcFXU+kDsz2NqmdMV0QIatD+WFa35NFwSomXOVt7++poITBEWtjVXuuoXRcs2JgxA8tRRSTBpGlim2ZUnKsqdFe3L1O0bsW5n5hvcdQ3/qlvvZYzqw7XrKHngbietn8RQ/wToLRBUbaBpg1aAPJNT8zvqyrPK7YEHvJ35v8d4BlmpkPX9TllcxdHfM3zVVfcRESXRTGia/3Ra91SEowZtAdWRxLMwPCL2bqLEIJzibCDiEcSszC+UNhyacncJxrD1fW7Ku5mpnPM3N/0a094Hpw3c11e87qRbBluCagTAuByIuU4Yt4+pm7JrRBUteA+w+Y9ZSRY+uaMyY7hNvsruomA6grxEyV1jVXR1PHVVDSBqTRcHQa3rvbaJMEkdz7DSpMEkyKQDX8XClxHjEoGRw0mRTAsWjaC6KF11vY/TbjrmYjJm/2uyrcZvG8Can9g91r3j2QY5q+p/JKZx5uXSx3M+nqFSBj+hRj8MzGGM2OCGfIjkA41dLB9zpKl3X16p5cfRqoi8hFFfW6O9JLUU3d/dcXDTPQHSTDmZzQVNSXBJBFVrp2c710zrFKFOguM3XRgWGSAhZ0WBRj8jR6iBnIodaV/X/RdLHV8LqeIdD88Vr2evzNzq4O2GEVud8QkYC01lVM1ZpFSJeaxiYBOTef/84f8/9pu/su+Xh+2q/JJBp8QSz+xmVPA99jdjef1bu8UT80XRmvPwJelbs+EaHVaZlYdrmnB54D+2RvkDibW7CTvd0kwycMS3mqnOAr9sWcgbxKhY4xlpZgJAAANhUlEQVQLBwZB6WRwC5g+UQme9QHvg30/0Fjq+GoqgmAyHyicSRimneCoa3g+hmylyVXxqQL6VSwdAKxr2agePO6RhSv71t20CzHlCMrQl5W6F0/sK8PncnYginc5EX1tr2uIudvyVld8TUThnqPlHYyJSU5GFUkwyUCxjwyurbUALxsk8PLLwLqRI/WqBQtC4v8PJEDVhnN+N86idX7LbMpitUsrxp8d9Z4bzQxzU6YDE8GVKMjgS0vdntv7yhW7uObVpd5Yx8JN7XxfYtXYvh7Kza7KJ/XouyBh1eyIhaXXVfkPAs8OM/b2H+UrkpklMeA6kmAGDGH6BBgxaRR9KdhsFgJeH4S6x0j3ojVmtPy52rmXjSBi3sR2voxAXFxVZfOXBpcD2CFWnwxuduQFxlGfOycjNEZA/SrSi5vRbszew2MFgfK5KqsAfqzvnQ4DvlK3J+wFcCyd5e/xISAJJj68BrV2c3X5WTqUuWYuUQ1FNwVYMqs0u6aMaIHlvzp491htGHRbqbvhon47GEDxVTtfIcIhsWQQkb+kybIVhbFH8bkq1gC0ZXgZ5LeP2XNEbIL57XjmzteJsEVPOcS0zl7fMCqWfvL3gSMgCWbgGKZNgvDmhq7PNNmhzx5wbEfz5/e6hI3V1uuqfJzAUZ+Au2TQIoe7YVo4ed5qp0iNOyvW4tJBP5aO2XPbcEThqymvg664wodRMEcwQjd/TeVrzHxwTz3DWUfHwkX+nhgCsdZAYlJlq6QjYNxt/OhYZDY4FTHuttd7ZsWrSLOr8m86+JJY7YjodXtdQ9hdipFil7QnY+60Ijgdir590088EhbLs+D+mS8Z8DvcnrJYdzBCTrOr4j4dVNOLYHQ8UDrXc0asMcrfB46AJJiBY5gWCVxVVdw8PPg46yai3zHY7vZYiOLPeLDhnJMOUkOh12MOinmpo74xrDe4QQ6qRTwRR7ZnMd6p6U+OuoabI/Xld1Vu4HAe4wyfo97cHUpLTfnZGitzevShMeiiUnfDnTHHKCsMGAFJMAOGMD0C4iIY4p8cdY2jE9HMcMaEEvGj75YZLRC2QTCK5floOxgi7igZ7S+l2pfFk3TY4nc5P2fAyATQsxDjO3u9Z1sz4/PWVE4l5oU96vpULXhotwWxGRmyTuIISIJJHLu0toyLYHRljmNuYpH3/C6n8JfqZfwWdqC6/nfH3MUXh/utZUbFuZpCd0cDiJlfKq1v/HW0Or4a53/AOKZfHaJvHXUNpsItiNS8gZD+ZHfKWCL61F7XMOQCdaV1sfboTBLMYCEfZ78vTZ6cv88EE3cwDFYV3m1YXeOncXZhVPdVO58F4TfR21JQZ+38svrF94Wr53U55xFwVkQZzB0arEcOr3/ijWj9eF3O+QTDcLH3Dkahpfb7GkwF62qqqZiisOLpjlLHjLtK6z3nJ4KNbBM/ApJg4sdsUFowoDTXOB9gxqnRFBAhJe1ujy0RJb3Tp24DVX+RgKhWskxo7wBPGh2GxISePpfzXQL2jqgDUYOj7pcAWpHqRTKUI+B2u9sTzoCunyhBMCpoETMsIoVsMKhPHnG/jKGbyPpIpI0kmERQG6Q2G6rLz7KQMjd6yAf+yuFujGnkFm4IwpDPSvpzDDiiDpH4W0dd+IhwYqe1944OEbe4IJwM4RdlUbCfmR1Wi6vyfI35jj5P1QEF5CpxNzxgZhqMHYxODSLAF4M+cXgtE2UmADPIJaeOJJjk4JgWKYYDXyj4UtTL0wFkIVw/Y0qFqige4d0ddZdEuMNe5wnrkCgCoze3BteHI0EhVSGaNqyuYZEZwDbWTDslxNq/ekX7J/ZaFMvk4jkLRWbGmKXriETiktfKwOxw7g0xhcgKCSMgCSZh6NLfcJ1r6mgL9B8iRmsj6KpO1w+rb7g6Ee18Myv+DI3+Gr0td2ps/XWk+5NNT9QvhN+94EuHz7qr2R1Em6uyqpP539SD8UTyM7vbYzpcRdcOBo+DSLcXFGxPdzy6NhFsZJvEEJAEkxhug9bKV+0MRYrnK8IotBHvE+5uxIzCvurKRSCOmnNbYXqwpL6h38Vrt/yW6sprNOK/hOmPQ0E+MJ77D79r6u911v5F3U9AxlZGucbuXhQzsHd3/15X+REKFA8Yr9nrPTHDSJjBSdYxj4AkGPNYZURNb7WzlQiF4ZQxfHvqGkxZuIZr762uWE5Eu0QaqLhADkDZJpLzpLA29q9xLAbj6J4yjA0I4T57XYNZNwej+UaX88IQ47buExuBOxUtNCkeG5bVZ0zZqcCqLgl0dkzb4sFnTR2rMmKic0QJSTBZNpH+audbXcnB+hcGe0vdjQnlSmqdecLEkGZ9hoGRkSGh+x3uhojPzyKZXHNr8zsM9DLyY+bVjrF7bxPLObFvv/6ayjnMfHb3f2fmF0rrG3uRV6zpY5er0Id114dzzIzVVv4+cAQkwQwcw7RK8FVX3sLEF4ebOJF32V7nSciIrLmmYorOJEIbhN0dAYiZ6mNT/GER8rKneqwHtT+U3R8+C0A08ATBgLmm+8K4DdrIMe4lIqJfXKX5vGk7ldy9MGyak7gEycpxIyAJJm7IBreB4Uioao3hnAAJvNzubtwtEQ2bXBU3KqB+WQyELCN+rsJn9EzXGq6PppoppyisPtLrN8KLjjrPUYno5HNVLgTYSDhHTEvt9eaM6xLpS7ZJDQKSYFKDa0ql+lxOEbt3676dDMQMvslV8agC+l04xRm0uNTdUBFrUN4ZzgtJ+SXjJDEFFIvlmGFzFpgKodlXvjDYA2MiFITsnY6R8YaeiKWv/D31CEiCST3GSe/BW13xABGdnkyC8c6oeIUUOqyvTHF/UlrfONbMIPwu51UMXNtdlxmvltZ7+sk0I0vU8VY7vyXC1jpRXVmcF8Rm+5D1UouAJJjU4psS6eIookJ9UJi/9+xgIDsYr8u5kvqEuSRCCJpaYZ+78GkzA/G7ymsZSpcNjvAZULi8pK5xiZm2fevU1sJy4eqKFToQunNM4261tTBiGsuSXQhIgsmu+er6dkVsmLLQB33zGCWdYIB3S9ye/c0EdhJ69SQY8aQdtPKhI+5JzO/HO718b1ZpekdAvztSHuosnLohp7IkmCyd8r73HWIYAyEYX03FGnDvGLg6ab+PlAM6HGxel/NCwuY7mLagGjxs5Jyn3stSiKXaSUBAEkwSQBwMEcJtwAptBUAl3f0PiGCqnV7QL06ORPRTSaFlV7ptgXBcNFWEL5OFVI/xSE3sDVlwXKI7GFMdykoZj4AkmIyfosgKbkr0Nn2gBMO1sPhXV2zoSVY6uK7M3bjZyM0MTCJdLnPHh0RUxIy1OixTY8V8MSNX1sleBCTBZO/coWX6CbtpqvXD7ti3xPjMXu+JaOofaaiCYJpXO9f1DNOggw4tcze8Fi88vhrnS2BMBvgnja3TJMHEi2Bu1ZcEk+Xz6auuuAlEl4lhMNHXpSZSqvYdcl+CEa9HJTzKHi2XdSTYNpxdWa3q7CZgbYjlDibLl9eA1ZcEM2AIB1+Ar6aiCUylIql7qbuxOF6NBMH4VjubCBi2qe0HDrcnckS6KB0YmR0doY0MfaXNYju9aM4Ceckb74TkUH1JMDkwmetryq+0QLmGmNpK3A12s8/KPYfudzlXb3ZSjCOfdTj4DENAhSYUKnkX2eb8e2kOQCyHkCACkmASBC7TmvmrK98E6SNLimz7xfPy0z0On8u5DJvi6CoBdeeS+Yk7B4qwDb7VjnsKmG7Or2/4ItOwkvqkDwFJMOnDOqU9bTjnd+OgdbiCoeC/t5z31CfxduZzlS8EK1OJSC+pa7AmkrStZ58iTEIidzjx6i3rZzYCkmAye37i1k5Y6Cd2RCq/mqFeDPB6h9tjKudQ3MrJBkMOAUkwQ27Kww94/bkV+1uDyl1gaDIsglwUyUJAEkyykMwBOc3V5WfpUHd21DdckgPDkUPIAAQkwWTAJEgVJAK5ioAkmFydWTkuiUAGICAJJgMmQaogEchVBCTB5OrMynFJBDIAAUkwGTAJUgWJQK4iIAkmV2dWjksikAEISILJgEmQKkgEchUBSTC5OrNyXBKBDEBAEkwGTIJUQSKQqwhIgsnVmZXjkghkAAKSYDJgEqQKEoFcRUASTK7OrByXRCADEJAEkwGTIFWQCOQqApJgcnVm5bgkAhmAgCSYDJgEqYJEIFcRkASTqzMrxyURyAAEJMFkwCRIFSQCuYqAJJhcnVk5LolABiAgCSYDJkGqIBHIVQQkweTqzMpxSQQyAAFJMBkwCVIFiUCuIiAJJldnVo5LIpABCEiCyYBJkCpIBHIVAUkwuTqzclwSgQxAQBJMBkyCVEEikKsISILJ1ZmV45IIZAACkmAyYBKkChKBXEVAEkyuzqwcl0QgAxCQBJMBkyBVkAjkKgKSYHJ1ZuW4JAIZgIAkmAyYBKmCRCBXEZAEk6szK8clEcgABCTBZMAkSBUkArmKgCSYXJ1ZOS6JQAYgIAkmAyZBqiARyFUEJMHk6szKcUkEMgABSTAZMAlSBYlAriIgCSZXZ1aOSyKQAQhIgsmASZAqSARyFQFJMLk6s3JcEoEMQEASTAZMglRBIpCrCEiCydWZleOSCGQAApJgMmASpAoSgVxF4P8BJDBLwZvO5hIAAAAASUVORK5CYII="/>
          <p:cNvSpPr>
            <a:spLocks noChangeAspect="1" noChangeArrowheads="1"/>
          </p:cNvSpPr>
          <p:nvPr/>
        </p:nvSpPr>
        <p:spPr bwMode="auto">
          <a:xfrm>
            <a:off x="1136576" y="5007196"/>
            <a:ext cx="666750" cy="676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" name="AutoShape 6" descr="data:image/png;base64,iVBORw0KGgoAAAANSUhEUgAAARgAAAEcCAYAAAAcH6uaAAAAAXNSR0IArs4c6QAAAp50RVh0bXhmaWxlACUzQ214R3JhcGhNb2RlbCUzRSUzQ3Jvb3QlM0UlM0NteENlbGwlMjBpZCUzRCUyMjAlMjIlMkYlM0UlM0NteENlbGwlMjBpZCUzRCUyMjElMjIlMjBwYXJlbnQlM0QlMjIwJTIyJTJGJTNFJTNDbXhDZWxsJTIwaWQlM0QlMjIyJTIyJTIwdmFsdWUlM0QlMjIlMjIlMjBzdHlsZSUzRCUyMnZlcnRpY2FsTGFiZWxQb3NpdGlvbiUzRGJvdHRvbSUzQnNrZXRjaCUzRDAlM0JodG1sJTNEMSUzQmZpbGxDb2xvciUzRCUyM0YwNjY1MCUzQnN0cm9rZUNvbG9yJTNEJTIzZmZmZmZmJTNCdmVydGljYWxBbGlnbiUzRHRvcCUzQmFsaWduJTNEY2VudGVyJTNCcG9pbnRzJTNEJTVCJTVEJTNCcG9pbnRlckV2ZW50cyUzRDElM0JzaGFwZSUzRG14Z3JhcGguY2lzY29fc2FmZS5jb21wb3NpdGVJY29uJTNCYmdJY29uJTNEdGhyZWF0MSUzQnJlc0ljb24lM0RteGdyYXBoLmNpc2NvX3NhZmUudGhyZWF0LnRocmVhdF9hNiUzQiUyMiUyMHZlcnRleCUzRCUyMjElMjIlMjBwYXJlbnQlM0QlMjIxJTIyJTNFJTNDbXhHZW9tZXRyeSUyMHglM0QlMjItMjAwMCUyMiUyMHklM0QlMjI5NjAlMjIlMjB3aWR0aCUzRCUyMjQ5JTIyJTIwaGVpZ2h0JTNEJTIyNTAlMjIlMjBhcyUzRCUyMmdlb21ldHJ5JTIyJTJGJTNFJTNDJTJGbXhDZWxsJTNFJTNDJTJGcm9vdCUzRSUzQyUyRm14R3JhcGhNb2RlbCUzRV5Rg9QAACAASURBVHhe7V0HeFvV2X6/eyV5xpKdAUkIK4SyV8JeoYyyYssJpqUFCiSWCRAg/IxSoJhRRqFlEywnJYwCJSSWE1YZBcoKK8xAIOxAQkhiSXa8JN37/c+5joOHxpUsyZJ8zvPw0KJzvvOd95z7+oxvEGSRCEgEJAIpQoBSJFeKlQhIBCQCkAQjF4F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0BWI+CvmTbBXrdwZVYPIoeVlwSTw5M7FIbmrXYucRQWzKA7Hl07FMabbWOUBJNtMyb17YWA1+X8UgW/MMzdeA4BuoQnsxCQBJNZ8yG1iQMBBhS/q/J7AHbW9fNL5zbeH0dzWTUNCEiCSQPIsovUIMC1tRbv6g++V4DRAFY53J6tU9OTlJooApJgEkVOtht0BPoQDBNwtd3tuW7QFZMKbEZAEkwGLwaeXVW2trltTLFitbAeDMFi0UPFamsglNfR5l/TuW3ryDZasCCQwUNIqWp9CAYErLa7PWNT2qkUHhcCkmDigis9ldk1ZYSflcdBdETYHhkaEdoAtDDjEyLlgRL3oscy+ZKzqaZiSlld45JkIhiGYKCDLih1N9yZzH6krMQRkASTOHYpb+mrdl7OoNkgHhltohgQf70Z4BaF8Jwe0u5zzHvyxZQrGKMDrqoqbi4NPaYz78bES8vcjb9Lpk59CaZLNv3ocDdslcx+pKzEEZAEkzh2aWkpjkn+1sBFAF0KwGqmUyKEWMeHrGgPlNYtuctMm2TW4dqq4ubV2sU69IsIGEZApwqUF7s9zyW1H0DxVVesIqIxm+Uy0BbUdh4zf8mKZPYlZSWGgCSYxHBLe6ufZ5x4vFWx1BEQz19ncfG50gblmgL3okfSobR3evneiqo8qQNjeiyu7x1uzzap6N/nqvQBbO8pm5kfLK1v/GMq+pMy40NAEkx8eA1qba6dnO9f43gSjCPjUUTsaHQdzzrcngqi1Bmjbag+6SALaS8yOL+Hfkyk/MVet+j6eHQ2W9frcoYIUHsRDNDiCDi2pvnzfWblyHqpQUASTGpwTalU34zyW6GQODbFNX/ilaXE7RmXistg/4xpx7OiLwFY6Tl4AnW0IjRujHvJ+mSDIi7Dfayu64cCA2TRDrTPWbI02X1KefEhENcCjU+0rJ1KBHznnngkBy3PEdDrg47VJzO3QlFOL61rWBSrrtnffTWVR4PxFMD974gIbzrqPAeZlRVPveYZJ1WwGvKwuOXuW5huddQ3XBKPPFk3+QhIgkk+pmmT6KuuuAlElyXQYTtZ9Kn2exc/m0DbXk2WV1UVj3EE1xKhMKws4kscdY23DrSfcO391c6nmHB8WNnMSx31jQemol8p0zwCkmDMY5VxNZmhNJ9d/ijrysninTqeQqCm5iLLhHG3LWiKp13fur5q5/MgHBVOBgP+IGPyqHrPBwPpI6xsl6vQj59/AjAsPLHRD/k6jsyvb/gi2X1LeeYRiHNZmhcsa6YPAb+rci2DR8Xbo868uqy+MWHLV5+rsopZ/zdR+LsgJvqktK5h93j1MlO/ZfoJu2mq9eModYMBTS8fNW/guzQz+sg64RGQBJMDK8M/c8oBrFle73vBamZoBHrK7m440UzdnnW4qsrmLw2KQE8RHQwZ8JS6PZXxyjZT31ddeQuIL45al/FnR73nRjPyZJ3UICAJJjW4pl2qv6ZyDjOfnUDHDGvoaMc98Vn++qZPnQFVrx+MD3yda+poK+kfgTEiWv8EvdbuXnxNApjIJklCQBJMkoAcbDHrZ5841tpq+ZiB0nh10RmflY717UO1L3eYbet3OZcysH+0+opCrpL7GqKTkNkOe9Tzzaj4MxT6a6ymBNxtd3tmxaonf08dApJgUodtTMnGC0yJNrx03qLvYlY2UcHvct7GwIUmqvarwrpycencRX8307bJVXmISvrzzNTToK5XU7GwdOKzSuuSGwRqVVVVWbEjuIwIMS2DFeInSuoaq8yMSdZJDQKSYFKDa0yprTOrJgb14F0WRm2yfHS806duQ4r+AQiOmAr0qUDM35T4bDuZCf9g5v5D2KZYFJo2LIn2NkJls7sXY3iMFxz1nqPjxSKe+sLYj1JgRBiPDplcVxLMIM2O/2zn06zjaCsrBxXVL3onWWp4q8s9REpFAvJ0C6mnFtctfDRWW2+181UiHBKjXiAU5MNG3N/4Vix5Zn8XrhLe1Y6vN0Wwi92M8Zyj3vOb2BUTr7HR5bywCMq/yb1oTeJScrelJJhBmNuWmVWHa6Gg8Cy2tfisw8ctGJgtSs8h+Fy/HQ90fpnIsBhYUur2lMdq66upWAOmLaPVI6A1xJZjhtc/8UYseWZ/97oq/wHos8mk0Q+DFpS6G042Kz+Rel6Xcz4zWsrq5V1POPwkwSSyqgbYxldT+QqYDwOYHe7GuEz9Y3Vt3FGUBlcRIljWRhVATXZ3g4g9EzE6f+v08r2DqvIqgKKoohiBkI0PG3FPcnYwIv8RWF/BfXydoumggG4pcTeIMBcpKz5XxRqAfmrxWo9M5h+KlCmcZsGSYNIM+PrTTxxrybd8BSBPEIw34C/bbv7LSfP6FUGY/D++/yqIDoh3aATSFMLJ0e5NmlwVNRbQnTpgi7GDYY24IhlR7N51TSwcz1t/S8Qj4xlTiPSrRtQtTokXt9CDzzjD4bf5NwD6RpBykqOu4fl49BsKdSXBpHmW/dUVDzPRH7q6ZdahHFbmbngtmWr4XeVXM5TaRGQy8xOl9ZFfXsy+VCXzFak3ZuZGxWAEdZw1KoWpTLwznPNJwR9BCCGkzHTMWzTXnHZDp5YkmDTPta+moglMhq0KgXRd044onbf4f8lUY/25FftbgpRYqAKmHxz1DeMi6eOd4XyBFHPxaJJhByPcEQB+PG58GOutun5M0bzF78fd1kSD2lpYLlzt9AMoZEBnnc8vm9t4j4mmQ6qKJJg0TjdfcMoWvvb2n34BnZksfHwyvJr7DEPxVTs1k3ehfZqS7nA39Arg1LNCVA/mvpJIuWoggaa6wkDwM+gTUMrMlDHwhQPK5FS97mw4u7Ja1dndrYuu83mSYPrPjCQYM6s1SXXChVdIRXhHkfGw2eXsYJMxfHsNj4GOjrYttnzouZ97/nfxRLzuR8dONsITAMabgYRBi0vdDYk8maPlnKknaSFdPJlbzPTVt44CWlCSohcknjw53z+hdCWIN4cvlQQTfpYkwSSyehNoIy5ffas/+JSACb0+XOAHEa82mVHmNhHMBkb8BneGbsQrSEeeTlDBSgGI88mInsd5RLCGDfAUBhMCAgT6l0b6q2D+ttS9+CUz0HlrKs5UQG7mxMjFGIKC0+33eR4y01+8dXyuiusBuqJnO0kwkmDiXUdJrc+zjivxBfJ+JEZxL8HEIXuTrciMBa1ZhbgWFv+Pzh9A2MJsmxTXCzK4XcSgYcZqRcE7pFleYpU//U+T8t3Jm5LHCYz8nfl/J/B0EfUyUZ3E3RbDtqPD/W/xWpfU0mVn1LEMoBJJMLGhTXgSY4uWNXoi8NNpx4zKLyhcHe4+IZ/pV8kMjGTsYKqdqzlzCCbsYhCEozN/quuhB1TYQKpew8Ckga4cBi//4Av/pCNeNu+8abbPZlfl4zq4n3+T3MHIHYzZNZSSelEDJDFesdd7fp3MY1KTq2KNgujWtikZaEYI1S9zuBf/Ldmq+F2V1+vQr+hrSSxCArO85I3wRyTZsyDlhUVA5AsiVVkW7kdiCpQUB7en2578caDwrZt5wkQbW6/TdT62695kaBVxPPqP11LQfexK1uibayqm6EyNXUk0+5WAxvrM4fWL/5ms/nJFzpBbgIM1ca2zyvcOdoYnGKETMf/LXt94aiL6iSPRxpppLo21Cwk0IR5z+kT6y+Q2RPjUXufZNZk6Gl7qqi7Cc4aN/0vAWgqok0vmL5TZJPsALwkmmSsxiqyWmopddKbl4TJsiGY6c0eezgfFYxgmUrS2rdWPCmnabQzaOpGQmWkafnq6YbDGoZOHz31SPKUnpQgfKIb2IhgRjQ/FnU+pu3G3pHSYY0IkwaRpQjec87txaqhDBJaKjDnjP456z7GxVBJWpBesmnYiVO1vxNhBmATHajM0fuevHO7GHZI11o0zp+0RDIU8RLRdVJkm5y1ZemWTHLkw0zRbXU+weSJmSPj8QZv0iBXmsXX61BMCin47EZL2IaUJgtR2Q9AVXa8uSdI9SJehnzYfoOhe48ZfDOUau3tRQr5fqQVl8KVLgknTHBhezqs/+ATAr6J1KY5QShgjMRE5zc/qo6TgKLOGbmkaWkZ0I+5eVvKqfSe532sbqEIi7gyBZ5uRI17+dFWdVjpnocdM/aFWRxJMGmfcW+18UCGcFukeplsVQSC6Sq7hmwJmN9c4b9AYFyQW4yWNAxzUrigILXiOY96TCXs0r6+euq8K/XYCDjJ76BS5pUpJnZQqn6dBhTQJnUuCSQKIZkV4p5cfpqjKK7EIpkse6QR+h4HRBIwbiGWrWf1yoF6AGC+ErPlnD7/3sVVmx7MpSNctBDotbH7tKIIG8vpnVr9sricJJs2z53M5A0jECTHNemZ1d4T1FsYfYgVT59lVZd7WQJVCyp/AvG1CY9ZCRznmxZdTKqF+srSRJJg0T1yziOEK+qMIiCRLChEQABPPdLgb6/r2sto1ZUQ+lP9TgHP6+hTFo5GRiaG+cYdkWmDH03821JUEk+ZZWnvBKVvktbeL7bs1zV0Pze4Y79lJmQL3orXtrsppnaRfoLByAIMjxrwxC5QCOqPE3fCA2fpDsZ4kmEGYdW91xQNEdPogdD1Uu+w04sowVLOXt7GAEo6adnfD8Fj1hvrvkmAGYQWIXYytrW0ZEY0ZhO5llwNFgKCrujJrWP2iewcqKtfbS4IZpBn2VTsvB9H1Q968f5DwT7Rbw2iasdRe33BgojKGUjtJMIM02yK/M7H+YEwz9EHST3YbHgECvCXQdpTpYs2tEEkwMXASnsq+6VPH2YDdWNWDsZ4+zcAuZPpdlXMB/QwMwZAKZjDKzDoUtKjKpOI5Cz/KTP0yTytJMH3mZNXsqrKi1sAlKmgqE7YnQGFmAndBJf6XSMWoAx0K4xMQnizxWm82G/KyKzbvsncJyp6ZtxykRtEQsFksBxfem7xUuEMBbUkwm2bZP2Pa8aSEbtSJdjFeG8zEhBWmLCQM+ykA0Aqm0LzSuiV3RVs4flfl2wzedygsrlwZo7h10UG3l7obLsqVMaVrHEOeYDaFUbgTjONB0dOhxpwUNvY5K8DqxSXK8JfJ7e7leOevmXolWL9OmtjFRDJjKhBEgkhcWur23J4xSmWRIkOaYIRzm0XRnwZjRFLnTBAN0ZetgVD56PlLvvhy1nHFozvzzgox/pH62C0EKijoOs51dghf36QOLR3CyGIB8gqAYAAcECYsg1MY3GoFTU3GvdvgjGDwex2yBCN2E8z61Ykm9jI1dQxxe3M/KbqXdHV2qkNZqqPHwXrIUbDuPtFQT/vuKwSXvYngJ8uMjzXjCxFsh/0Glp33hLrlWOjNPoRWfIzQsjeg/TTgcMWmh298FAotLdFHHtl3F2paiKxoIDAkCcbrci5WgBM3eyizcXmbGjCMe5rUrjbxFz//5OmwHXQkYO3vgaD7vWi94xroP4qAeplZ1O13RMHva6CO276fghwKob3uZgQ/ejflyuvAGmhKddm8RU+lvLMh0EGKl37mIeitrryGwCdsCuD8jaaHniCydOSx4hU3MAHQ5i9UoWCHppGVmMaD9clEJIyrRmba07LtiBOQf9IfQZbI7k3aF8vReue14AzcydCIUSia8X9Qt9sx8oIJBbHxhkugpZgkdfDnpWP23o1qa0OZt3qzT6MhRzAtM6sOJy2Y12nJ/yyemCFiate5po7Op1CFzspVAMZkymVt8VW3Qd0qRrSBUBCtt9citPLTjFuleUeVI7/qzJh6dT69AB2Nj8SsN7AKzLqmTpE7mIGh2N16yBFMcmAD/DXOh3TGKQTjSXvQChUUYtiN9RD/jlqY0fH4P9H53ycHTddIHRe6LoF14kEx9Qq++zra6m+NWW/AFRjrNWv+PvH+ARpwvzkoQBLMACbVP3PKAawpLwOUNwAxA2pKefko/ut9UIbZY8rpeGI+Op8XucMyqxRddB0sv4qd9SOw9GW0339HWpQnoteDhcHfjuhKhqewy5WPOneHuE+T8V/MT4EkGPNYha25sdq5V5Dw/mACWTT7Wlh22j3mDmZj7fnQfvphgCNOfvO831Qif2rs6BXt/7oPgf/9J/kKhJEojOsY+JpZ/4QUZRR0TADBz4wfFPAPUJQW0SykBV9UlaL3He5/f5UWxbKsk8H8LrIMqsjqeqsrFxFx5WANSFyOFlZfDGX4yKgqhD56B20P3A3e2DxYqvbrV3GUoeiym6GURTdF0r77Eq23XJEhl9TcZVIpCrFIWyLeITUGtxPTh4qiLCiuW3SP3Omk/AE1Y9ZxShURzovNLqeXgZKUdhRFuGWHnWH7zVRYd90bUCNfCwXf+C/an5gPbjX+AA9qEce6oouuhTJm64h6iCd2beWnaH+sHtziH1R9zXQuwjmIpBAAt4LwtqpYrxs2Z8ErZtrmYh25g0nSrHpdlfUEnp56q5fIClN+IdRf7QZ17NbgQAB5hx8LZdTofg0Cr72AjoUPgNs2Jmn08YuhEgeKzr0C6rb988cF3n0dvPZH8MYWaD98i9DK5V0HluwsRqaDYGfINeJB4z5nSBVJMEma7g1nV1arzHeA0WWnnwFFvCwVzboK6vid+pPMW6+g46F7B+XIoZQ4UDjzT1C375+DLiguch+6B8K4LpcKgToooOxdMn/hilwaV6yxSIKJhZDJ3/2uyie5y4AvowrlF6Dw7MsM8/u+JfTh22i97+a0+ispxSUonH1NWLudwGvPo/3hOdm8W4kx96QT8Q32Oo+woxoSJasJRsRu2aq1tGOw/UXWn37iWGuB5VtmWDJx1YijU6HrYljE/UyfEvrsQ+N+Q4/L16fvsjF3fKGiYSi+5K9QRo/rp0fni0vQ2fDwoOyo0jlnRAhpuj6rrH7xfensd7D6ymqC8bkqrmfGuNL6xj8OFoCiX5/L2QCGM9U+RwMaY34Bis67EpYJu/QTI+45xM5B++aL3r+pKtRtJ8Aybjso2+wAKiruMugj6gqD012YobduhP7zGmjffwV93U/QVq8CQsHNVcSFbuHsa437ob4l8MISdCx5FNzRPqAhDn5j6gA4SMAGJu7QdTJAElfuTGwjUop01tZayDJvWN2iqHGDBn8sydEg2wnmUQIdWeL2bDlYT4LfnDHZUWpzrEupV3Zy5hrCKK/wgqthCXMnI0im86nHoX37JWiYHdbd9oa6wy7GC494So6n6OvXIvTlZwh9/B70H78FCopQ8HtXWEfGwMvPoGPRg12hJbKsiNciBfCzjhW6Qq9B549Um77efu/iZ7NsKClTN6sJxu9yLmXG/jrjtLK5nodThlIUwSKhPRFOG4y+E+nTIJnz/wLxrN2viJ2I3xs3oUTVQ+x0dA1Q+58ejSfzh+eAtey60CWQrrP+MCnKw466hucTmYeh0iarCcZX7fwchB0HKwnWylnHlYzozPuJkDkvR6YWbl6+8URsxjzflLwEKgVef9F4Lcq252cGfCEou4x0L1qTwLCHXJOsJhi/y/kOA5PErGmEO4bXeS5M5ww21ThvUBiXp7PPZPVFZSNQePp5YV+XktVHJDniGNZ2383QvetT3VXy5YtLWi10yvC5Tz6RfOG5JzG7Caba+RQTjhfTQoAW0kO/S9fEs2vKCD/U9wBENkPN4PVi2f5XyD/FBXXr/gGeUq62phk+RR1P/juj3BZMj5voUUddw+9N1x/CFbObYFwVdzPo3O75I9DP7VrgyC3nPfVJqufUf075sRxSnkl1P6mQr249HgUnnwU1zItSKvoLK5MZoa9WoH3eP6A3Zd1OZoPD7UluHOe0AZ/ejrKaYDZMP3GGqlrqe0FGWMUh5dDSeYtSGh8yWxPYi8BUBWdeEDtAVZrWob5hHTbeegW4STzEZU1hnZXzymRu6pgTltUE01FduWMHsciy1ysei9jJ/JzXMWHCXc+kxG3Yf7bzNNZx/yYTh5ggZ0oFZeSWKLrgaoh/Z1LRfU1ovfUKw34mWwoBb9ndngP66ltbC8vhL0+2TJ7cfyQLlo/UP911gX51LfTBMqtIN75ZTTAvTZ6cv8+Ojle7L3p7gicsJsG42+72zE4GqN7p5YcpVuVPuo7JJPyNsgw5stpQfNU/oGwxNhlwJF2G9tUKIzB5FtnDaKRqh+iaZT8CHwHmnUDKKDDbjfgNYYybxZIRmUEhwjoQNWma/prFynfa5yxZmnRAM0Rgln0m/VFrqik/W2FlTkQ8GesJeKykuOQmuu1B096s66ord7SSfgQznagQDmSGsDYT3vhZWay7TUThrCszV/f2VrTe9zeEVmRP2mci6MwiIgwL2+b4sTUyTpAu8i8R83KLqj5RVKDeT7ctaIpfWGa2SACVzBoIV1UV+0uDqzdlCQivnJhIBe3EWMXE70PHtyqUzqDCm8PwM+sBYioj0HYKMJ6JxgBcnG3HoEizQ8LJ8PTzQKPHQi0dGTa9yWDMrIjxIi55A2+9gsCrzwGDmGhtMMbfs08RxgqAn4jvCUK9JxdsbbKeYMQEbahxXmdhXGnO5W6wl9Eg9i/+zg4fCeuOu8OyxyQjXILwLRLHJ+FflJYizg6dHdB8G6Ct+BjBd1413Apk6YGAOESB1oH5htK52Z2yNk2rKrXLR1ysXbDa+Q0BW6W2p+ySLrynleGjEPzwHbA/zK5btUDYw1j22g+WX+1uXP4KVwKjJItwui8jxLP05x8j+PF7CH36AXQRGzhCEKl856mGEV7w9RfBPRwmswv95GhLTEtLOoor6KGHfk6OxPRKyQmCEZCtPf3YPfLy85flypFmoMtARIwr/svtXdkGQkGIcAiBN17q+rAjFVseVOHcWDYC6jY7GIGqRJxfQ4bY5Zgo4pJW5JPWPv/YiEbH639G6MfvoK9ZFd0tQLUg79BjYD30aKhjtwG3taL1tquhrfraRK+5XoU26jrPHCx/u4GgmzMEI0DwucovBSs3Ze9V7C9TSfbSrjzN43cCqRaEVn+H4NJX+odUiDD7BafOhO3QY3r9Kj5+7cvPEHjnNYgA4BHj8oqYvuI4JTJFWqwgq9XwsI4awpl1cDDY9Qokdh0d7WBN63J0jFDEbkkc06x77w/LbhOhlPVOminuZdr/eXv09U1kZIS07rW/8W+y2RD471PGnU4uFQJpOvMjpfWe2OkXMmjgOUUwm0kGyl+zIXxC5HVARoAo694HAIqyuZpIBq+vW4PQR+8aRw199fdhdwUibkvJjfVA93GnT0cifSw3rYe2ZhVCy9+Hvna1cSTh9WvBup6y5SnuesQdkLrlVkYsXnWHnaGO2caIMxOu6L4NaJtzkxFCom8RxznhrGnZc39Ytt8R4hJ7c9E0tN51HUQwrWwqPT/GvveJxolVXAIzXrfXew7NlnHlHMEI4IUZP0LKwwwMz5aJ6KknOcow7Np7frkPCTMIvWkdQis+RuiDtxD6egW4RWQJ6FqWecc4kT8tjhhcgU6Evv8a+s+ru4JFff050NkJvdPIM9ZFOp3t4PZ2cEdb5B1JYRHIlg8RplN8CWIHJHYp4rgmdipK6XAjml3MNLc9euiZC8nY8YzfCdY994Nlx92gjOkfGa+7aXDZm2ir+1vmTL8ARIEGRicxNhLxWp1J3KvoTPQ9MX9tIbSHiC3M0BSiMtJpax1sWEUSYVsGxjLwUzu0A8a4l2SFf0VOEoyYEK6ttfhWfzAXwGkkHqmzqCgjt0Bx7V1Rk9n3HI4gheDb/+s6FoSCKLrwmrDZBOKGQNeM4NukhYynZO2nH41djziC9DpeqSpEfmnx8atlI0Eik4E4YlmtAA0M+uD7S9E+7zZYD5hs/BM2jk2YgRnxhu+9Me4hJ7sBQdyf6MusKpZ0tGuPDrXMAjlLMN0LZXlVVfFoe+ffSKEziClrLHALz/0zrHvsG996jxLcKT5BkWtzexva629FcPn7myuJ1CjFf741dn7sZClhQk7n00+go/FfJmomv4rIIMCEZ/J1/Cm/vqFPHNLk95fJEnOeYLrB56oqm79UGacgcKNGmEjM22T6i5M46uQdX5VRH67AUxw9xBGkuwj3A8PHKUZmyXR8CHqLH6E3X0K7CHAoLpnTWAjw6qD5joD9Wpo/35fGrjO2qyFDMD1ngC84ZYuNgdBOmhbYSVWVMSENY8BMuoKtVaZRBH1zfEeGInyavmYSmUFpKiXLPsTMkiCC4hhuXGZaDz7SeL4VkfkHu7S5b0HwvTd6EYzYcalbjBk01cSTuDhOBd96BSImcJoj5ekMnL5NPgAAIABJREFUPOQoKLiM7nh07aCBkIEdD0mCSWQe2OUq9NO6tWDDfSDtRby0KGO3NbI1qtvvCMVeFjVFbMoUZO7awbz/i3+e2MEUX3QtxOV0OovITBla+WnXRfeKjyEuvgejEPCF3e3pn0VuMJTJsD4lwZicEO//Td2GWngl8Iv/ksmmSa8m8hzZ9j8MlokHd116RslFnezOxUfcNvcfEN7Pm49IpSO6ckyHSVOb7P6FPOMY9MHbCL7xIkLixWvwyxcOSTBhZ0ESTBhYRDL7nv9ZxO4Qr1LNaz7YyNw79sxgr22yl8F20BHIO/w4UGmKXuU72qCtXWNY1RpHkTf+2zusAhFskw6ButPuRt4lEi9JJi1/48FPJIfreHoBQsvezKgEbTrjs7J6T/+EU/EMLkfrDmmC2Tjz2D1CWsEsZp4EsF0hGs6EQsNioUchw4SVhFt+xi4D4XdkeEsn6Ziir1uL4CfvIvT2qwit+lrEJOhKLxItCb24nxKGgYpivIBZ9jkQtokHJ8evSdPQfLkrvE/VIM+KJJjIEzCkCGb9uRX720JUoQOnks4jmcgqPgmOagM/yKvXZPfC+KzgjPNBhUUmW4Svpq3+HsFXnkXwg7ehN3sHlLdaGNop47ZD3lFTDOM4s/5MkQbQ/KcZYO+GAY0vFY0lwQxxgmmqmXKKCnWWzthzUw6jnCNW8ZydXzGAQPcd7YahXudznq5XmGQWVYVlwq6GdfFAshi03Xsjgh++nUzNkiJLEswQJRhfTeXRxHyDDuyTbda88a78grMuhG3/w+NtZtQX9yodT8xPue8O2fKQf/J02A7+NaCIjM3xlc6nF6Cj8ZH4GqWhtiSYIUgwPldlPZin54JntZlvpPjyvxmJ6uMtIkZLm/vW9OUnIkJ+5anIO6Yy7ruZ4DuvoW3u3+MdYsrrS4IZQgQjXAPGOkKfgXjIBJ8iVUXRlf8wYrnEU4T/Utu82+Jpkpy6ioq846Yhv/yUuOQJgml/tA7cujGudqmuLAlmiBDM2gtO2SKvvV0c0uP70lK9AlMs3zB0+7/rIGLImC2hLz5Bu/tWw6ZkUIpqQUHVGbAdcYLp7kNfLEf7/DsgcillVGF84aiXhnbh5iRnLjt5dlVZc2twGQPCx2hIFetu+6Cw+mIgv8DUuIVHdPv9d0L7rn+clYgChNvCFmON2C09jexEfRGeQUTAE69OwlbFrJm+CL9QJI52oyOHXeipj5E/6ebLMi4TJIHWldQ1bCmyDJiaABOVmKE0V087VmdenuokgibUSbhKzhCMz+X8BsC2CSORIQ1FEG4RNwUFRYjl9yRCKYiwCfmVp8E68SBTIxDBptofutfw2TFdrDYj+JVSOsIwthMxdXsXgnW/Q6GOGdeVIeC1500/b4s0tkVi92WSHDsWPoDQJ8tiPsezCNHv3QBBStGi6pnGIGpFZmI8UkJbuMjtjhwwx2RnIlNGU1lwkcLYnmza0Y67l4i1nZUlJwjGf7bzadZxXOQZEMuNNhK4k4E26LSSVF6vi3w2OvKIlN1EcCoCRFg0ReS4GQyjOusek5B30pkpdRoMffwuWufcZNrTmAqLjbsSESiq9e7rgWAgIszKlmORX/57w9DOCPYUzSivh5RC1yWmCTKur4zZ8Pru8DwM/ec1cTVNrDI3Q+F6+5bNV1Ltyx3xyhAW5P7qihtANAtAoVirpW7PwAyb4lUiyfWznmC8NZVTSecnwrwWtYrwgiHW7h1eEHoJdz2zEbW1CtXWhgxXgFphrVsL1NYaaTy73QN+vuCUkQWdHeW6xidD4YlgMn+xMYDJEfFoi86/yviQU1Z0Ha3/+AtCK5eb7qLg1HNgO+BwbLzpMuM5O1YRxx1x7BH2NJ1PPW6KZMTxqujcP8d1hxRLj56/i2RuIoB4GkuQGW/ZLMpNhXMWPRMrTazvvCnb6QHlMgV0KoDNhMLAA6Vuzxlp1DvpXWU1wXDt5Hzfj/ZPiWg7AxlhkquQX2f804GRVw5ku2oQzuwqR+fG0IgO8DSAzgF4bKqeva2TDkbBKa7esWWTPN3aV5+h9Y5rTadnFc6Lhef8GUqJHc0X9Yk1rShQiorBbW1gEdi7e7eiqCi+5k7DF6n19muiZzHouYuZdSVE9slUFBHxr+XKmakQHV2mWI+EIDOtZdKbANKI8TMr3ALm7QlKEcEIhSlSNvT6FpnQblXUA4rnLMyeVJdh0Mhqgmk+u7Ja09m9aRBMRAv0EF2aikux9dVT91WgeRQj42PyizpuOxSefRmUEVskX/gmie0P34vAq8+blm+ddAhEdgKRm6jl4jONuDTipUrcDRlZT/Pyjd+EAR0CAWg/fAP2e1F43pVG7Jr2x+oR+N9/TPVnPeRoFJ52jqm68VYKvPwM2h91x9tsUOsTcHuy8qoP5kCymmB8M5xvQMGBAOms06Wlcxel1ArL63I2EOBM1YTl/aYSeSec3PXBJjmwlXBUbDGcBb2m1RdxdvMqTwMxo6V2lnFPwhtboAt/IBH8W6QqUVQoxSVGYG/e2Axu9hkEI3yiOjz/QuczT5jqTx29VdduKYkhH8SFtkjT0nbfzeCOdlN6ZEIlBi//Cj/sN8n93oAvjAd7PFlLMO2uykM6oIugq8MthP2G1TV+mmowN9ZUXKyxcksqL4DVbcYbEfMNnx2Rlyga0YgPPBCAZevxUSPsC1zE8/HG2vPBbP4l1XbgESgQuwrVgs4lj6HjhcVGvqNoxbLznii6sNao0nb3XxH8+F1T0yKOVAVnXhDzslf//muEfvohYjiI7iwI7NuA0JcrEPzwLdMX2qYUTXElAjopoO5VMn/hLwF3UtxnKsVnLcH4XJX/BPgIVbWeMWzOgjjeXBOH03+28zTW8WDiEuJsKcglaoSIrh+N+xsRqiFCHiRRR1x0tt1xTVx5j0SM3cLz/2LkMRK7gdbba40dQaTS85gngoNvvPaCuGxW8k/8LfKm/C6ifPEs33J5tbFLiu4An7lhNaKuACPXC/3W4W5YEOdKydjqWUsw62dMqbCQZSdHfcPN6UK3K3B4sDNd/ZntR+x6imZdtSn7YvhWRp4g9y0xX3VEzF/xXK5utR0sB06G0icGcOCNFxF49Tlo33612b5EBLqyHTDZsMpVelgTi/SvIvlZ6PNPEHz/zU3EEHlU4ngYzX2Aveux8e9XGbmbcq0QIaRAnTWsbuF9uTS2rCWYVbOryubZFzTX1iKUzgnxVTs7Qcatf8YUYasi0oaIfErhisgVHXhxSZcnchTbFOt+h6Gg4g9dkfEiheHUtM0ZIcXxx7rr3rDudUBX3+JI17cIg7dAJ7jFj/bH/wmRryhSsR1+LAp+XxPxd8Mx8/47MjImzAAXQxugX+NwL86gTHEDHNGm5llLMMkZfvxSvK6K7wiUcb5Ow678hxHcKVGCsR16NPIFuRSXgNtbQQVFxo4j9O1KYGNLV8rXMVuDiocZF70idoxwlhQZGwt+V911VySyQfrWQ/v+G6Cw0LhLEo6YwrpXWAGL9LQdj9T1yqnUU99YBBNY+jLa598ZcxcW/6wOXgtmfAeLemHpnIWewdMidT1LgokTW6/LuZgYU3pbLcQpJAXVxcuNdffIdiTRjkjCDSD/d9VQCgoRWPYmOl9cggLnH4BAJ9oXPwp9zQ+GxsIIUAS1EoTR+ezCriMPEYovv8Ww3g3890kjZ7bYrYjndpHKhDs7DFIQNi62I08EQiG0Pz4PoY/f64dCrCNS4IXFaF9wfwrQS79Icbumgd0d0K/MljSwiaAkCSZO1H6eUXGmTaW5feP2xikm6dWFP1LesVMjHy8iXfIKgrjyH8aTc8dTC4wUIOIYZTv0GFj3PRSBl57qlaJEPKEbu5xmr5FW1iCekVtC3/BzL/8j4RgpCEYTXtsPzzHqiXQrIq2tIKjWv10OkXakZxHkJSLzRSrtD96NwOsvJh27tAoktBOwsCO/4OIthkAOJUkwca4ukV2gZfUHrXqX9WXGFHHJKp55I5VIz9QiK0HRrCsRePMlYwfSfUcjHC4LZ14O3bcBbXW3ACLgt3ix2m0iLHvuazz9ipcl4TQZzoUg3/kHWLb/VRdpff7xZrXERbBl5z0Q/N9zCH7yyy5GODsW1lwKyy57RRgCo+XS6dDjsOPJhMkhIp1Z/4ZBr1mI/1Zc17gilutAJuidLB0kwSSAZCZ6bscimEiGduIoI4I/db0M9Q7fYDv4KNgO+jVEIHBhNCc8t4V9Tv5vZxjkIXYgLcK2pmdMGSKDJIRMkV6k8+Vne3kziydvkaVS9zch8MKSzehbxu+MwnP+FNFVQuyQWq48Jw2e0eYXhEi4BvDzgLpeUbnrWwoBAdJ0hbiJ2PJTyKp/3/6zbeW4BQuazEvOnZqSYBKYS//ZlW+yzgck0DSpTcQFqtiBiKOMIALhzRyttD90DwKvvdCrCg0rQd5vphpHD33Nqt7NRfqR/Q4zZHOzH4F3/gdSLcir+L1hGyN2Mf7zTt58NFKGj4Jlj0mwjN/J2NV0vvIs0N7HGNWWB9vBR0I8YfcMGWE7ugIFJ0X26xP3PW31tyL09RdAKJhUHBMRJh7jtOLQViNue/LHRNoPlTY5TTAirgYtWJDU+Ioi9Yk1qDzN4PTmSe25IoWj4RZju+5J9pgIZeRoU+tVBJgSdiTo7BlJgJB3QhVCy96Atukyt68w6177w3aM0wjVoDf7Yd1lz66dBjP8F/zeuO9WthkPUU+8FonXpeCH70TcbQhbG/FSBf0Xq+KiC66Ocjzq0ki4IojL4YDI1fTVZ33GYQqCpFUiwnp7nWdk0gTmqKCcJhhvTcVy0pXPWafZyXCA9J9TfiyHFOFcMygxOsQ9heVXu8N22DGw7LpPQv5KwhpXGL/1LCLEgrhrEda3kQpZLLDsdQDyjpxikInYPYnSsehBBN74r7F7EkZ5wY/ejfsYI56zi875kxFky2wRgaSC775mZJkURzizsWfMyo9Zj+hRR13DAPLExOwhJyrkNsHMqHiFFDpUmNsz8ScqlL+XuBseiHfmfK7fjmfufJCIhWNl2jETxxHb0eWw7j5pwDFTQh+9i9b7egecEi4Gwks6VlAmcbdSOOP/IKLuCeM58aJkPEM/eA9C7y+N6uekjN5q83N3X/yLzr4Mlr0TP3EKvcUltdg5JT2nU/jFogUYk0bVe/qG9ot3aeV8/bR/LOlEtPm8aTvpAW0ZACNY7SYPlRbS8Ymm4sVgKPjvLec99Uk4nbyu8iMIdCRBcTF4RAznl5QMSzgO5h1dYeR7hvCwTlIRgaA6Fj/aS5plj30hfI+EM6G4PxHE0V2ULcYY5CYubsUuJ/DS0wiu+MiwuxEXwTTMbljoCvsZYTMjXpeMIuL4jh5nROgT3sx9d06iipHytubSqH5UpoYtLIbbNhq+Uh3PLoQm7mpSVJi51UHqBHIvSkeYvBSNIj1ic5pgBIS+GVPvhaKHiTZEOog7wdgIQgcx/cRgYevuAKMYCorAnD8YOxaht23yccg78bdQhtmTvhLEXUZr3S2GjUp3EbsYZew2XfGAReJ6cZEqUr+K+C/in7wCI25u5/+ehfbF8q4jiaJA3Wpb2A4/ziAITWSEFCEbOtuNS2FBKsY/Lf6wsXFFiIfiy26KHgNH1w0bG2FrY7aITAltd14H7fuvzDZJoB79qEGr11l9dGR9Q+rYLAHNMqlJzhOMANtf7XyLCftlEvDRdDE+vCtuheIYbkplcVwRuw4RjFs8NZOioHDmZSK8X8T24uNrnXMzuKl3ChBx/FHH7wx1q20MghELRG/xIfTZR1GPUCLkpyAbGrklFFsetJ/XQPvx264sA2GKEZ5h+mwjmHjEImLqvvsaAq88C8vuk4zMlWR3RB1Xt6zg0pcNv6VUFyLy6zrucATtt9H8+cLNW5YeCAwJgjFIxlX5NoP3zYbZF8+8hbOviRjzZPMYgkHj6Vhcsmore4fDKTrvCuOjjFa07782QjAI+5a0FlVF3rGxE6+Fvv4cbXdfvznRmkiZYt3vcNgO/03MVCfBj95B2z03pG1YDG4lpr866j03pq3TLOhoyBCMmAuvq/JxAke2Rc+QCRNPwMOuvcfIQdSvhIIILX/fMIwLrvg4YpR/dfxOKL7o2vAezj2EiheY9kfq+hFUyqCw5aHwFBesBx4RI5gWo/XWKxAKF3+GCOp2E4wdjWXSoVCKh/VTd7DSzCrET5TUNWb8GkvZ/PYRPKQIZhPJnK+AaxlIS7aARCdSXKDmlf++K7KdSFD/3Vddz7Lvvg72N4E1LabovONOgjDZj1XEDqZz8aPofPmZWFUH9Ls4RhXOutJUilvxKiQMA4UxX+RCgM0G6577Iu+wY6FO2Nk4PolXpdZb/gzdCEyV/sKMeaX1nhnp7znzehxyBCOmYMM5vxunhDquI9A0gMNsEzJjoshR1vUxMne97Gxsjsveg/ILUXD6uTHDUHYxmGY4NYoYutrqVXHbskRDTMSrsey2D/KdpxovVbGKIIbWmy6NL0VsYZERaFwdNRrBT5bFFXs4lj7x/i5eKxVSrrLXLbo+3ra5Vn9IEkz3JHZUV+7YAVQz9JMUhUYzs22wXo1StbCUMeNQOP0i4wLWTDFiwHz0LjpfftrYCfR8rjbTvmcdI6XshF2R9xsnLDvsYgpa0Z/IYaR9k+0PM+QHbBMd7n+n8ikr3ilJe/0hTTA90RbGdITgaWD91zp4PAh2gAoEQCLTY88i8oSSTiEd8CuEZhC/qTPtRcy7ZVqcGKG3OG4VTL/IMJAzXUIhhL74BMEP3ja8oY3XJuFBvcmrOqwcRQHZ8qE4ygyzf+v+h0HddoLpLkWsmLa5f+8VHsJ848yrSYTb7XWe2ZmnWfo0kgQTA+vujI+9/jKjf5LztRecskV+e8eng+qjFGUs6g47G9H+xfNwIkXf2GLEgBGBqwLPeXrvbIgMXyXbxIOgbLlVwkZzHYseQud/FiWiXka2IcBnd3sy+q4v1cBJgkkiws2uyn/q4DOTKDKpooRlsMgeKSxzEy0iJ1L73L/3et1RykagcPa1xv1HQoUZHU89jsDTT0TfISUkfGCNRDBuaGpFMC+0QdFpAjTaQxUuI0yTGMIQM3Ih5g4VdGDxEHYpkAQzsPW3ubV3+jQnVO0R2uSWkCSxSRcjfIJEDF3LTnskJpvZSGwvLoS7i/DsLppda3hSx11CQbS6bzHufdLusBhz98oigfk9dnfjeT2ripTFG9fYt1dZ2TUI3MjM24dLKSwiOlhAFw1zN9wZNy450kASTBImsuXMqsM1a/BpAHFcciSh4wRFCEvh/BNONtwREiki/UnwvTd6EYwIjyl8juIp4nlc3LmEPu3t3R2PjFTWJcKn9jrPrrH68LkqrgfTuSA4+tel+x3uhrNiycjV3yXBDHBmxR2Nr7ryJyKO/f46wL6S3Vz4EBX8dnrkFCUROkwGwYhL49a7ru8KtZCBhYH2kBo8dOScp/pHJw+j7+ozpuxUaFMfAbB3r58JbzrqPAdl4BDTopIkmAHALOLz+te8vwpM5j3xBtBfKpoK58b8k6d3+QSZjEQxIILp7EDn843oeHZRRCvkVIwzLpksoFCusbsXdeXAjaP4a5zLmbFLdxMGf1zqbkzwPBpHxxlaVRLMACamuaZigc500gBEZExTdevxhtWvEXQ7BtEkRDDMhs+UCFBlGAxmcGHi/zlG730k1dYmlNSvyVWxRgFtKQzuSNcfdcxdPGQDU0mCSXChN1eXn8UK1TGTJUERmdfMYjUM8kT6VmEgR7bwT9rxEkzo0/fR+dIzEP8Wti6ZXnTQoWXuhtcS1bO5pmIKs+JhZmKi20vdDRclKivb20mCSWAGfzrtmFEFBYVvM7BNAs0zvolhgbv9jrAdcgwsO+0OEUN3c9H1rlefvq9IF11rGNhtPhqI+LlfrUDwnVcREqb7UcJxZhogoY7QViMeHFgwb191xWdMNJbBl5S5G+sybYzp0kcSTAJIN9U4b1AYlyfQNOuaWHbY2chaYJ14EKBajNi97Y/VQ/v8l2BVIvVJ0fl/MWLBoMXf5e392vMGwWRjUYl3HVbX2Dv+RZwD2TDjxJNIUY8KFhRePRQSrEWCRxJMnAtHVPe5nD8DyLpXowSG+ksTIlh32Qs0ZmuEROzbHgnQRDQ7EX5B5KwWcVhEytlsLgz916XuxS8NdAzvuiYWTnK/FzmS+kA7yIL2kmDinKT1M6ZUWEhtCGdY1VcUM4OIvtKgPwRN/9GiWu5joCscvywZiwAzXVta33B1xiqYRYpJgolzsryuig8JFPvZkbCeVP20klH7vND9GiGsfUnVHhf+h3F2K6unEQEGLSh1N5ycxi5ztitJMHFM7eNVVbajS4NtFH0XEmTiRq1duzDcRaHPVVEDpjtBmZXbOg4Ycr4qM3/aTvrhY9xL1uf8YFM8QEkwcQDsnzHteFa0pyI2YfisFuXUojmLItcRoTtrpswiXb1Vkkwc4KezKnNHPpQ982W2gAGjLgkmDgi91RUPENHpEZqs6ywo2N3si4G3puJMYnKL1EBxqCCrpgkBq6qcGOsPRZpUyepuJMGYnL6XJk/O32eCYxkTdu7bhEArS8bsuUu8lp9NNRVTiMlDEE67smQWAvyYw914SmbplH3aSIIxOWfrTz9xrKXAshLclSVyc2H47GP3GhkvuXS3b5059YRQSHuCiaLGFjGppqwWBQGRK86ku5XINfzDcz7L+JMXLNiUplJCmwgCkmBMoibi93YSf8I9XoBEQKFgsbbDiNsGaPXpqngMoN+aVEVWSwABnXmFoijzwXwFgP55TvrIJBH2XMUfy+Z4Hk6gO9lkEwKSYEwuhTU1FbvkM33U/YIkHNlYw41l8zx/NikiYjW/y3kVg6+J4+/rQLscUu0J1AE1dETJnCVvN9dUPsrMpp6gCfSO3d2QNRlBM3FSJcGYnJWWmopddCaxgzEwY8ZaR71njPhLZ1JExGpeV/lCgjJ1oHJk+/AIEBAMWvnQEfc0vvXzjBOPzyNLA5syEyBdYa26pH7xPyW2iSEgCcYkbk2uykMU8KuiuliwOvTfJMOcXMjzVVeuAvFWJlWR1RJCgL+y1zXuKJq21FQ26OByM2IY+MExZq/tEr1jM9NHLteRBGNydtdXT93XQvrbxu4F8JS6PZUmm8as5nc5OxjIi1lRVhgYAsSXOOoabxUpaoDOj8yGOCXQU3Z3w4kD63xotpYEY3LefedN2Y6C6hesQ1ct1mOGzVnwismmUautP7Nif9VKS+VEJAPNGDKIfujMz58kbJWMo5JieUrcpZkpIsfRSl51xVB3XjSDVc86cl2bRGy1a8qIQiifgeh9e5P1RErS86W/2vk0ExKLvm1Sd1ntFwRCpF81om6xkdLV63I2AHCa/QgIeFdRrRcn64/LUJgXs9gOBSyijlG43o/HuNc0VmpG1C96JxmAiGRteW0d4v4lHudHDURqpqX4SAYe8cowQlLG2UhkCiip8+zefTnvq3b+B8AxpgUR2sH0WGdB/uWjVoe8yfpDE+cwsqZ6vPOTNQNLhaK+s6fe67hv0TnJku2bUV4HRXGZlcc6/0/Lw6VqgKpBdBaBh/L8faFrykWKhXcD801mMQRoY1ANTO6ZLWCTC8hpcfEVg5nIq1n148XrlPn+h1bNobxA455pnl1VRrctaIq7YZgGPPv0sf7W5s/MGH2J5gS02N2eEvG/V846rmREp+0NAsXM2ZMMXTNJhnjBg4Lp9vs8D3Xr1VQ99RyV+C4Gm3G5YJ1wU1ldb/slf820CdD1B5mwH2LIIWC9DvKQLXSD4+4l32QSPpmmiySYQZoR3wznG1BwoMnudQvUi4vdC28T9cXHwKwvBfiXILgmBWV7NWa8U1rv6Wf8JjzUFVZvMxXQi/EfR73n2L5YcC0srWun7dIWDE3MU/lY6MpoFnZOCph0tIGUd1gLvNoRCHy85UPPiaiGssRAQBLMICwRf43zdtZxvpmoeGKCdKaG0vqGzYZ4XpfzQgIMshlqRQfeKnN7Dgg37g0zyq9WFSVmLiNm/ra0vnG7oYbdYIxXEkyaUfe5yi8FKzeAzIXOZOJPS+saex2FfDXOl8CYnGbVM6M7xvq2oHbomPlLwkYU97rK3yMo+8RQtsWx6biZGYPKXS0kwaRxbrtiwGCeWZ8jBi93uBv36OuO4Kup9IHZnkbVM6YrIgQ1aH8sq1vyaDilxMucrb19dbQQGCIt7GqvddSuCxZszJiB5agikmDSNLFNMyrOVRW6q9uXKVq34txPzLc46hv/1Ldey5lVh2vW0PNAXE/bv4gh/glQ2qAo20DTBi0A+aYn5vdVlecVWwIP+Tvz/w7wDDPToev6nLK5iyO+5vmqK24iosuiGNG1/ui1bikJxgzaA6sjCWZg+MVs3UUIwblE2EHEI4lZGF8obLm0ZO4TjeHq+l0VdzPTOWbub/q1JzwPzpu5Lq953Ui2DLcE1AkBcDmRchwxbx9Tt+RWCKpacJ9h854yEix9c8Zkx3Cb/RXdREB1hfiJkrrGqmjq+GoqmsBUGq4Og1tXe22SYJI7n2GlSYJJEciGvwsFriNGJYOjBpMiGBYtG0H00Dpr+58m3PVMxOTNflfl2wzeNwG1P7B7rftHMgzz11R+yczjzculDmZ9vUIkDP9CDP6ZGMOZMcEM+RFIhxo62D5nydLuPr3Tyw8jVRH5iKI+N0d6Seqpu7+64mEm+oMkGPMzmoqakmCSiCrXTs73rhlWqUKdBcZuOjAsMsDCTosCDP5GD1EDOZS60r8v+i6WOj6XU0S6Hx6rXs/fmbnVQVuMIrc7YhKwlprKqRqzSKkS89hEQKem8//5Q/5/bTf/ZV+vD9tV+SSDT4iln9jMKeB77O7G83q3d4qn5gujtWfgy1K3Z0K0Oi0zqw7XtOBzQP/sDXIHE2t2kve7JJjkYQlvtVMchf7YM5A3idAxxoUKX7olAAANg0lEQVQDg6B0MrgFTJ+oBM/6gPfBvh9oLHV8NRVBMJkPFM4kDNNOcNQ1PB9DttLkqvhUAf0qlg4A1rVsVA8e98jClX3rbtqFmHIEZejLSt2LJ/aV4XM5OxDFu5yIvrbXNcTcbXmrK74monDP0fIOxsQkJ6OKJJhkoNhHBtfWWoCXDRJ4+WVg3ciRetWCBSHx/wcSoGrDOb8bZ9E6v2U2ZbHapRXjz456z41mhrkp04GJ4EoUZPClpW7P7X3lil1c8+pSb6xj4aZ2vi+xamxfD+VmV+WTevRdkLBqdsTC0uuq/AeBZ4cZe/uP8hXJzJIYcB1JMAOGMH0CjJg0ir4UbDYLAa8PQt1jpHvRGjNa/lzt3MtGEDFvYjtfRiAurqqy+UuDywHsEKtPBjc78gLjqM+dkxEaI6B+FenFzWg3Zu/hsYJA+VyVVQA/1vdOhwFfqdsT9gI4ls7y9/gQkAQTH16DWru5uvwsHcpcM5eohqKbAiyZVZpdU0a0wPJfHbx7rDYMuq3U3XBRvx0MoPiqna8Q4ZBYMojIX9Jk2YrC2KP4XBVrANoyvAzy28fsOSI2wfx2PHPn60TYoqccYlpnr28YFUs/+fvAEZAEM3AM0yZBeHND12ea7NBnDzi2o/nze13CxmrrdVU+TuCoT8BdMmiRw90wLZw8b7VTpMadFWtx6aAfS8fsuW04ovDVlNdBV1zhwyiYIxihm7+m8jVmPrinnuGso2PhIn9PDIFYayAxqbJV0hEw7jZ+dCwyG5yKGHfb6z2z4lWk2VX5Nx18Sax2RPS6va4h7C7FSLFL2pMxd1oRnA5F377pJx4Ji+VZcP/Mlwz4HW5PWaw7GCGn2VVxnw6q6UUwOh4ones5I9YY5e8DR0ASzMAxTIsErqoqbh4efJx1E9HvGGx3eyxE8Wc82HDOSQepodDrMQfFvNRR3xjWG9wgB9Uinogj27MY79T0J0ddw82R+vK7KjdwOI9xhs9Rb+4OpaWm/GyNlTk9+tAYdFGpu+HOmGOUFQaMgCSYAUOYHgFxEQzxT466xtGJaGY4Y0KJ+NF3y4wWCNsgGMXyfLQdDBF3lIz2l1Lty+JJOmzxu5yfM2BkAuhZiPGdvd6zrZnxeWsqpxLzwh51faoWPLTbgtiMDFkncQQkwSSOXVpbxkUwujLHMTexyHt+l1P4S/Uyfgs7UF3/u2Pu4ovD/dYyo+JcTaG7owHEzC+V1jf+OlodX43zP2Ac068O0beOugZT4RZEat5ASH+yO2UsEX1qr2sYcoG60rpYe3QmCWawkI+z35cmT87fZ4KJOxgGqwrvNqyu8dM4uzCq+6qdz4Lwm+htKaizdn5Z/eL7wtXzupzzCDgrogzmDg3WI4fXP/FGtH68Lud8gmG42HsHo9BS+30NpoJ1NdVUTFFY8XRHqWPGXaX1nvMTwUa2iR8BSTDxYzYoLRhQmmucDzDj1GgKiJCSdrfHloiS3ulTt4Gqv0hAVCtZJrR3gCeNDkNiQk+fy/kuAXtH1IGowVH3SwCtSPUiGcoRcLvd7QlnQNdPlCAYFbSIGRaRQjYY1CePuF/G0E1kfSTSRhJMIqgNUpsN1eVnWUiZGz3kA3/lcDfGNHILNwRhyGcl/TkGHFGHSPytoy58RDix09p7R4eIW1wQTobwi7Io2M/MDqvFVXm+xnxHn6fqgAJylbgbHjAzDcYORqcGEeCLQZ84vJaJMhOAGeSSU0cSTHJwTIsUw4EvFHwp6uXpALIQrp8xpUJVFI/w7o66SyLcYa/zhHVIFIHRm1uD68ORoJCqEE0bVtewyAxgG2umnRJi7V+9ov0Tey2KZXLxnIUiM2PM0nVEInHJa2Vgdjj3hphCZIWEEZAEkzB06W+4zjV1tAX6DxGjtRF0Vafrh9U3XJ2Idr6ZFX+GRn+N3pY7Nbb+OtL9yaYn6hfC717wpcNn3dXsDqLNVVnVyfxv6sF4IvmZ3e0xHa6iaweDx0Gk2wsKtqc7Hl2bCDayTWIISIJJDLdBa+WrdoYixfMVYRTaiPcJdzdiRmFfdeUiEEfNua0wPVhS39Dv4rVbfkt15TUa8V/C9MehIB8Yz/2H3zX19zpr/6LuJyBjK6NcY3cvihnYu7t/r6v8CAWKB4zX7PWemGEkzOAk65hHQBKMeawyoqa32tlKhMJwyhi+PXUNpixcw7X3VlcsJ6JdIg1UXCAHoGwTyXlSWBv71zgWg3F0TxnGBoRwn72uwaybg9F8o8t5YYhxW/eJjcCdihaaFI8Ny+ozpuxUYFWXBDo7pm3x4LOmjlUZMdE5ooQkmCybSH+1862u5GD9C4O9pe7GhHIltc48YWJIsz7DwMjIkND9DndDxOdnkUyuubX5HQZ6Gfkx82rH2L23ieWc2Ldff03lHGY+u/u/M/MLpfWNvcgr1vSxy1Xow7rrwzlmxmorfx84ApJgBo5hWiX4qitvYeKLw02cyLtsr/MkZETWXFMxRWcSoQ3C7o4AxEz1sSn+sAh52VM91oPaH8ruD58FIBp4gmDAXNN9YdwGbeQY9xIR0S+u0nzetJ1K7l4YNs1JXIJk5bgRkAQTN2SD28BwJFS1xnBOgARebnc37paIhk2uihsVUL8sBkKWET9X4TN6pmsN10dTzZRTFFYf6fUb4UVHneeoRHTyuSoXAmwknCOmpfZ6c8Z1ifQl26QGAUkwqcE1pVJ9LqeI3bt1304GYgbf5Kp4VAH9LpziDFpc6m6oiDUo7wznhaT8knGSmAKKxXLMsDkLTIXQ7CtfGOyBMREKQvZOx8h4Q0/E0lf+nnoEJMGkHuOk9+CtrniAiE5PJsF4Z1S8Qgod1lemuD8prW8ca2YQfpfzKgau7a7LjFdL6z39ZJqRJep4q53fEmFrnaiuLM4LYrN9yHqpRUASTGrxTYl0cRRRoT4ozN97djCQHYzX5VxJfcJcEiEETa2wz134tJmB+F3ltQylywZH+AwoXF5S17jETNu+dWprYblwdcUKHQjdOaZxt9paGDGNZckuBCTBZNd8dX27IjZMWeiDvnmMkk4wwLslbs/+ZgI7Cb16Eox40g5a+dAR9yTm9+OdXr43qzS9I6DfHSkPdRZO3ZBTWRJMlk553/sOMYyBEIyvpmINuHcMXJ2030fKAR0ONq/LeSFh8x1MW1ANHjZyzlPvZSnEUu0kICAJJgkgDoYI4TZghbYCoJLu/gdEMNVOL+gXJ0ci+qmk0LIr3bZAOC6aKsKXyUKqx3ikJvaGLDgu0R2MqQ5lpYxHQBJMxk9RZAU3JXqbPlCC4VpY/KsrNvQkKx1cV+Zu3GzkZgYmkS6XueNDIipixlodlqmxYr6YkSvrZC8CkmCyd+7QMv2E3TTV+mF37FtifGav90Q09Y80VEEwzaud63qGadBBh5a5G16LFx5fjfMlMCYD/JPG1mmSYOJFMLfqS4LJ8vn0VVfcBKLLxDCY6OtSEylV+w65L8GI16MSHmWPlss6Emwbzq6sVnV2E7A2xHIHk+XLa8DqS4IZMISDL8BXU9EEplKR1L3U3Vgcr0aCYHyrnU0EDNvU9gOH2xM5Il2UDozMjo7QRoa+0maxnV40Z4G85I13QnKoviSYHJjM9TXlV1qgXENMbSXuBrvZZ+WeQ/e7nKs3OynGkc86HHyGIaBCEwqVvItsc/69NAcglkNIEAFJMAkCl2nN/NWVb4L0kSVFtv3iefnpHofP5VyGTXF0lYC6c8n8xJ0DRdgG32rHPQVMN+fXN3yRaVhJfdKHgCSY9GGd0p42nPO7cdA6XMFQ8N9bznvqk3g787nKF4KVqUSkl9Q1WBNJ2tazTxEmIZE7nHj1lvUzGwFJMJk9P3FrJyz0EzsilV/NUC8GeL3D7TGVcyhu5WSDIYeAJJghN+XhB7z+3Ir9rUHlLjA0GRZBLopkISAJJllI5oCc5urys3SoOzvqGy7JgeHIIWQAApJgMmASpAoSgVxFQBJMrs6sHJdEIAMQkASTAZMgVZAI5CoCkmBydWbluCQCGYCAJJgMmASpgkQgVxGQBJOrMyvHJRHIAAQkwWTAJEgVJAK5ioAkmFydWTkuiUAGICAJJgMmQaogEchVBCTB5OrMynFJBDIAAUkwGTAJUgWJQK4iIAkmV2dWjksikAEISILJgEmQKkgEchUBSTC5OrNyXBKBDEBAEkwGTIJUQSKQqwhIgsnVmZXjkghkAAKSYDJgEqQKEoFcRUASTK7OrByXRCADEJAEkwGTIFWQCOQqApJgcnVm5bgkAhmAgCSYDJgEqYJEIFcRkASTqzMrxyURyAAEJMFkwCRIFSQCuYqAJJhcnVk5LolABiAgCSYDJkGqIBHIVQQkweTqzMpxSQQyAAFJMBkwCVIFiUCuIiAJJldnVo5LIpABCEiCyYBJkCpIBHIVAUkwuTqzclwSgQxAQBJMBkyCVEEikKsISILJ1ZmV45IIZAACkmAyYBKkChKBXEVAEkyuzqwcl0QgAxCQBJMBkyBVkAjkKgKSYHJ1ZuW4JAIZgIAkmAyYBKmCRCBXEZAEk6szK8clEcgABCTBZMAkSBUkArmKgCSYXJ1ZOS6JQAYgIAkmAyZBqiARyFUEJMHk6szKcUkEMgABSTAZMAlSBYlAriLw/yQkS8FADfW/AAAAAElFTkSuQmCC"/>
          <p:cNvSpPr>
            <a:spLocks noChangeAspect="1" noChangeArrowheads="1"/>
          </p:cNvSpPr>
          <p:nvPr/>
        </p:nvSpPr>
        <p:spPr bwMode="auto">
          <a:xfrm>
            <a:off x="307975" y="-166688"/>
            <a:ext cx="666750" cy="676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" name="TextBox 1"/>
          <p:cNvSpPr txBox="1"/>
          <p:nvPr/>
        </p:nvSpPr>
        <p:spPr>
          <a:xfrm>
            <a:off x="451032" y="775780"/>
            <a:ext cx="839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Hystrix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094" y="2691057"/>
            <a:ext cx="4332822" cy="1998995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5048" y="908720"/>
            <a:ext cx="3888432" cy="5279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99115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1BEF1B6D-EDD0-46B0-8C4B-4503BA8E5168}"/>
              </a:ext>
            </a:extLst>
          </p:cNvPr>
          <p:cNvSpPr txBox="1">
            <a:spLocks/>
          </p:cNvSpPr>
          <p:nvPr/>
        </p:nvSpPr>
        <p:spPr>
          <a:xfrm>
            <a:off x="294114" y="264068"/>
            <a:ext cx="7444968" cy="42862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400" b="1" kern="1200" baseline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</a:lstStyle>
          <a:p>
            <a:r>
              <a:rPr lang="en-US" altLang="ko-KR" sz="2000" dirty="0">
                <a:solidFill>
                  <a:prstClr val="black"/>
                </a:solidFill>
                <a:latin typeface="+mj-lt"/>
                <a:ea typeface="+mn-ea"/>
                <a:cs typeface="Arial" charset="0"/>
              </a:rPr>
              <a:t>4. </a:t>
            </a:r>
            <a:r>
              <a:rPr lang="en-US" altLang="ko-KR" sz="2000" dirty="0">
                <a:solidFill>
                  <a:prstClr val="black"/>
                </a:solidFill>
                <a:cs typeface="Arial" charset="0"/>
              </a:rPr>
              <a:t>Netflix OSS</a:t>
            </a:r>
            <a:endParaRPr lang="ko-KR" altLang="en-US" sz="2200" dirty="0"/>
          </a:p>
        </p:txBody>
      </p:sp>
      <p:sp>
        <p:nvSpPr>
          <p:cNvPr id="9" name="AutoShape 2" descr="data:image/png;base64,iVBORw0KGgoAAAANSUhEUgAAARgAAAEcCAYAAAAcH6uaAAAAAXNSR0IArs4c6QAAAp50RVh0bXhmaWxlACUzQ214R3JhcGhNb2RlbCUzRSUzQ3Jvb3QlM0UlM0NteENlbGwlMjBpZCUzRCUyMjAlMjIlMkYlM0UlM0NteENlbGwlMjBpZCUzRCUyMjElMjIlMjBwYXJlbnQlM0QlMjIwJTIyJTJGJTNFJTNDbXhDZWxsJTIwaWQlM0QlMjIyJTIyJTIwdmFsdWUlM0QlMjIlMjIlMjBzdHlsZSUzRCUyMnZlcnRpY2FsTGFiZWxQb3NpdGlvbiUzRGJvdHRvbSUzQnNrZXRjaCUzRDAlM0JodG1sJTNEMSUzQmZpbGxDb2xvciUzRCUyM0YwNjY1MCUzQnN0cm9rZUNvbG9yJTNEJTIzZmZmZmZmJTNCdmVydGljYWxBbGlnbiUzRHRvcCUzQmFsaWduJTNEY2VudGVyJTNCcG9pbnRzJTNEJTVCJTVEJTNCcG9pbnRlckV2ZW50cyUzRDElM0JzaGFwZSUzRG14Z3JhcGguY2lzY29fc2FmZS5jb21wb3NpdGVJY29uJTNCYmdJY29uJTNEdGhyZWF0MSUzQnJlc0ljb24lM0RteGdyYXBoLmNpc2NvX3NhZmUudGhyZWF0LnRocmVhdF9hNiUzQiUyMiUyMHZlcnRleCUzRCUyMjElMjIlMjBwYXJlbnQlM0QlMjIxJTIyJTNFJTNDbXhHZW9tZXRyeSUyMHglM0QlMjItMjAwMCUyMiUyMHklM0QlMjI5NjAlMjIlMjB3aWR0aCUzRCUyMjQ5JTIyJTIwaGVpZ2h0JTNEJTIyNTAlMjIlMjBhcyUzRCUyMmdlb21ldHJ5JTIyJTJGJTNFJTNDJTJGbXhDZWxsJTNFJTNDJTJGcm9vdCUzRSUzQyUyRm14R3JhcGhNb2RlbCUzRV5Rg9QAACAASURBVHhe7V0HeFvV2X6/eyV5xpKdAUkIK4SyV8JeoYyyYssJpqUFCiSWCRAg/IxSoJhRRqFlEywnJYwCJSSWE1YZBcoKK8xAIOxAQkhiSXa8JN37/c+5joOHxpUsyZJ8zvPw0KJzvvOd95z7+oxvEGSRCEgEJAIpQoBSJFeKlQhIBCQCkAQjF4F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0BWI+CvmTbBXrdwZVYPIoeVlwSTw5M7FIbmrXYucRQWzKA7Hl07FMabbWOUBJNtMyb17YWA1+X8UgW/MMzdeA4BuoQnsxCQBJNZ8yG1iQMBBhS/q/J7AHbW9fNL5zbeH0dzWTUNCEiCSQPIsovUIMC1tRbv6g++V4DRAFY53J6tU9OTlJooApJgEkVOtht0BPoQDBNwtd3tuW7QFZMKbEZAEkwGLwaeXVW2trltTLFitbAeDMFi0UPFamsglNfR5l/TuW3ryDZasCCQwUNIqWp9CAYErLa7PWNT2qkUHhcCkmDigis9ldk1ZYSflcdBdETYHhkaEdoAtDDjEyLlgRL3oscy+ZKzqaZiSlld45JkIhiGYKCDLih1N9yZzH6krMQRkASTOHYpb+mrdl7OoNkgHhltohgQf70Z4BaF8Jwe0u5zzHvyxZQrGKMDrqoqbi4NPaYz78bES8vcjb9Lpk59CaZLNv3ocDdslcx+pKzEEZAEkzh2aWkpjkn+1sBFAF0KwGqmUyKEWMeHrGgPlNYtuctMm2TW4dqq4ubV2sU69IsIGEZApwqUF7s9zyW1H0DxVVesIqIxm+Uy0BbUdh4zf8mKZPYlZSWGgCSYxHBLe6ufZ5x4vFWx1BEQz19ncfG50gblmgL3okfSobR3evneiqo8qQNjeiyu7x1uzzap6N/nqvQBbO8pm5kfLK1v/GMq+pMy40NAEkx8eA1qba6dnO9f43gSjCPjUUTsaHQdzzrcngqi1Bmjbag+6SALaS8yOL+Hfkyk/MVet+j6eHQ2W9frcoYIUHsRDNDiCDi2pvnzfWblyHqpQUASTGpwTalU34zyW6GQODbFNX/ilaXE7RmXistg/4xpx7OiLwFY6Tl4AnW0IjRujHvJ+mSDIi7Dfayu64cCA2TRDrTPWbI02X1KefEhENcCjU+0rJ1KBHznnngkBy3PEdDrg47VJzO3QlFOL61rWBSrrtnffTWVR4PxFMD974gIbzrqPAeZlRVPveYZJ1WwGvKwuOXuW5huddQ3XBKPPFk3+QhIgkk+pmmT6KuuuAlElyXQYTtZ9Kn2exc/m0DbXk2WV1UVj3EE1xKhMKws4kscdY23DrSfcO391c6nmHB8WNnMSx31jQemol8p0zwCkmDMY5VxNZmhNJ9d/ijrysninTqeQqCm5iLLhHG3LWiKp13fur5q5/MgHBVOBgP+IGPyqHrPBwPpI6xsl6vQj59/AjAsPLHRD/k6jsyvb/gi2X1LeeYRiHNZmhcsa6YPAb+rci2DR8Xbo868uqy+MWHLV5+rsopZ/zdR+LsgJvqktK5h93j1MlO/ZfoJu2mq9eModYMBTS8fNW/guzQz+sg64RGQBJMDK8M/c8oBrFle73vBamZoBHrK7m440UzdnnW4qsrmLw2KQE8RHQwZ8JS6PZXxyjZT31ddeQuIL45al/FnR73nRjPyZJ3UICAJJjW4pl2qv6ZyDjOfnUDHDGvoaMc98Vn++qZPnQFVrx+MD3yda+poK+kfgTEiWv8EvdbuXnxNApjIJklCQBJMkoAcbDHrZ5841tpq+ZiB0nh10RmflY717UO1L3eYbet3OZcysH+0+opCrpL7GqKTkNkOe9Tzzaj4MxT6a6ymBNxtd3tmxaonf08dApJgUodtTMnGC0yJNrx03qLvYlY2UcHvct7GwIUmqvarwrpycencRX8307bJVXmISvrzzNTToK5XU7GwdOKzSuuSGwRqVVVVWbEjuIwIMS2DFeInSuoaq8yMSdZJDQKSYFKDa0yprTOrJgb14F0WRm2yfHS806duQ4r+AQiOmAr0qUDM35T4bDuZCf9g5v5D2KZYFJo2LIn2NkJls7sXY3iMFxz1nqPjxSKe+sLYj1JgRBiPDplcVxLMIM2O/2zn06zjaCsrBxXVL3onWWp4q8s9REpFAvJ0C6mnFtctfDRWW2+181UiHBKjXiAU5MNG3N/4Vix5Zn8XrhLe1Y6vN0Wwi92M8Zyj3vOb2BUTr7HR5bywCMq/yb1oTeJScrelJJhBmNuWmVWHa6Gg8Cy2tfisw8ctGJgtSs8h+Fy/HQ90fpnIsBhYUur2lMdq66upWAOmLaPVI6A1xJZjhtc/8UYseWZ/97oq/wHos8mk0Q+DFpS6G042Kz+Rel6Xcz4zWsrq5V1POPwkwSSyqgbYxldT+QqYDwOYHe7GuEz9Y3Vt3FGUBlcRIljWRhVATXZ3g4g9EzE6f+v08r2DqvIqgKKoohiBkI0PG3FPcnYwIv8RWF/BfXydoumggG4pcTeIMBcpKz5XxRqAfmrxWo9M5h+KlCmcZsGSYNIM+PrTTxxrybd8BSBPEIw34C/bbv7LSfP6FUGY/D++/yqIDoh3aATSFMLJ0e5NmlwVNRbQnTpgi7GDYY24IhlR7N51TSwcz1t/S8Qj4xlTiPSrRtQtTokXt9CDzzjD4bf5NwD6RpBykqOu4fl49BsKdSXBpHmW/dUVDzPRH7q6ZdahHFbmbngtmWr4XeVXM5TaRGQy8xOl9ZFfXsy+VCXzFak3ZuZGxWAEdZw1KoWpTLwznPNJwR9BCCGkzHTMWzTXnHZDp5YkmDTPta+moglMhq0KgXRd044onbf4f8lUY/25FftbgpRYqAKmHxz1DeMi6eOd4XyBFHPxaJJhByPcEQB+PG58GOutun5M0bzF78fd1kSD2lpYLlzt9AMoZEBnnc8vm9t4j4mmQ6qKJJg0TjdfcMoWvvb2n34BnZksfHwyvJr7DEPxVTs1k3ehfZqS7nA39Arg1LNCVA/mvpJIuWoggaa6wkDwM+gTUMrMlDHwhQPK5FS97mw4u7Ja1dndrYuu83mSYPrPjCQYM6s1SXXChVdIRXhHkfGw2eXsYJMxfHsNj4GOjrYttnzouZ97/nfxRLzuR8dONsITAMabgYRBi0vdDYk8maPlnKknaSFdPJlbzPTVt44CWlCSohcknjw53z+hdCWIN4cvlQQTfpYkwSSyehNoIy5ffas/+JSACb0+XOAHEa82mVHmNhHMBkb8BneGbsQrSEeeTlDBSgGI88mInsd5RLCGDfAUBhMCAgT6l0b6q2D+ttS9+CUz0HlrKs5UQG7mxMjFGIKC0+33eR4y01+8dXyuiusBuqJnO0kwkmDiXUdJrc+zjivxBfJ+JEZxL8HEIXuTrciMBa1ZhbgWFv+Pzh9A2MJsmxTXCzK4XcSgYcZqRcE7pFleYpU//U+T8t3Jm5LHCYz8nfl/J/B0EfUyUZ3E3RbDtqPD/W/xWpfU0mVn1LEMoBJJMLGhTXgSY4uWNXoi8NNpx4zKLyhcHe4+IZ/pV8kMjGTsYKqdqzlzCCbsYhCEozN/quuhB1TYQKpew8Ckga4cBi//4Av/pCNeNu+8abbPZlfl4zq4n3+T3MHIHYzZNZSSelEDJDFesdd7fp3MY1KTq2KNgujWtikZaEYI1S9zuBf/Ldmq+F2V1+vQr+hrSSxCArO85I3wRyTZsyDlhUVA5AsiVVkW7kdiCpQUB7en2578caDwrZt5wkQbW6/TdT62695kaBVxPPqP11LQfexK1uibayqm6EyNXUk0+5WAxvrM4fWL/5ms/nJFzpBbgIM1ca2zyvcOdoYnGKETMf/LXt94aiL6iSPRxpppLo21Cwk0IR5z+kT6y+Q2RPjUXufZNZk6Gl7qqi7Cc4aN/0vAWgqok0vmL5TZJPsALwkmmSsxiqyWmopddKbl4TJsiGY6c0eezgfFYxgmUrS2rdWPCmnabQzaOpGQmWkafnq6YbDGoZOHz31SPKUnpQgfKIb2IhgRjQ/FnU+pu3G3pHSYY0IkwaRpQjec87txaqhDBJaKjDnjP456z7GxVBJWpBesmnYiVO1vxNhBmATHajM0fuevHO7GHZI11o0zp+0RDIU8RLRdVJkm5y1ZemWTHLkw0zRbXU+weSJmSPj8QZv0iBXmsXX61BMCin47EZL2IaUJgtR2Q9AVXa8uSdI9SJehnzYfoOhe48ZfDOUau3tRQr5fqQVl8KVLgknTHBhezqs/+ATAr6J1KY5QShgjMRE5zc/qo6TgKLOGbmkaWkZ0I+5eVvKqfSe532sbqEIi7gyBZ5uRI17+dFWdVjpnocdM/aFWRxJMGmfcW+18UCGcFukeplsVQSC6Sq7hmwJmN9c4b9AYFyQW4yWNAxzUrigILXiOY96TCXs0r6+euq8K/XYCDjJ76BS5pUpJnZQqn6dBhTQJnUuCSQKIZkV4p5cfpqjKK7EIpkse6QR+h4HRBIwbiGWrWf1yoF6AGC+ErPlnD7/3sVVmx7MpSNctBDotbH7tKIIG8vpnVr9sricJJs2z53M5A0jECTHNemZ1d4T1FsYfYgVT59lVZd7WQJVCyp/AvG1CY9ZCRznmxZdTKqF+srSRJJg0T1yziOEK+qMIiCRLChEQABPPdLgb6/r2sto1ZUQ+lP9TgHP6+hTFo5GRiaG+cYdkWmDH03821JUEk+ZZWnvBKVvktbeL7bs1zV0Pze4Y79lJmQL3orXtrsppnaRfoLByAIMjxrwxC5QCOqPE3fCA2fpDsZ4kmEGYdW91xQNEdPogdD1Uu+w04sowVLOXt7GAEo6adnfD8Fj1hvrvkmAGYQWIXYytrW0ZEY0ZhO5llwNFgKCrujJrWP2iewcqKtfbS4IZpBn2VTsvB9H1Q968f5DwT7Rbw2iasdRe33BgojKGUjtJMIM02yK/M7H+YEwz9EHST3YbHgECvCXQdpTpYs2tEEkwMXASnsq+6VPH2YDdWNWDsZ4+zcAuZPpdlXMB/QwMwZAKZjDKzDoUtKjKpOI5Cz/KTP0yTytJMH3mZNXsqrKi1sAlKmgqE7YnQGFmAndBJf6XSMWoAx0K4xMQnizxWm82G/KyKzbvsncJyp6ZtxykRtEQsFksBxfem7xUuEMBbUkwm2bZP2Pa8aSEbtSJdjFeG8zEhBWmLCQM+ykA0Aqm0LzSuiV3RVs4flfl2wzedygsrlwZo7h10UG3l7obLsqVMaVrHEOeYDaFUbgTjONB0dOhxpwUNvY5K8DqxSXK8JfJ7e7leOevmXolWL9OmtjFRDJjKhBEgkhcWur23J4xSmWRIkOaYIRzm0XRnwZjRFLnTBAN0ZetgVD56PlLvvhy1nHFozvzzgox/pH62C0EKijoOs51dghf36QOLR3CyGIB8gqAYAAcECYsg1MY3GoFTU3GvdvgjGDwex2yBCN2E8z61Ykm9jI1dQxxe3M/KbqXdHV2qkNZqqPHwXrIUbDuPtFQT/vuKwSXvYngJ8uMjzXjCxFsh/0Glp33hLrlWOjNPoRWfIzQsjeg/TTgcMWmh298FAotLdFHHtl3F2paiKxoIDAkCcbrci5WgBM3eyizcXmbGjCMe5rUrjbxFz//5OmwHXQkYO3vgaD7vWi94xroP4qAeplZ1O13RMHva6CO276fghwKob3uZgQ/ejflyuvAGmhKddm8RU+lvLMh0EGKl37mIeitrryGwCdsCuD8jaaHniCydOSx4hU3MAHQ5i9UoWCHppGVmMaD9clEJIyrRmba07LtiBOQf9IfQZbI7k3aF8vReue14AzcydCIUSia8X9Qt9sx8oIJBbHxhkugpZgkdfDnpWP23o1qa0OZt3qzT6MhRzAtM6sOJy2Y12nJ/yyemCFiate5po7Op1CFzspVAMZkymVt8VW3Qd0qRrSBUBCtt9citPLTjFuleUeVI7/qzJh6dT69AB2Nj8SsN7AKzLqmTpE7mIGh2N16yBFMcmAD/DXOh3TGKQTjSXvQChUUYtiN9RD/jlqY0fH4P9H53ycHTddIHRe6LoF14kEx9Qq++zra6m+NWW/AFRjrNWv+PvH+ARpwvzkoQBLMACbVP3PKAawpLwOUNwAxA2pKefko/ut9UIbZY8rpeGI+Op8XucMyqxRddB0sv4qd9SOw9GW0339HWpQnoteDhcHfjuhKhqewy5WPOneHuE+T8V/MT4EkGPNYha25sdq5V5Dw/mACWTT7Wlh22j3mDmZj7fnQfvphgCNOfvO831Qif2rs6BXt/7oPgf/9J/kKhJEojOsY+JpZ/4QUZRR0TADBz4wfFPAPUJQW0SykBV9UlaL3He5/f5UWxbKsk8H8LrIMqsjqeqsrFxFx5WANSFyOFlZfDGX4yKgqhD56B20P3A3e2DxYqvbrV3GUoeiym6GURTdF0r77Eq23XJEhl9TcZVIpCrFIWyLeITUGtxPTh4qiLCiuW3SP3Omk/AE1Y9ZxShURzovNLqeXgZKUdhRFuGWHnWH7zVRYd90bUCNfCwXf+C/an5gPbjX+AA9qEce6oouuhTJm64h6iCd2beWnaH+sHtziH1R9zXQuwjmIpBAAt4LwtqpYrxs2Z8ErZtrmYh25g0nSrHpdlfUEnp56q5fIClN+IdRf7QZ17NbgQAB5hx8LZdTofg0Cr72AjoUPgNs2Jmn08YuhEgeKzr0C6rb988cF3n0dvPZH8MYWaD98i9DK5V0HluwsRqaDYGfINeJB4z5nSBVJMEma7g1nV1arzHeA0WWnnwFFvCwVzboK6vid+pPMW6+g46F7B+XIoZQ4UDjzT1C375+DLiguch+6B8K4LpcKgToooOxdMn/hilwaV6yxSIKJhZDJ3/2uyie5y4AvowrlF6Dw7MsM8/u+JfTh22i97+a0+ispxSUonH1NWLudwGvPo/3hOdm8W4kx96QT8Q32Oo+woxoSJasJRsRu2aq1tGOw/UXWn37iWGuB5VtmWDJx1YijU6HrYljE/UyfEvrsQ+N+Q4/L16fvsjF3fKGiYSi+5K9QRo/rp0fni0vQ2fDwoOyo0jlnRAhpuj6rrH7xfensd7D6ymqC8bkqrmfGuNL6xj8OFoCiX5/L2QCGM9U+RwMaY34Bis67EpYJu/QTI+45xM5B++aL3r+pKtRtJ8Aybjso2+wAKiruMugj6gqD012YobduhP7zGmjffwV93U/QVq8CQsHNVcSFbuHsa437ob4l8MISdCx5FNzRPqAhDn5j6gA4SMAGJu7QdTJAElfuTGwjUop01tZayDJvWN2iqHGDBn8sydEg2wnmUQIdWeL2bDlYT4LfnDHZUWpzrEupV3Zy5hrCKK/wgqthCXMnI0im86nHoX37JWiYHdbd9oa6wy7GC494So6n6OvXIvTlZwh9/B70H78FCopQ8HtXWEfGwMvPoGPRg12hJbKsiNciBfCzjhW6Qq9B549Um77efu/iZ7NsKClTN6sJxu9yLmXG/jrjtLK5nodThlIUwSKhPRFOG4y+E+nTIJnz/wLxrN2viJ2I3xs3oUTVQ+x0dA1Q+58ejSfzh+eAtey60CWQrrP+MCnKw466hucTmYeh0iarCcZX7fwchB0HKwnWylnHlYzozPuJkDkvR6YWbl6+8URsxjzflLwEKgVef9F4Lcq252cGfCEou4x0L1qTwLCHXJOsJhi/y/kOA5PErGmEO4bXeS5M5ww21ThvUBiXp7PPZPVFZSNQePp5YV+XktVHJDniGNZ2383QvetT3VXy5YtLWi10yvC5Tz6RfOG5JzG7Caba+RQTjhfTQoAW0kO/S9fEs2vKCD/U9wBENkPN4PVi2f5XyD/FBXXr/gGeUq62phk+RR1P/juj3BZMj5voUUddw+9N1x/CFbObYFwVdzPo3O75I9DP7VrgyC3nPfVJqufUf075sRxSnkl1P6mQr249HgUnnwU1zItSKvoLK5MZoa9WoH3eP6A3Zd1OZoPD7UluHOe0AZ/ejrKaYDZMP3GGqlrqe0FGWMUh5dDSeYtSGh8yWxPYi8BUBWdeEDtAVZrWob5hHTbeegW4STzEZU1hnZXzymRu6pgTltUE01FduWMHsciy1ysei9jJ/JzXMWHCXc+kxG3Yf7bzNNZx/yYTh5ggZ0oFZeSWKLrgaoh/Z1LRfU1ovfUKw34mWwoBb9ndngP66ltbC8vhL0+2TJ7cfyQLlo/UP911gX51LfTBMqtIN75ZTTAvTZ6cv8+Ojle7L3p7gicsJsG42+72zE4GqN7p5YcpVuVPuo7JJPyNsgw5stpQfNU/oGwxNhlwJF2G9tUKIzB5FtnDaKRqh+iaZT8CHwHmnUDKKDDbjfgNYYybxZIRmUEhwjoQNWma/prFynfa5yxZmnRAM0Rgln0m/VFrqik/W2FlTkQ8GesJeKykuOQmuu1B096s66ord7SSfgQznagQDmSGsDYT3vhZWay7TUThrCszV/f2VrTe9zeEVmRP2mci6MwiIgwL2+b4sTUyTpAu8i8R83KLqj5RVKDeT7ctaIpfWGa2SACVzBoIV1UV+0uDqzdlCQivnJhIBe3EWMXE70PHtyqUzqDCm8PwM+sBYioj0HYKMJ6JxgBcnG3HoEizQ8LJ8PTzQKPHQi0dGTa9yWDMrIjxIi55A2+9gsCrzwGDmGhtMMbfs08RxgqAn4jvCUK9JxdsbbKeYMQEbahxXmdhXGnO5W6wl9Hg9U+KApSNgHXH3WHZY5IRLkH4Fonjk/AvSksRZ4fODmi+DdBWfIzgO68abgWy9EBAHKJA68B8Q+nc7E5Zm6ZVldrlIy7WLljt/IaArVLbU3ZJF97TyvBRCH74DtgfZtetWiDsYSx77QfLr3Y3Ln+FK4FRkkU43ZcR4ln6848R/Pg9hD79ALqIDRwhiFS+81TDCC/4+ovgHg6T2YV+crQlpqUlHcUV9NBDPydHYnql5ATBCMjWnn7sHnn5+cty5Ugz0GUgIsYV/+X2rmwDoSBEOITAGy91fdiRii0PqnBuLBsBdZsdjEBVIs6vIUPsckwUcUkr8klrn39sRKPj9T8j9ON30Nesiu4WoFqQd+gxsB56NNSx24DbWtF629XQVn1totdcr0IbdZ1nDpa/3UDQzRmCESD4XOWXgpWbsvcq9pepJHtpV57m8TuBVAtCq79DcOkr/UMqRJj9glNnwnboMb1+FR+/9uVnCLzzGkQA8IhxeUVMX3FtKTJFWqwgq9XwsI4awpl1cDDY9Qokdh0d7WBN63J0jFDEbkkc06x77w/LbhOhlPVOminuZdr/eXv09U1kZIS07rW/8W+y2RD471PGnU4uFQJpOvMjpfWe2OkXMmjgOUUwm0kGyl+zIXxC5HVARoAo694HAOLeZFMRyeD1dWsQ+uhd46ihr/4+7K5AxG0pubEe6D7u9OlIpI/lpvXQ1qxCaPn70NeuNo4kvH4tWNdTtjzFXQ8NHwl1y62MWLzqDjtDHbONEWcmXNF9G9A25yYjhETfIo5zwlnTsuf+sGy/I8Ql9uaiaWi96zqIYFrZVHp+jH3vE40Tq7gEZrxur/ccmi3jyjmCEcALM36ElIcZGJ4tE9FTT3KUYdi19/xyHxJmEHrTOoRWfIzQB28h9PUKcIvIEtC1LPOOcSJ/WhwxuAKdCH3/NfSfV3cFi/r6c6CzE3qnkWesi3Q628Ht7eCOtsg7ksIikC0fIkyn+BLEDkjsUsRxTexUlNLhRjS7mGlue/TQMxeSseMZvxOse+4Hy467QRnTPzJed9PgsjfRVve3zJl+AYgCDYxOYmwk4rU6k7hX0Znoe2L+2kJoDxFbmKEpRGWk09Y62LCKJMK2DIxl4Kd2aAeMcS/JCv+KnCQYMSFcW2vxrf5gLoDTSDxSZ1FRRm6B4tq7oiaz7zkcQQrBt//XdSwIBVF04TVhswnEDYGuGcG3SQsZT8naTz8aux5xBOl1vFJViPzS4uNXy0aCRCYDccSyWgEaGPTB95eifd5tsB4w2fgnbBybMAMz4g3fe2PcQ052A4K4P9GXWVUs6WjXHh1qmQVylmC6F8ryqqri0fbOv5FCZxBT1ljgFp77Z1j32De+9R4luFN8giLX5vY2tNffiuDy9zdXEqlRiv98a+z82MlSwoSczqefQEfjv0zUTH4VkUGACc/k6/hTfn1Dnzikye8vkyXmPMF0g89VVTZ/qTJOQeBGjTCRmLfJ9BcncdTJO74qoz5cgac4eogjSHcR7geGj1OMzJLp+BD0Fj9Cb76EdhHgUFwyp7EQ4NVB8x0B+7U0f74vjV1nbFdDhmB6zgBfcMoWGwOhnTQtsJOqKmNCGsaAmXQFW6tMowj65viODEX4NH3NJDKD0lRKln2ImSVBBMUx3LjMtB58pPF8KyLzD3Zpc9+C4Htv9CIYseNStxgzaKqJJ3FxnAq+9QpETOA0R8rTSv9fwAAAIABJREFUGXjIUVBwGd3x6NpBAyEDOx6SBJPIPLDLVeindWvBhvtA2ot4aVHGbmtka1S33xGKvSxqitiUKcjctYN5/xf/PLGDKb7oWojL6XQWkZkytPLTrovuFR9DXHwPRiHgC7vb0z+L3GAok2F9SoIxOSHe/5u6DbXwSuAX/yWTTZNeTeQ5su1/GCwTD+669IySizrZnYuPuG3uPyC8nzcfkUpHdOWYDpOmNtn9C3nGMeiDtxF840WExIvX4JcvHJJgws6CJJgwsIhk9j3/s4jdIV6lmtd8sJG5d+yZwV7bZC+D7aAjkHf4caDSFL3Kd7RBW7vGsKo1jiJv/Ld3WAUi2CYdAnWn3Y28SyRekkxa/saDn0gO1/H0AoSWvZlRCdp0xmdl9Z7+CafiGVyO1h3SBLNx5rF7hLSCWcw8CWC7QjScCYWGxUKPQoYJKwm3/IxdBsLvyPCWTtIxRV+3FsFP3kXo7VcRWvW1iEnQlV4kWhJ6cT8lDAMVxXgBs+xzIGwTD06OX5OmoflyV3ifqkGeFUkwkSdgSBHM+nMr9reFqEIHTiWdRzKRVXwSHNUGfpBXr8nuhfFZwRnngwqLTLYIX01b/T2CrzyL4AdvQ2/2DihvtTC0U8Zth7yjphjGcWb9mSINoPlPM8DeDQMaXyoaS4IZ4gTTVDPlFBXqLJ2x56YcRjlHrOI5O79iAIHuO9oNQ73O5zxdrzDJLKoKy4RdDevigWQxaLv3RgQ/fDuZmiVFliSYIUowvprKo4n5Bh3YJ9useeNd+QVnXQjb/ofH28yoL+5VOp6Yn3LfHbLlIf/k6bAd/GtAERmb4yudTy9AR+Mj8TVKQ21JMEOQYHyuynowT88Fz2oz30jx5X8zEtXHW0SMljb3renLT0SE/MpTkXdMZdx3M8F3XkPb3L/HO8SU15cEM4QIRrgGjHWEPgPxkAk+RaqKoiv/YcRyiacI/6W2ebfF0yQ5dRUVecdNQ375KXHJEwTT/mgduHVjXO1SXVkSzBAhmLUXnLJFXnu7OKTH96WlegWmWL5h6PZ/10HEkDFbQl98gnb3rYZNyaAU1YKCqjNgO+IE092HvliO9vl3QORSyqjC+MJRLw3tws1Jzlx28uyqsubW4DIGhI/RkCrW3fZBYfXFQH6BqXELj+j2+++E9l3/OCsRBQi3hS3GGrFbehrZifoiPIOIgCdenYStilkzfRF+oUgc7UZHDrvQUx8jf9LNl2VcJkgCrSupa9hSZBkwNQEmKjFDaa6edqzOvDzVSQRNqJNwlZwhGJ/L+Q2AbRNGIkMaiiDcIm4KCooQy+9JhFIQYRPyK0+DdeJBpkYggk21P3Sv4bNjulhtRvArpXSEYWwnYur2LgTrfodCHTOuK0PAa8+bft4WaWyLxO7LJDl2LHwAoU+WxXyOZxGi37sBgpSiRdUzjUHUiszEeKSEtnCR2x05YI7JzkSmjKay4CKFsT3ZtKMddy8RazsrS04QjP9s59Os47jIMyCWG20kcCcDbdBpJam8Xhf5bHTkESm7ieBUBIiwaIrIcTMYRnXWPSYh76QzU+o0GPr4XbTOucm0pzEVFht3JSJQVOvd1wPBQESYlS3HIr/894ahnRHsKZpRXg8pha5LTBNkXF8Zs+H13eF5GPrPa+JqmlhlbobC9fYtm6+k2pc74pUhLMj91RU3gGgWgEKxVkvdnoEZNsWrRJLrZz3BeGsqp5LOT4R5LWoV4QVDrN07vCD0Eu56ZiNqaxWqrQ0ZrgC1wlq3FqitNdJ4drsH/HzBKSMLOjvKdY1PhsITwWT+YmMAkyPi0Radf5XxIaes6Dpa//EXhFYuN91FwannwHbA4dh402XGc3asIo474tgj7Gk6n3rcFMmI41XRuX+O6w4plh49fxfJ3EQA8TSWIDPeslmUmwrnLHomVppY33lTttMDymUK6FQAmwmFgQdK3Z4z0qh30rvKaoLh2sn5vh/tnxLRdgYywiRXIb/O+KcDI68cyHbVIJzZVY7OjaERHeBpAJ0D8NhUPXtbJx2MglNcvWPLJnm6ta8+Q+sd15pOzyqcFwvP+TOUEjuaL+oTa1pRoBQVg9vawCKwd/duRVFRfM2dhi9S6+3XRM9i0HMXM+tKiOyTqSgi4l/LlTNTITq6TLEeCUFmWsukNwGkEeNnVrgFzNsTlCKCEQpTpGzo9S0yod2qqAcUz1mYPakuw6CR1QTTfHZltaaze9MgmIgW6CG6NBWXYuurp+6rQPMoRsbH5Bd13HYoPPsyKCO2SL7wTRLbH74XgVefNy3fOukQiOwEIjdRy8VnGnFpxEuVuBsysp7m5Ru/CQM6BALQfvgG7Pei8Lwrjdg17Y/VI/C//5jqz3rI0Sg87RxTdeOtFHj5GbQ/6o632aDWJ+D2ZOVVH8yBZDXB+GY434CCAwHSWadLS+cuSqkVltflbCDAmaoJy/tNJfJOOLnrg01yYCvhqNhiOAt6Tasv4uzmVZ4GYkZL7SzjnoQ3tkAX/kAi+LdIVaKoUIpLjMDevLEZ3OwzCEb4RHV4/oXOZ54w1Z86equu3VISQz6IC22RpqXtvpvBHe2m9MiESgxe/hV+2G+S+70BXxgP9niylmDaXZWHdEAXQVeHWwj7Datr/DTVYG6sqbhYY+WWVF4Aq9uMNyLmGz47Ii9RNKIRH3ggAMvW46NG2Be4iOfjjbXng9n8S6rtwCNQIHYVqgWdSx5DxwuLjXxH0Ypl5z1RdGGtUaXt7r8i+PG7pqZFHKkKzrwg5mWv/v3XCP30Q8RwEN1ZENi3AaEvVyD44VumL7RNKZriSgR0UkDdq2T+wl8C7qS4z1SKz1qC8bkq/wnwEapqPWPYnAVxvLkmDqf/bOdprOPBxCXE2VKQS9QIEV0/Gvc3IlRDhDxIoo646Gy745q48h6JGLuF5//FyGMkdgOtt9caO4JIpecxTwQH33jtBXHZrOSf+FvkTfldRPniWb7l8mpjlxTdAT5zw2pEXQFGrhf6rcPdsCDOlZKx1bOWYNbPmFJhIctOjvqGm9OFblfg8GBnuvoz24/Y9RTNumpT9sXwrYw8Qe5bYr7qiJi/4rlc3Wo7WA6cDKVPDODAGy8i8Opz0L79arN9iQh0ZTtgsmGVq/SwJhbpX0Xys9DnnyD4/pubiCHyqMTxMJr7AHvXY+PfrzJyN+VaIUJIgTprWN3C+3JpbFlLMKtmV5XNsy9orq1FKJ0T4qt2doKMW/+MKcJWRaQNEfmUwhWRKzrw4pIuT+QotinW/Q5DQcUfuiLjRQrDqWmbM0KK4491171h3euArr7Fka5vEQZvgU5wix/tj/8TIl9RpGI7/FgU/L4m4u+GY+b9d2RkTJgBLoY2QL/G4V6cQZniBjiiTc2zlmCSM/z4pXhdFd8RKON8nYZd+Q8juFOiBGM79GjkC3IpLgG3t4IKiowdR+jblcDGlq6Ur2O2BhUPMy56RewY4SwpMjYW/K66665IZIP0rYf2/TdAYaFxlyQcMYV1r7ACFulpOx6p65VTqae+sQgmsPRltM+/M+YuLP5ZHbwWzPgOFvXC0jkLPYOnRep6lgQTJ7Zel3MxMab0tlqIU0gKqouXG+vuke1Ioh2RhBtA/u+qoRQUIrDsTXS+uAQFzj8AgU60L34U+pofDI2FEaAIaiUIo/PZhV1HHiIUX36LYb0b+O+TRs5ssVsRz+0ilQl3dhikIGxcbEeeCIRCaH98HkIfv9cPhVhHpMALi9G+4P4UoJd+keJ2TQO7O6BfmS1pYBNBSRJMnKj9PKPiTJtKc/vG7Y1TTNKrC3+kvGOnRj5eRLrkFQRx5T+MJ+eOpxYYKUDEMcp26DGw7nsoAi891StFiXhCN3Y5zV4jraxBPCO3hL7h517+R8IxUhCMJry2H55j1BPpVkRaW0FQrX+7HCLtSM8iyEtE5otU2h+8G4HXX0w6dmkVSGgnYGFHfsHFWwyBHEqSYOJcXSK7QMvqD1r1LuvLjCniklU880YqkZ6pRVaCollXIvDmS8YOpPuORjhcFs68HLpvA9rqbgFEwG/xYrXbRFj23Nd4+hUvS8JpMpwLQb7zD7Bs/6su0vr8481qiYtgy857IPi/5xD85JddjHB2LKy5FJZd9oowBEbLpdOhx2HHkwmTQ0Q6s/4Ng16zEP+tuK5xRSzXgUzQO1k6SIJJAMlM9NyORTCRDO3EUUYEf+p6GeodvsF28FGwHfRriEDgwmhOeG4L+5z8384wyEPsQFqEbU3PmDJEBkkImSK9SOfLz/byZhZP3iJLpe5vQuCFJZvRt4zfGYXn/Cmiq4TYIbVceU4aPKPNLwiRcA3g5wF1vaJy17cUAgKk6QpxE7Hlp5BV/779Z9vKcQsWNJmXnDs1JcEkMJf+syvfZJ0PSKBpUpuIC1SxAxFHGUEEwps5Wml/6B4EXnuhVxUaVoK830w1jh76mlW9m4v0I/sdZsjmZj8C7/wPpFqQV/F7wzZG7GL85528+WikDB8Fyx6TYBm/k7Gr6XzlWaC9jzGqLQ+2g4+EeMLuGTLCdnQFCk6K7Ncn7nva6m9F6OsvgFAwqTgmIkw8xmnFoa1G3Pbkj4m0HyptcppgRFwNWrAgqfEVReoTa1B5msHpzZPac0UKR8Mtxnbdk+wxEcrI0abWqwgwJexI0NkzkgAh74QqhJa9AW3TZW5fYda99oftGKcRqkFv9sO6y55dOw1m+C/4vXHfrWwzHqKeeC0Sr0vBD9+JuNsQtjbipQr6L1bFRRdcHeV41KWRcEUQl8MBkavpq8/6jMMUBEmrRIT19jrPyKQJzFFBOU0w3pqK5aQrn7NOs5PhAOk/p/xYDinCuWZQYnSIewrLr3aH7bBjYNl1n4T8lYQ1rjB+61lEiAVx1yKsbyMVslhg2esA5B05xSATsXsSpWPRgwi88V9j9ySM8oIfvRv3MUY8Zxed8ycjyJbZIgJJBd99zcgyKY5wZmPPmJUfsx7Ro466hgHkiYnZQ05UyG2CmVHxCil0qDC3Z+JPVCh/L3E3PBDvzPlcvx3P3PkgEQvHyrRjJo4jtqPLYd190oBjpoQ+ehet9/UOOCVcDISXdKygTOJupXDG/0FE3RPGc+JFyXiGfvAehN5fGtXPSRm91ebn7r74F519GSx7J37iFHqLS2qxc0p6Tqfwi0ULMCaNqvf0De0X79LK+fpp/1jSiWjzedN20gPaMgBGsNpNHiotpOMTTcWLwVDw31vOe+qTcDp5XeVHEOhIguJi8IgYzi8pGZZwHMw7usLI9wzhYZ2kIgJBdSx+tJc0yx77QvgeCWdCcX8iiKO7KFuMMchNXNyKXU7gpacRXPGRYXcjLoJpmN2w0BX2M8JmRrwuGUXE8R09zojQJ7yZ++6cRBUj5W3NpVH9qEwNW1gMt200fKU6nl0ITdzVpKgwc6uD1AnkXpSOMHkpGkV6xOY0wQgIfTOm3gtFDxNtiHQQd4KxEYQOYvqJwcLW3QFGMRQUgTl/MHYsQm/b5OOQd+JvoQyzJ30liLuM1rpbDBuV7iJ2McrYbbriAYvE9eIiVaR+FfFfxD95BUbc3M7/PQvti+VdRxJFgbrVtrAdfpxBEJrICClCNnS2G5fCglSMf1r8YWPjihAPxZfdFD0Gjq4bNjbC1sZsEZkS2u68Dtr3X5ltkkA9+lGDVq+z+ujI+obUsVkCmmVSk5wnGAG2v9r5FhP2yyTgo+lifHhX3ArFMdyUyuK4InYdIhi3eGomRUHhzMtEeL+I7cXH1zrnZnBT7xQg4vijjt8Z6lbbGAQjFoje4kPos4+iHqFEyE9BNjRySyi2PGg/r4H247ddWQbCFCM8w/TZRjDxiEXE1H33NQReeRaW3ScZmSvJ7og6rm5ZwaUvG35LqS5E5Nd13OEI2m+j+fOFm7csPRAYEgRjkIyr8m0G75sNsy+eeQtnXxMx5snmMQSDxtOxuGTVVvYOh1N03hXGRxmtaN9/bYRgEPYtaS2qirxjYydeC339Odruvn5zojWRMsW63+GwHf6bmKlOgh+9g7Z7bkjbsBjcSkx/ddR7bkxbp1nQ0ZAhGDEXXlfl4wSObIueIRMmnoCHXXuPkYOoXwkFEVr+vmEYF1zxccQo/+r4nVB80bXhPZx7CBUvMO2P1PUjqJRBYctD4SkuWA88IkYwLUbrrVcgFC7+DBHU7SYYOxrLpEOhFA/rp+5gpZlViJ8oqWvM+DWWsvntI3hIEcwmkjlfAdcykJZsAYlOpLhAzSv/fVdkO5Gg/ruvup5l330d7G8Ca1pM0XnHnQRhsh+riB1M5+JH0fnyM7GqDuh3cYwqnHWlqRS34lVIGAYKY77IhQCbDdY990XeYcdCnbCzcXwSr0qtt/wZuhGYKv2FGfNK6z0z0t9z5vU45AhGTMGGc343Tgl1XEegaQCH2SZkxkSRo6zrY2TuetnZ2ByXvQflF6Lg9HNjhqHsYjDNcGoUMXS11avitmWJhpiIV2PZbR/kO081XqpiFUEMrTddGl+K2MIiI9C4Omo0gp8siyv2cCx94v1dvFYqpFxlr1t0fbxtc63+kCSY7knsqK7csQOoZugnKQqNZmbbYL0apWphKWPGoXD6RcYFrJlixID56F10vvy0sRPo+Vxtpn3POkZK2Qm7Iu83Tlh22MUUtKI/kcNI+ybbH2bID9gmOtz/TuVTVrxTkvb6Q5pgeqItjOkIwdPA+q918HgQ7AAVCIBEpseeReQJJZ1COuBXCM0gflNn2ouYd8u0ODFCb3HcKph+kWEgZ7qEQgh98QmCH7xteEMbr03Cg3qTV3VYOYoCsuVDcZQZZv/W/Q+Duu0E012KWDFtc//eKzyE+caZV5MIt9vrPLMzT7P0aSQJJgbW3Rkfe/1lRv8k52svOGWL/PaOTwfVRynKWNQddjai/Yvn4USKvrHFiAEjAlcFnvP03tkQGb5KtokHQdlyq4SN5joWPYTO/yxKRL2MbEOAz+72ZPRdX6qBkwSTRISbXZX/1MFnJlFkUkUJy2CRPVJY5iZaRE6k9rl/7/W6o5SNQOHsa437j4QKMzqeehyBp5+IvkNKSPjAGolg3NDUimBeaIOi0wRotIcqXEaYJjGEIWbkQswdKujA4iHsUiAJZmDrb3Nr7/RpTqjaI7TJLSFJYpMuRvgEiRi6lp32SEw2s5HYXlwIdxfh2V00u9bwpI67hIJodd9i3Puk3WEx5u6VRQLze+zuxvN6VhUpizeusW+vsrJrELiRmbcPl1JYRHSwgC4a5m64M25ccqSBJJgkTGTLmVWHa9bg0wDiuORIQscJihCWwvknnGy4IyRSRPqT4Htv9CIYER5T+BzFU8TzuLhzCX3a27s7HhmprEuET+11nl1j9eFzVVwPpnNBcPSvS/c73A1nxZKRq79LghngzIo7Gl915U9EHPv9dYB9Jbu58CEq+O30yClKInSYDIIRl8atd13fFWohAwsD7SE1eOjIOU/1j04eRt/VZ0zZqdCmPgJg714/E9501HkOysAhpkUlSTADgFnE5/WveX8VmMx74g2gv1Q0Fc6N+SdP7/IJMhmJYkAE09mBzucb0fHsoohWyKkYZ1wyWUChXGN3L+rKgRtH8dc4lzNjl+4mDP641N2Y4Hk0jo4ztKokmAFMTHNNxQKd6aQBiMiYpurW4w2rXyPodgyiSYhgmA2fKRGgyjAYzODCxP9zjN77SKqtTSipX5OrYo0C2lIY3JGuP+qYu3jIBqaSBJPgQm+uLj+LFapjJkuCIjKvmcVqGOSJ9K3CQI5s4Z+04yWY0Kfvo/OlZyD+LWxdMr3ooEPL3A2vJapnc03FFGbFw8zERLeXuhsuSlRWtreTBJPADP502jGjCgoK32ZgmwSaZ3wTwwJ3+x1hO+QYWHbaHSKG7uai612vPn1fkS661jCw23w0EPFzv1qB4DuvIiRM96OE48w0QEIdoa1GPDiwYN6+6orPmGgsgy8pczfWZdoY06WPJJgEkG6qcd6gMC5PoGnWNbHssLORtcA68SBAtRixe9sfq4f2+S/BqkTqk6Lz/2LEgkGLv8vb+7XnDYLJxqIS7zqsrrF3/Is4B7JhxoknkaIeFSwovHooJFiLBI8kmDgXjqjuczl/BpB1r0YJDPWXJkSw7rIXaMzWCInYtz0SoIlodiL8gshZLeKwiJSz2VwY+q9L3YtfGugY3nVNLJzkfi9yJPWBdpAF7SXBxDlJ62dMqbCQ2hDOsKqvKGYGEX2lQX8Imv6jRbXcx0BXOH5ZMhYBZrq2tL7h6oxVMIsUkwQT52R5XRUfEij2syNhPan6aSWj9nmh+zVCWPuSqj0u/A/j7FZWTyMCDFpQ6m44OY1d5mxXkmDimNrHq6psR5cG2yj6LiTIxI1au3ZhuItCn6uiBkx3gjIrt3UcMOR8VWb+tJ30w8e4l6zP+cGmeICSYOIA2D9j2vGsaE9FbMLwWS3KqUVzFkWuI0J31kyZRbp6qySZOMBPZ1Xmjnwoe+bLbAEDRl0STBwQeqsrHiCi0yM0WddZULC72RcDb03FmcTkFqmB4lBBVk0TAlZVOTHWH4o0qZLV3UiCMTl9L02enL/PBMcyJuzctwmBVpaM2XOXeC0/m2oqphCThyCcdmXJLAT4MYe78ZTM0in7tJEEY3LO1p9+4lhLgWUluCtL5ObC8NnH7jUyXnLpbt86c+oJoZD2BBNFjS1iUk1ZLQoCIlecSXcrkWv4h+d8lvEnL1iwKU2lhDYRBCTBmERNxO/tJP6Ee7wAiYBCwWJthxG3DdDq01XxGEC/NamKrJYAAjrzCkVR5oP5CgD985z0kUki7LmKP5bN8TycQHeyySYEJMGYXApraip2yWf6qPsFSTiysYYby+Z5/mxSRMRqfpfzKgZfE8ff14F2OaTaE6gDauiIkjlL3m6uqXyUmU09QRPoHbu7IWsygmbipEqCMTkrLTUVu+hMYgdjYMaMtY56zxjxl86kiIjVvK7yhQRl6kDlyPbhESAgGLTyoSPuaXzr5xknHp9HlgY2ZSZAusJadUn94n9KbBNDQBKMSdyaXJWHKOBXRXWxYHXov0mGObmQ56uuXAXirUyqIqslhAB/Za9r3FE0bampbNDB5WbEMPCDY8xe2yV6x2amj1yuIwnG5Oyur566r4X0t43dC+ApdXsqTTaNWc3vcnYwkBezoqwwMASIL3HUNd4qUtQAnR+ZDXFKoKfs7oYTB9b50GwtCcbkvPvOm7IdBdUvWIeuWqzHDJuz4BWTTaNWW39mxf6qlZbKiUgGmjFkEP3QmZ8/SdgqGUclxfKUuEszU0SOo5W86oqh7rxoBquedeS6NonYateUEYVQPgPR+/Ym64mUpOdLf7XzaSYkFn3bpO6y2i8IhEi/akTdYiOlq9flbADgNPsREPCuolovTtYfl6EwL2axHQpYRB2jcL0fj3GvaazUjKhf9E4yABHJ2vLaOsT9SzzOjxqI1ExL8ZEMPOKVYYSkjLORyBRQUufZvfty3lft/A+AY0wLIrSD6bHOgvzLR60OeZP1hybOYWRN9XjnJ2sGlgpFfWdPvddx36JzkiXbN6O8DoriMiuPdf6flodL1QBVg+gsAg/l+ftC15SLFAvvBuabzGII0MagGpjcM1vAJheQ0+LiKwYzkVez6seL1ynz/Q+tmkN5gcY90zy7qoxuW9AUd8MwDXj26WP9rc2fmTH6Es0JaLG7PSXif6+cdVzJiE7bGwSKmbMnGbpmkgzxggcF0+33eR7q1qupeuo5KvFdDDbjcsE64aayut72S/6aaROg6w8yYT/EkEPAeh3kIVvoBsfdS77JJHwyTRdJMIM0I74Zzjeg4ECT3esWqBcXuxfeJuqLj4FZXwrwL0FwTQrK9mrMeKe03tPP+E14qCus3mYqoBfjP456z7F9seBaWFrXTtulLRiamKfysdCV0SzsnBQw6WgDKe+wFni1IxD4eMuHnhNRDWWJgYAkmEFYIv4a5+2s43wzUfHEBOlMDaX1DZsN8bwu54UEGGQz1IoOvFXm9hwQbtwbZpRfrSpKzFxGzPxtaX3jdkMNu8EYrySYNKPuc5VfClZuAJkLncnEn5bWNfY6CvlqnC+BMTnNqmdGd4z1bUHt0DHzl4SNKO51lb9HUPaJoWyLY9NxMzMGlbtaSIJJ49x2xYDBPLM+Rwxe7nA37tHXHcFXU+kDsz2NqmdMV0QIatD+WFa35NFwSomXOVt7++poITBEWtjVXuuoXRcs2JgxA8tRRSTBpGlim2ZUnKsqdFe3L1O0bsW5n5hvcdQ3/qlvvZYzqw7XrKHngbietn8RQ/wToLRBUbaBpg1aAPJNT8zvqyrPK7YEHvJ35v8d4BlmpkPX9TllcxdHfM3zVVfcRESXRTGia/3Ra91SEowZtAdWRxLMwPCL2bqLEIJzibCDiEcSszC+UNhyacncJxrD1fW7Ku5mpnPM3N/0a094Hpw3c11e87qRbBluCagTAuByIuU4Yt4+pm7JrRBUteA+w+Y9ZSRY+uaMyY7hNvsruomA6grxEyV1jVXR1PHVVDSBqTRcHQa3rvbaJMEkdz7DSpMEkyKQDX8XClxHjEoGRw0mRTAsWjaC6KF11vY/TbjrmYjJm/2uyrcZvG8Can9g91r3j2QY5q+p/JKZx5uXSx3M+nqFSBj+hRj8MzGGM2OCGfIjkA41dLB9zpKl3X16p5cfRqoi8hFFfW6O9JLUU3d/dcXDTPQHSTDmZzQVNSXBJBFVrp2c710zrFKFOguM3XRgWGSAhZ0WBRj8jR6iBnIodaV/X/RdLHV8LqeIdD88Vr2evzNzq4O2GEVud8QkYC01lVM1ZpFSJeaxiYBOTef/84f8/9pu/su+Xh+2q/JJBp8QSz+xmVPA99jdjef1bu8UT80XRmvPwJelbs+EaHVaZlYdrmnB54D+2RvkDibW7CTvd0kwycMS3mqnOAr9sWcgbxKhY4xlpZgJAAANhUlEQVQLBwZB6WRwC5g+UQme9QHvg30/0Fjq+GoqgmAyHyicSRimneCoa3g+hmylyVXxqQL6VSwdAKxr2agePO6RhSv71t20CzHlCMrQl5W6F0/sK8PncnYginc5EX1tr2uIudvyVld8TUThnqPlHYyJSU5GFUkwyUCxjwyurbUALxsk8PLLwLqRI/WqBQtC4v8PJEDVhnN+N86idX7LbMpitUsrxp8d9Z4bzQxzU6YDE8GVKMjgS0vdntv7yhW7uObVpd5Yx8JN7XxfYtXYvh7Kza7KJ/XouyBh1eyIhaXXVfkPAs8OM/b2H+UrkpklMeA6kmAGDGH6BBgxaRR9KdhsFgJeH4S6x0j3ojVmtPy52rmXjSBi3sR2voxAXFxVZfOXBpcD2CFWnwxuduQFxlGfOycjNEZA/SrSi5vRbszew2MFgfK5KqsAfqzvnQ4DvlK3J+wFcCyd5e/xISAJJj68BrV2c3X5WTqUuWYuUQ1FNwVYMqs0u6aMaIHlvzp491htGHRbqbvhon47GEDxVTtfIcIhsWQQkb+kybIVhbFH8bkq1gC0ZXgZ5LeP2XNEbIL57XjmzteJsEVPOcS0zl7fMCqWfvL3gSMgCWbgGKZNgvDmhq7PNNmhzx5wbEfz5/e6hI3V1uuqfJzAUZ+Au2TQIoe7YVo4ed5qp0iNOyvW4tJBP5aO2XPbcEThqymvg664wodRMEcwQjd/TeVrzHxwTz3DWUfHwkX+nhgCsdZAYlJlq6QjYNxt/OhYZDY4FTHuttd7ZsWrSLOr8m86+JJY7YjodXtdQ9hdipFil7QnY+60Ijgdir590088EhbLs+D+mS8Z8DvcnrJYdzBCTrOr4j4dVNOLYHQ8UDrXc0asMcrfB46AJJiBY5gWCVxVVdw8PPg46yai3zHY7vZYiOLPeLDhnJMOUkOh12MOinmpo74xrDe4QQ6qRTwRR7ZnMd6p6U+OuoabI/Xld1Vu4HAe4wyfo97cHUpLTfnZGitzevShMeiiUnfDnTHHKCsMGAFJMAOGMD0C4iIY4p8cdY2jE9HMcMaEEvGj75YZLRC2QTCK5floOxgi7igZ7S+l2pfFk3TY4nc5P2fAyATQsxDjO3u9Z1sz4/PWVE4l5oU96vpULXhotwWxGRmyTuIISIJJHLu0toyLYHRljmNuYpH3/C6n8JfqZfwWdqC6/nfH3MUXh/utZUbFuZpCd0cDiJlfKq1v/HW0Or4a53/AOKZfHaJvHXUNpsItiNS8gZD+ZHfKWCL61F7XMOQCdaV1sfboTBLMYCEfZ78vTZ6cv88EE3cwDFYV3m1YXeOncXZhVPdVO58F4TfR21JQZ+38svrF94Wr53U55xFwVkQZzB0arEcOr3/ijWj9eF3O+QTDcLH3Dkahpfb7GkwF62qqqZiisOLpjlLHjLtK6z3nJ4KNbBM/ApJg4sdsUFowoDTXOB9gxqnRFBAhJe1ujy0RJb3Tp24DVX+RgKhWskxo7wBPGh2GxISePpfzXQL2jqgDUYOj7pcAWpHqRTKUI+B2u9sTzoCunyhBMCpoETMsIoVsMKhPHnG/jKGbyPpIpI0kmERQG6Q2G6rLz7KQMjd6yAf+yuFujGnkFm4IwpDPSvpzDDiiDpH4W0dd+IhwYqe1944OEbe4IJwM4RdlUbCfmR1Wi6vyfI35jj5P1QEF5CpxNzxgZhqMHYxODSLAF4M+cXgtE2UmADPIJaeOJJjk4JgWKYYDXyj4UtTL0wFkIVw/Y0qFqige4d0ddZdEuMNe5wnrkCgCoze3BteHI0EhVSGaNqyuYZEZwDbWTDslxNq/ekX7J/ZaFMvk4jkLRWbGmKXriETiktfKwOxw7g0xhcgKCSMgCSZh6NLfcJ1r6mgL9B8iRmsj6KpO1w+rb7g6Ee18Myv+DI3+Gr0td2ps/XWk+5NNT9QvhN+94EuHz7qr2R1Em6uyqpP539SD8UTyM7vbYzpcRdcOBo+DSLcXFGxPdzy6NhFsZJvEEJAEkxhug9bKV+0MRYrnK8IotBHvE+5uxIzCvurKRSCOmnNbYXqwpL6h38Vrt/yW6sprNOK/hOmPQ0E+MJ77D79r6u911v5F3U9AxlZGucbuXhQzsHd3/15X+REKFA8Yr9nrPTHDSJjBSdYxj4AkGPNYZURNb7WzlQiF4ZQxfHvqGkxZuIZr762uWE5Eu0QaqLhADkDZJpLzpLA29q9xLAbj6J4yjA0I4T57XYNZNwej+UaX88IQ47buExuBOxUtNCkeG5bVZ0zZqcCqLgl0dkzb4sFnTR2rMmKic0QJSTBZNpH+audbXcnB+hcGe0vdjQnlSmqdecLEkGZ9hoGRkSGh+x3uhojPzyKZXHNr8zsM9DLyY+bVjrF7bxPLObFvv/6ayjnMfHb3f2fmF0rrG3uRV6zpY5er0Id114dzzIzVVv4+cAQkwQwcw7RK8FVX3sLEF4ebOJF32V7nSciIrLmmYorOJEIbhN0dAYiZ6mNT/GER8rKneqwHtT+U3R8+C0A08ATBgLmm+8K4DdrIMe4lIqJfXKX5vGk7ldy9MGyak7gEycpxIyAJJm7IBreB4Uioao3hnAAJvNzubtwtEQ2bXBU3KqB+WQyELCN+rsJn9EzXGq6PppoppyisPtLrN8KLjjrPUYno5HNVLgTYSDhHTEvt9eaM6xLpS7ZJDQKSYFKDa0ql+lxOEbt3676dDMQMvslV8agC+l04xRm0uNTdUBFrUN4ZzgtJ+SXjJDEFFIvlmGFzFpgKodlXvjDYA2MiFITsnY6R8YaeiKWv/D31CEiCST3GSe/BW13xABGdnkyC8c6oeIUUOqyvTHF/UlrfONbMIPwu51UMXNtdlxmvltZ7+sk0I0vU8VY7vyXC1jpRXVmcF8Rm+5D1UouAJJjU4psS6eIookJ9UJi/9+xgIDsYr8u5kvqEuSRCCJpaYZ+78GkzA/G7ymsZSpcNjvAZULi8pK5xiZm2fevU1sJy4eqKFToQunNM4261tTBiGsuSXQhIgsmu+er6dkVsmLLQB33zGCWdYIB3S9ye/c0EdhJ69SQY8aQdtPKhI+5JzO/HO718b1ZpekdAvztSHuosnLohp7IkmCyd8r73HWIYAyEYX03FGnDvGLg6ab+PlAM6HGxel/NCwuY7mLagGjxs5Jyn3stSiKXaSUBAEkwSQBwMEcJtwAptBUAl3f0PiGCqnV7QL06ORPRTSaFlV7ptgXBcNFWEL5OFVI/xSE3sDVlwXKI7GFMdykoZj4AkmIyfosgKbkr0Nn2gBMO1sPhXV2zoSVY6uK7M3bjZyM0MTCJdLnPHh0RUxIy1OixTY8V8MSNX1sleBCTBZO/coWX6CbtpqvXD7ti3xPjMXu+JaOofaaiCYJpXO9f1DNOggw4tcze8Fi88vhrnS2BMBvgnja3TJMHEi2Bu1ZcEk+Xz6auuuAlEl4lhMNHXpSZSqvYdcl+CEa9HJTzKHi2XdSTYNpxdWa3q7CZgbYjlDibLl9eA1ZcEM2AIB1+Ar6aiCUylIql7qbuxOF6NBMH4VjubCBi2qe0HDrcnckS6KB0YmR0doY0MfaXNYju9aM4Ceckb74TkUH1JMDkwmetryq+0QLmGmNpK3A12s8/KPYfudzlXb3ZSjCOfdTj4DENAhSYUKnkX2eb8e2kOQCyHkCACkmASBC7TmvmrK98E6SNLimz7xfPy0z0On8u5DJvi6CoBdeeS+Yk7B4qwDb7VjnsKmG7Or2/4ItOwkvqkDwFJMOnDOqU9bTjnd+OgdbiCoeC/t5z31CfxduZzlS8EK1OJSC+pa7AmkrStZ58iTEIidzjx6i3rZzYCkmAye37i1k5Y6Cd2RCq/mqFeDPB6h9tjKudQ3MrJBkMOAUkwQ27Kww94/bkV+1uDyl1gaDIsglwUyUJAEkyykMwBOc3V5WfpUHd21DdckgPDkUPIAAQkwWTAJEgVJAK5ioAkmFydWTkuiUAGICAJJgMmQaogEchVBCTB5OrMynFJBDIAAUkwGTAJUgWJQK4iIAkmV2dWjksikAEISILJgEmQKkgEchUBSTC5OrNyXBKBDEBAEkwGTIJUQSKQqwhIgsnVmZXjkghkAAKSYDJgEqQKEoFcRUASTK7OrByXRCADEJAEkwGTIFWQCOQqApJgcnVm5bgkAhmAgCSYDJgEqYJEIFcRkASTqzMrxyURyAAEJMFkwCRIFSQCuYqAJJhcnVk5LolABiAgCSYDJkGqIBHIVQQkweTqzMpxSQQyAAFJMBkwCVIFiUCuIiAJJldnVo5LIpABCEiCyYBJkCpIBHIVAUkwuTqzclwSgQxAQBJMBkyCVEEikKsISILJ1ZmV45IIZAACkmAyYBKkChKBXEVAEkyuzqwcl0QgAxCQBJMBkyBVkAjkKgKSYHJ1ZuW4JAIZgIAkmAyYBKmCRCBXEZAEk6szK8clEcgABCTBZMAkSBUkArmKgCSYXJ1ZOS6JQAYgIAkmAyZBqiARyFUEJMHk6szKcUkEMgABSTAZMAlSBYlAriIgCSZXZ1aOSyKQAQhIgsmASZAqSARyFQFJMLk6s3JcEoEMQEASTAZMglRBIpCrCEiCydWZleOSCGQAApJgMmASpAoSgVxF4P8BJDBLwZvO5hIAAAAASUVORK5CYII="/>
          <p:cNvSpPr>
            <a:spLocks noChangeAspect="1" noChangeArrowheads="1"/>
          </p:cNvSpPr>
          <p:nvPr/>
        </p:nvSpPr>
        <p:spPr bwMode="auto">
          <a:xfrm>
            <a:off x="155575" y="-319088"/>
            <a:ext cx="666750" cy="676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0" name="AutoShape 4" descr="data:image/png;base64,iVBORw0KGgoAAAANSUhEUgAAARgAAAEcCAYAAAAcH6uaAAAAAXNSR0IArs4c6QAAAp50RVh0bXhmaWxlACUzQ214R3JhcGhNb2RlbCUzRSUzQ3Jvb3QlM0UlM0NteENlbGwlMjBpZCUzRCUyMjAlMjIlMkYlM0UlM0NteENlbGwlMjBpZCUzRCUyMjElMjIlMjBwYXJlbnQlM0QlMjIwJTIyJTJGJTNFJTNDbXhDZWxsJTIwaWQlM0QlMjIyJTIyJTIwdmFsdWUlM0QlMjIlMjIlMjBzdHlsZSUzRCUyMnZlcnRpY2FsTGFiZWxQb3NpdGlvbiUzRGJvdHRvbSUzQnNrZXRjaCUzRDAlM0JodG1sJTNEMSUzQmZpbGxDb2xvciUzRCUyM0YwNjY1MCUzQnN0cm9rZUNvbG9yJTNEJTIzZmZmZmZmJTNCdmVydGljYWxBbGlnbiUzRHRvcCUzQmFsaWduJTNEY2VudGVyJTNCcG9pbnRzJTNEJTVCJTVEJTNCcG9pbnRlckV2ZW50cyUzRDElM0JzaGFwZSUzRG14Z3JhcGguY2lzY29fc2FmZS5jb21wb3NpdGVJY29uJTNCYmdJY29uJTNEdGhyZWF0MSUzQnJlc0ljb24lM0RteGdyYXBoLmNpc2NvX3NhZmUudGhyZWF0LnRocmVhdF9hNiUzQiUyMiUyMHZlcnRleCUzRCUyMjElMjIlMjBwYXJlbnQlM0QlMjIxJTIyJTNFJTNDbXhHZW9tZXRyeSUyMHglM0QlMjItMjAwMCUyMiUyMHklM0QlMjI5NjAlMjIlMjB3aWR0aCUzRCUyMjQ5JTIyJTIwaGVpZ2h0JTNEJTIyNTAlMjIlMjBhcyUzRCUyMmdlb21ldHJ5JTIyJTJGJTNFJTNDJTJGbXhDZWxsJTNFJTNDJTJGcm9vdCUzRSUzQyUyRm14R3JhcGhNb2RlbCUzRV5Rg9QAACAASURBVHhe7V0HeFvV2X6/eyV5xpKdAUkIK4SyV8JeoYyyYssJpqUFCiSWCRAg/IxSoJhRRqFlEywnJYwCJSSWE1YZBcoKK8xAIOxAQkhiSXa8JN37/c+5joOHxpUsyZJ8zvPw0KJzvvOd95z7+oxvEGSRCEgEJAIpQoBSJFeKlQhIBCQCkAQjF4F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0BWI+CvmTbBXrdwZVYPIoeVlwSTw5M7FIbmrXYucRQWzKA7Hl07FMabbWOUBJNtMyb17YWA1+X8UgW/MMzdeA4BuoQnsxCQBJNZ8yG1iQMBBhS/q/J7AHbW9fNL5zbeH0dzWTUNCEiCSQPIsovUIMC1tRbv6g++V4DRAFY53J6tU9OTlJooApJgEkVOtht0BPoQDBNwtd3tuW7QFZMKbEZAEkwGLwaeXVW2trltTLFitbAeDMFi0UPFamsglNfR5l/TuW3ryDZasCCQwUNIqWp9CAYErLa7PWNT2qkUHhcCkmDigis9ldk1ZYSflcdBdETYHhkaEdoAtDDjEyLlgRL3oscy+ZKzqaZiSlld45JkIhiGYKCDLih1N9yZzH6krMQRkASTOHYpb+mrdl7OoNkgHhltohgQf70Z4BaF8Jwe0u5zzHvyxZQrGKMDrqoqbi4NPaYz78bES8vcjb9Lpk59CaZLNv3ocDdslcx+pKzEEZAEkzh2aWkpjkn+1sBFAF0KwGqmUyKEWMeHrGgPlNYtuctMm2TW4dqq4ubV2sU69IsIGEZApwqUF7s9zyW1H0DxVVesIqIxm+Uy0BbUdh4zf8mKZPYlZSWGgCSYxHBLe6ufZ5x4vFWx1BEQz19ncfG50gblmgL3okfSobR3evneiqo8qQNjeiyu7x1uzzap6N/nqvQBbO8pm5kfLK1v/GMq+pMy40NAEkx8eA1qba6dnO9f43gSjCPjUUTsaHQdzzrcngqi1Bmjbag+6SALaS8yOL+Hfkyk/MVet+j6eHQ2W9frcoYIUHsRDNDiCDi2pvnzfWblyHqpQUASTGpwTalU34zyW6GQODbFNX/ilaXE7RmXistg/4xpx7OiLwFY6Tl4AnW0IjRujHvJ+mSDIi7Dfayu64cCA2TRDrTPWbI02X1KefEhENcCjU+0rJ1KBHznnngkBy3PEdDrg47VJzO3QlFOL61rWBSrrtnffTWVR4PxFMD974gIbzrqPAeZlRVPveYZJ1WwGvKwuOXuW5huddQ3XBKPPFk3+QhIgkk+pmmT6KuuuAlElyXQYTtZ9Kn2exc/m0DbXk2WV1UVj3EE1xKhMKws4kscdY23DrSfcO391c6nmHB8WNnMSx31jQemol8p0zwCkmDMY5VxNZmhNJ9d/ijrysninTqeQqCm5iLLhHG3LWiKp13fur5q5/MgHBVOBgP+IGPyqHrPBwPpI6xsl6vQj59/AjAsPLHRD/k6jsyvb/gi2X1LeeYRiHNZmhcsa6YPAb+rci2DR8Xbo868uqy+MWHLV5+rsopZ/zdR+LsgJvqktK5h93j1MlO/ZfoJu2mq9eModYMBTS8fNW/guzQz+sg64RGQBJMDK8M/c8oBrFle73vBamZoBHrK7m440UzdnnW4qsrmLw2KQE8RHQwZ8JS6PZXxyjZT31ddeQuIL45al/FnR73nRjPyZJ3UICAJJjW4pl2qv6ZyDjOfnUDHDGvoaMc98Vn++qZPnQFVrx+MD3yda+poK+kfgTEiWv8EvdbuXnxNApjIJklCQBJMkoAcbDHrZ5841tpq+ZiB0nh10RmflY717UO1L3eYbet3OZcysH+0+opCrpL7GqKTkNkOe9Tzzaj4MxT6a6ymBNxtd3tmxaonf08dApJgUodtTMnGC0yJNrx03qLvYlY2UcHvct7GwIUmqvarwrpycencRX8307bJVXmISvrzzNTToK5XU7GwdOKzSuuSGwRqVVVVWbEjuIwIMS2DFeInSuoaq8yMSdZJDQKSYFKDa0yprTOrJgb14F0WRm2yfHS806duQ4r+AQiOmAr0qUDM35T4bDuZCf9g5v5D2KZYFJo2LIn2NkJls7sXY3iMFxz1nqPjxSKe+sLYj1JgRBiPDplcVxLMIM2O/2zn06zjaCsrBxXVL3onWWp4q8s9REpFAvJ0C6mnFtctfDRWW2+181UiHBKjXiAU5MNG3N/4Vix5Zn8XrhLe1Y6vN0Wwi92M8Zyj3vOb2BUTr7HR5bywCMq/yb1oTeJScrelJJhBmNuWmVWHa6Gg8Cy2tfisw8ctGJgtSs8h+Fy/HQ90fpnIsBhYUur2lMdq66upWAOmLaPVI6A1xJZjhtc/8UYseWZ/97oq/wHos8mk0Q+DFpS6G042Kz+Rel6Xcz4zWsrq5V1POPwkwSSyqgbYxldT+QqYDwOYHe7GuEz9Y3Vt3FGUBlcRIljWRhVATXZ3g4g9EzE6f+v08r2DqvIqgKKoohiBkI0PG3FPcnYwIv8RWF/BfXydoumggG4pcTeIMBcpKz5XxRqAfmrxWo9M5h+KlCmcZsGSYNIM+PrTTxxrybd8BSBPEIw34C/bbv7LSfP6FUGY/D++/yqIDoh3aATSFMLJ0e5NmlwVNRbQnTpgi7GDYY24IhlR7N51TSwcz1t/S8Qj4xlTiPSrRtQtTokXt9CDzzjD4bf5NwD6RpBykqOu4fl49BsKdSXBpHmW/dUVDzPRH7q6ZdahHFbmbngtmWr4XeVXM5TaRGQy8xOl9ZFfXsy+VCXzFak3ZuZGxWAEdZw1KoWpTLwznPNJwR9BCCGkzHTMWzTXnHZDp5YkmDTPta+moglMhq0KgXRd044onbf4f8lUY/25FftbgpRYqAKmHxz1DeMi6eOd4XyBFHPxaJJhByPcEQB+PG58GOutun5M0bzF78fd1kSD2lpYLlzt9AMoZEBnnc8vm9t4j4mmQ6qKJJg0TjdfcMoWvvb2n34BnZksfHwyvJr7DEPxVTs1k3ehfZqS7nA39Arg1LNCVA/mvpJIuWoggaa6wkDwM+gTUMrMlDHwhQPK5FS97mw4u7Ja1dndrYuu83mSYPrPjCQYM6s1SXXChVdIRXhHkfGw2eXsYJMxfHsNj4GOjrYttnzouZ97/nfxRLzuR8dONsITAMabgYRBi0vdDYk8maPlnKknaSFdPJlbzPTVt44CWlCSohcknjw53z+hdCWIN4cvlQQTfpYkwSSyehNoIy5ffas/+JSACb0+XOAHEa82mVHmNhHMBkb8BneGbsQrSEeeTlDBSgGI88mInsd5RLCGDfAUBhMCAgT6l0b6q2D+ttS9+CUz0HlrKs5UQG7mxMjFGIKC0+33eR4y01+8dXyuiusBuqJnO0kwkmDiXUdJrc+zjivxBfJ+JEZxL8HEIXuTrciMBa1ZhbgWFv+Pzh9A2MJsmxTXCzK4XcSgYcZqRcE7pFleYpU//U+T8t3Jm5LHCYz8nfl/J/B0EfUyUZ3E3RbDtqPD/W/xWpfU0mVn1LEMoBJJMLGhTXgSY4uWNXoi8NNpx4zKLyhcHe4+IZ/pV8kMjGTsYKqdqzlzCCbsYhCEozN/quuhB1TYQKpew8Ckga4cBi//4Av/pCNeNu+8abbPZlfl4zq4n3+T3MHIHYzZNZSSelEDJDFesdd7fp3MY1KTq2KNgujWtikZaEYI1S9zuBf/Ldmq+F2V1+vQr+hrSSxCArO85I3wRyTZsyDlhUVA5AsiVVkW7kdiCpQUB7en2578caDwrZt5wkQbW6/TdT62695kaBVxPPqP11LQfexK1uibayqm6EyNXUk0+5WAxvrM4fWL/5ms/nJFzpBbgIM1ca2zyvcOdoYnGKETMf/LXt94aiL6iSPRxpppLo21Cwk0IR5z+kT6y+Q2RPjUXufZNZk6Gl7qqi7Cc4aN/0vAWgqok0vmL5TZJPsALwkmmSsxiqyWmopddKbl4TJsiGY6c0eezgfFYxgmUrS2rdWPCmnabQzaOpGQmWkafnq6YbDGoZOHz31SPKUnpQgfKIb2IhgRjQ/FnU+pu3G3pHSYY0IkwaRpQjec87txaqhDBJaKjDnjP456z7GxVBJWpBesmnYiVO1vxNhBmATHajM0fuevHO7GHZI11o0zp+0RDIU8RLRdVJkm5y1ZemWTHLkw0zRbXU+weSJmSPj8QZv0iBXmsXX61BMCin47EZL2IaUJgtR2Q9AVXa8uSdI9SJehnzYfoOhe48ZfDOUau3tRQr5fqQVl8KVLgknTHBhezqs/+ATAr6J1KY5QShgjMRE5zc/qo6TgKLOGbmkaWkZ0I+5eVvKqfSe532sbqEIi7gyBZ5uRI17+dFWdVjpnocdM/aFWRxJMGmfcW+18UCGcFukeplsVQSC6Sq7hmwJmN9c4b9AYFyQW4yWNAxzUrigILXiOY96TCXs0r6+euq8K/XYCDjJ76BS5pUpJnZQqn6dBhTQJnUuCSQKIZkV4p5cfpqjKK7EIpkse6QR+h4HRBIwbiGWrWf1yoF6AGC+ErPlnD7/3sVVmx7MpSNctBDotbH7tKIIG8vpnVr9sricJJs2z53M5A0jECTHNemZ1d4T1FsYfYgVT59lVZd7WQJVCyp/AvG1CY9ZCRznmxZdTKqF+srSRJJg0T1yziOEK+qMIiCRLChEQABPPdLgb6/r2sto1ZUQ+lP9TgHP6+hTFo5GRiaG+cYdkWmDH03821JUEk+ZZWnvBKVvktbeL7bs1zV0Pze4Y79lJmQL3orXtrsppnaRfoLByAIMjxrwxC5QCOqPE3fCA2fpDsZ4kmEGYdW91xQNEdPogdD1Uu+w04sowVLOXt7GAEo6adnfD8Fj1hvrvkmAGYQWIXYytrW0ZEY0ZhO5llwNFgKCrujJrWP2iewcqKtfbS4IZpBn2VTsvB9H1Q968f5DwT7Rbw2iasdRe33BgojKGUjtJMIM02yK/M7H+YEwz9EHST3YbHgECvCXQdpTpYs2tEEkwMXASnsq+6VPH2YDdWNWDsZ4+zcAuZPpdlXMB/QwMwZAKZjDKzDoUtKjKpOI5Cz/KTP0yTytJMH3mZNXsqrKi1sAlKmgqE7YnQGFmAndBJf6XSMWoAx0K4xMQnizxWm82G/KyKzbvsncJyp6ZtxykRtEQsFksBxfem7xUuEMBbUkwm2bZP2Pa8aSEbtSJdjFeG8zEhBWmLCQM+ykA0Aqm0LzSuiV3RVs4flfl2wzedygsrlwZo7h10UG3l7obLsqVMaVrHEOeYDaFUbgTjONB0dOhxpwUNvY5K8DqxSXK8JfJ7e7leOevmXolWL9OmtjFRDJjKhBEgkhcWur23J4xSmWRIkOaYIRzm0XRnwZjRFLnTBAN0ZetgVD56PlLvvhy1nHFozvzzgox/pH62C0EKijoOs51dghf36QOLR3CyGIB8gqAYAAcECYsg1MY3GoFTU3GvdvgjGDwex2yBCN2E8z61Ykm9jI1dQxxe3M/KbqXdHV2qkNZqqPHwXrIUbDuPtFQT/vuKwSXvYngJ8uMjzXjCxFsh/0Glp33hLrlWOjNPoRWfIzQsjeg/TTgcMWmh298FAotLdFHHtl3F2paiKxoIDAkCcbrci5WgBM3eyizcXmbGjCMe5rUrjbxFz//5OmwHXQkYO3vgaD7vWi94xroP4qAeplZ1O13RMHva6CO276fghwKob3uZgQ/ejflyuvAGmhKddm8RU+lvLMh0EGKl37mIeitrryGwCdsCuD8jaaHniCydOSx4hU3MAHQ5i9UoWCHppGVmMaD9clEJIyrRmba07LtiBOQf9IfQZbI7k3aF8vReue14AzcydCIUSia8X9Qt9sx8oIJBbHxhkugpZgkdfDnpWP23o1qa0OZt3qzT6MhRzAtM6sOJy2Y12nJ/yyemCFiate5po7Op1CFzspVAMZkymVt8VW3Qd0qRrSBUBCtt9citPLTjFuleUeVI7/qzJh6dT69AB2Nj8SsN7AKzLqmTpE7mIGh2N16yBFMcmAD/DXOh3TGKQTjSXvQChUUYtiN9RD/jlqY0fH4P9H53ycHTddIHRe6LoF14kEx9Qq++zra6m+NWW/AFRjrNWv+PvH+ARpwvzkoQBLMACbVP3PKAawpLwOUNwAxA2pKefko/ut9UIbZY8rpeGI+Op8XucMyqxRddB0sv4qd9SOw9GW0339HWpQnoteDhcHfjuhKhqewy5WPOneHuE+T8V/MT4EkGPNYha25sdq5V5Dw/mACWTT7Wlh22j3mDmZj7fnQfvphgCNOfvO831Qif2rs6BXt/7oPgf/9J/kKhJEojOsY+JpZ/4QUZRR0TADBz4wfFPAPUJQW0SykBV9UlaL3He5/f5UWxbKsk8H8LrIMqsjqeqsrFxFx5WANSFyOFlZfDGX4yKgqhD56B20P3A3e2DxYqvbrV3GUoeiym6GURTdF0r77Eq23XJEhl9TcZVIpCrFIWyLeITUGtxPTh4qiLCiuW3SP3Omk/AE1Y9ZxShURzovNLqeXgZKUdhRFuGWHnWH7zVRYd90bUCNfCwXf+C/an5gPbjX+AA9qEce6oouuhTJm64h6iCd2beWnaH+sHtziH1R9zXQuwjmIpBAAt4LwtqpYrxs2Z8ErZtrmYh25g0nSrHpdlfUEnp56q5fIClN+IdRf7QZ17NbgQAB5hx8LZdTofg0Cr72AjoUPgNs2Jmn08YuhEgeKzr0C6rb988cF3n0dvPZH8MYWaD98i9DK5V0HluwsRqaDYGfINeJB4z5nSBVJMEma7g1nV1arzHeA0WWnnwFFvCwVzboK6vid+pPMW6+g46F7B+XIoZQ4UDjzT1C375+DLiguch+6B8K4LpcKgToooOxdMn/hilwaV6yxSIKJhZDJ3/2uyie5y4AvowrlF6Dw7MsM8/u+JfTh22i97+a0+ispxSUonH1NWLudwGvPo/3hOdm8W4kx96QT8Q32Oo+woxoSJasJRsRu2aq1tGOw/UXWn37iWGuB5VtmWDJx1YijU6HrYljE/UyfEvrsQ+N+Q4/L16fvsjF3fKGiYSi+5K9QRo/rp0fni0vQ2fDwoOyo0jlnRAhpuj6rrH7xfensd7D6ymqC8bkqrmfGuNL6xj8OFoCiX5/L2QCGM9U+RwMaY34Bis67EpYJu/QTI+45xM5B++aL3r+pKtRtJ8Aybjso2+wAKiruMugj6gqD012YobduhP7zGmjffwV93U/QVq8CQsHNVcSFbuHsa437ob4l8MISdCx5FNzRPqAhDn5j6gA4SMAGJu7QdTJAElfuTGwjUop01tZayDJvWN2iqHGDBn8sydEg2wnmUQIdWeL2bDlYT4LfnDHZUWpzrEupV3Zy5hrCKK/wgqthCXMnI0im86nHoX37JWiYHdbd9oa6wy7GC494So6n6OvXIvTlZwh9/B70H78FCopQ8HtXWEfGwMvPoGPRg12hJbKsiNciBfCzjhW6Qq9B549Um77efu/iZ7NsKClTN6sJxu9yLmXG/jrjtLK5nodThlIUwSKhPRFOG4y+E+nTIJnz/wLxrN2viJ2I3xs3oUTVQ+x0dA1Q+58ejSfzh+eAtey60CWQrrP+MCnKw466hucTmYeh0iarCcZX7fwchB0HKwnWylnHlYzozPuJkDkvR6YWbl6+8URsxjzflLwEKgVef9F4Lcq252cGfCEou4x0L1qTwLCHXJOsJhi/y/kOA5PErGmEO4bXeS5M5ww21ThvUBiXp7PPZPVFZSNQePp5YV+XktVHJDniGNZ2383QvetT3VXy5YtLWi10yvC5Tz6RfOG5JzG7Caba+RQTjhfTQoAW0kO/S9fEs2vKCD/U9wBENkPN4PVi2f5XyD/FBXXr/gGeUq62phk+RR1P/juj3BZMj5voUUddw+9N1x/CFbObYFwVdzPo3O75I9DP7VrgyC3nPfVJqufUf075sRxSnkl1P6mQr249HgUnnwU1zItSKvoLK5MZoa9WoH3eP6A3Zd1OZoPD7UluHOe0AZ/ejrKaYDZMP3GGqlrqe0FGWMUh5dDSeYtSGh8yWxPYi8BUBWdeEDtAVZrWob5hHTbeegW4STzEZU1hnZXzymRu6pgTltUE01FduWMHsciy1ysei9jJ/JzXMWHCXc+kxG3Yf7bzNNZx/yYTh5ggZ0oFZeSWKLrgaoh/Z1LRfU1ovfUKw34mWwoBb9ndngP66ltbC8vhL0+2TJ7cfyQLlo/UP911gX51LfTBMqtIN75ZTTAvTZ6cv8+Ojle7L3p7gicsJsG42+72zE4GqN7p5YcpVuVPuo7JJPyNsgw5stpQfNU/oGwxNhlwJF2G9tUKIzB5FtnDaKRqh+iaZT8CHwHmnUDKKDDbjfgNYYybxZIRmUEhwjoQNWma/prFynfa5yxZmnRAM0Rgln0m/VFrqik/W2FlTkQ8GesJeKykuOQmuu1B096s66ord7SSfgQznagQDmSGsDYT3vhZWay7TUThrCszV/f2VrTe9zeEVmRP2mci6MwiIgwL2+b4sTUyTpAu8i8R83KLqj5RVKDeT7ctaIpfWGa2SACVzBoIV1UV+0uDqzdlCQivnJhIBe3EWMXE70PHtyqUzqDCm8PwM+sBYioj0HYKMJ6JxgBcnG3HoEizQ8LJ8PTzQKPHQi0dGTa9yWDMrIjxIi55A2+9gsCrzwGDmGhtMMbfs08RxgqAn4jvCUK9JxdsbbKeYMQEbahxXmdhXGnO5W6wl9Hg9U+KApSNgHXH3WHZY5IRLkH4Fonjk/AvSksRZ4fODmi+DdBWfIzgO68abgWy9EBAHKJA68B8Q+nc7E5Zm6ZVldrlIy7WLljt/IaArVLbU3ZJF97TyvBRCH74DtgfZtetWiDsYSx77QfLr3Y3Ln+FK4FRkkU43ZcR4ln6848R/Pg9hD79ALqIDRwhiFS+81TDCC/4+ovgHg6T2YV+crQlpqUlHcUV9NBDPydHYnql5ATBCMjWnn7sHnn5+cty5Ugz0GUgIsYV/+X2rmwDoSBEOITAGy91fdiRii0PqnBuLBsBdZsdjEBVIs6vIUPsckwUcUkr8klrn39sRKPj9T8j9ON30Nesiu4WoFqQd+gxsB56NNSx24DbWtF629XQVn1totdcr0IbdZ1nDpa/3UDQzRmCESD4XOWXgpWbsvcq9pepJHtpV57m8TuBVAtCq79DcOkr/UMqRJj9glNnwnboMb1+FR+/9uVnCLzzGkQA8IhxeUVMX3FtKTJFWqwgq9XwsI4awpl1cDDY9Qokdh0d7WBN63J0jFDEbkkc06x77w/LbhOhlPVOminuZdr/eXv09U1kZIS07rW/8W+y2RD471PGnU4uFQJpOvMjpfWe2OkXMmjgOUUwm0kGyl+zIXxC5HVARoAo694HAOLeZFMRyeD1dWsQ+uhd46ihr/4+7K5AxG0pubEe6D7u9OlIpI/lpvXQ1qxCaPn70NeuNo4kvH4tWNdTtjzFXQ8NHwl1y62MWLzqDjtDHbONEWcmXNF9G9A25yYjhETfIo5zwlnTsuf+sGy/I8Ql9uaiaWi96zqIYFrZVHp+jH3vE40Tq7gEZrxur/ccmi3jyjmCEcALM36ElIcZGJ4tE9FTT3KUYdi19/xyHxJmEHrTOoRWfIzQB28h9PUKcIvIEtC1LPOOcSJ/WhwxuAKdCH3/NfSfV3cFi/r6c6CzE3qnkWesi3Q628Ht7eCOtsg7ksIikC0fIkyn+BLEDkjsUsRxTexUlNLhRjS7mGlue/TQMxeSseMZvxOse+4Hy467QRnTPzJed9PgsjfRVve3zJl+AYgCDYxOYmwk4rU6k7hX0Znoe2L+2kJoDxFbmKEpRGWk09Y62LCKJMK2DIxl4Kd2aAeMcS/JCv+KnCQYMSFcW2vxrf5gLoDTSDxSZ1FRRm6B4tq7oiaz7zkcQQrBt//XdSwIBVF04TVhswnEDYGuGcG3SQsZT8naTz8aux5xBOl1vFJViPzS4uNXy0aCRCYDccSyWgEaGPTB95eifd5tsB4w2fgnbBybMAMz4g3fe2PcQ052A4K4P9GXWVUs6WjXHh1qmQVylmC6F8ryqqri0fbOv5FCZxBT1ljgFp77Z1j32De+9R4luFN8giLX5vY2tNffiuDy9zdXEqlRiv98a+z82MlSwoSczqefQEfjv0zUTH4VkUGACc/k6/hTfn1Dnzikye8vkyXmPMF0g89VVTZ/qTJOQeBGjTCRmLfJ9BcncdTJO74qoz5cgac4eogjSHcR7geGj1OMzJLp+BD0Fj9Cb76EdhHgUFwyp7EQ4NVB8x0B+7U0f74vjV1nbFdDhmB6zgBfcMoWGwOhnTQtsJOqKmNCGsaAmXQFW6tMowj65viODEX4NH3NJDKD0lRKln2ImSVBBMUx3LjMtB58pPF8KyLzD3Zpc9+C4Htv9CIYseNStxgzaKqJJ3FxnAq+9QpETOA0R8rTSv9fwAAAIABJREFUGXjIUVBwGd3x6NpBAyEDOx6SBJPIPLDLVeindWvBhvtA2ot4aVHGbmtka1S33xGKvSxqitiUKcjctYN5/xf/PLGDKb7oWojL6XQWkZkytPLTrovuFR9DXHwPRiHgC7vb0z+L3GAok2F9SoIxOSHe/5u6DbXwSuAX/yWTTZNeTeQ5su1/GCwTD+669IySizrZnYuPuG3uPyC8nzcfkUpHdOWYDpOmNtn9C3nGMeiDtxF840WExIvX4JcvHJJgws6CJJgwsIhk9j3/s4jdIV6lmtd8sJG5d+yZwV7bZC+D7aAjkHf4caDSFL3Kd7RBW7vGsKo1jiJv/Ld3WAUi2CYdAnWn3Y28SyRekkxa/saDn0gO1/H0AoSWvZlRCdp0xmdl9Z7+CafiGVyO1h3SBLNx5rF7hLSCWcw8CWC7QjScCYWGxUKPQoYJKwm3/IxdBsLvyPCWTtIxRV+3FsFP3kXo7VcRWvW1iEnQlV4kWhJ6cT8lDAMVxXgBs+xzIGwTD06OX5OmoflyV3ifqkGeFUkwkSdgSBHM+nMr9reFqEIHTiWdRzKRVXwSHNUGfpBXr8nuhfFZwRnngwqLTLYIX01b/T2CrzyL4AdvQ2/2DihvtTC0U8Zth7yjphjGcWb9mSINoPlPM8DeDQMaXyoaS4IZ4gTTVDPlFBXqLJ2x56YcRjlHrOI5O79iAIHuO9oNQ73O5zxdrzDJLKoKy4RdDevigWQxaLv3RgQ/fDuZmiVFliSYIUowvprKo4n5Bh3YJ9useeNd+QVnXQjb/ofH28yoL+5VOp6Yn3LfHbLlIf/k6bAd/GtAERmb4yudTy9AR+Mj8TVKQ21JMEOQYHyuynowT88Fz2oz30jx5X8zEtXHW0SMljb3renLT0SE/MpTkXdMZdx3M8F3XkPb3L/HO8SU15cEM4QIRrgGjHWEPgPxkAk+RaqKoiv/YcRyiacI/6W2ebfF0yQ5dRUVecdNQ375KXHJEwTT/mgduHVjXO1SXVkSzBAhmLUXnLJFXnu7OKTH96WlegWmWL5h6PZ/10HEkDFbQl98gnb3rYZNyaAU1YKCqjNgO+IE092HvliO9vl3QORSyqjC+MJRLw3tws1Jzlx28uyqsubW4DIGhI/RkCrW3fZBYfXFQH6BqXELj+j2+++E9l3/OCsRBQi3hS3GGrFbehrZifoiPIOIgCdenYStilkzfRF+oUgc7UZHDrvQUx8jf9LNl2VcJkgCrSupa9hSZBkwNQEmKjFDaa6edqzOvDzVSQRNqJNwlZwhGJ/L+Q2AbRNGIkMaiiDcIm4KCooQy+9JhFIQYRPyK0+DdeJBpkYggk21P3Sv4bNjulhtRvArpXSEYWwnYur2LgTrfodCHTOuK0PAa8+bft4WaWyLxO7LJDl2LHwAoU+WxXyOZxGi37sBgpSiRdUzjUHUiszEeKSEtnCR2x05YI7JzkSmjKay4CKFsT3ZtKMddy8RazsrS04QjP9s59Os47jIMyCWG20kcCcDbdBpJam8Xhf5bHTkESm7ieBUBIiwaIrIcTMYRnXWPSYh76QzU+o0GPr4XbTOucm0pzEVFht3JSJQVOvd1wPBQESYlS3HIr/894ahnRHsKZpRXg8pha5LTBNkXF8Zs+H13eF5GPrPa+JqmlhlbobC9fYtm6+k2pc74pUhLMj91RU3gGgWgEKxVkvdnoEZNsWrRJLrZz3BeGsqp5LOT4R5LWoV4QVDrN07vCD0Eu56ZiNqaxWqrQ0ZrgC1wlq3FqitNdJ4drsH/HzBKSMLOjvKdY1PhsITwWT+YmMAkyPi0Radf5XxIaes6Dpa//EXhFYuN91FwannwHbA4dh402XGc3asIo474tgj7Gk6n3rcFMmI41XRuX+O6w4plh49fxfJ3EQA8TSWIDPeslmUmwrnLHomVppY33lTttMDymUK6FQAmwmFgQdK3Z4z0qh30rvKaoLh2sn5vh/tnxLRdgYywiRXIb/O+KcDI68cyHbVIJzZVY7OjaERHeBpAJ0D8NhUPXtbJx2MglNcvWPLJnm6ta8+Q+sd15pOzyqcFwvP+TOUEjuaL+oTa1pRoBQVg9vawCKwd/duRVFRfM2dhi9S6+3XRM9i0HMXM+tKiOyTqSgi4l/LlTNTITq6TLEeCUFmWsukNwGkEeNnVrgFzNsTlCKCEQpTpGzo9S0yod2qqAcUz1mYPakuw6CR1QTTfHZltaaze9MgmIgW6CG6NBWXYuurp+6rQPMoRsbH5Bd13HYoPPsyKCO2SL7wTRLbH74XgVefNy3fOukQiOwEIjdRy8VnGnFpxEuVuBsysp7m5Ru/CQM6BALQfvgG7Pei8Lwrjdg17Y/VI/C//5jqz3rI0Sg87RxTdeOtFHj5GbQ/6o632aDWJ+D2ZOVVH8yBZDXB+GY434CCAwHSWadLS+cuSqkVltflbCDAmaoJy/tNJfJOOLnrg01yYCvhqNhiOAt6Tasv4uzmVZ4GYkZL7SzjnoQ3tkAX/kAi+LdIVaKoUIpLjMDevLEZ3OwzCEb4RHV4/oXOZ54w1Z86equu3VISQz6IC22RpqXtvpvBHe2m9MiESgxe/hV+2G+S+70BXxgP9niylmDaXZWHdEAXQVeHWwj7Datr/DTVYG6sqbhYY+WWVF4Aq9uMNyLmGz47Ii9RNKIRH3ggAMvW46NG2Be4iOfjjbXng9n8S6rtwCNQIHYVqgWdSx5DxwuLjXxH0Ypl5z1RdGGtUaXt7r8i+PG7pqZFHKkKzrwg5mWv/v3XCP30Q8RwEN1ZENi3AaEvVyD44VumL7RNKZriSgR0UkDdq2T+wl8C7qS4z1SKz1qC8bkq/wnwEapqPWPYnAVxvLkmDqf/bOdprOPBxCXE2VKQS9QIEV0/Gvc3IlRDhDxIoo646Gy745q48h6JGLuF5//FyGMkdgOtt9caO4JIpecxTwQH33jtBXHZrOSf+FvkTfldRPniWb7l8mpjlxTdAT5zw2pEXQFGrhf6rcPdsCDOlZKx1bOWYNbPmFJhIctOjvqGm9OFblfg8GBnuvoz24/Y9RTNumpT9sXwrYw8Qe5bYr7qiJi/4rlc3Wo7WA6cDKVPDODAGy8i8Opz0L79arN9iQh0ZTtgsmGVq/SwJhbpX0Xys9DnnyD4/pubiCHyqMTxMJr7AHvXY+PfrzJyN+VaIUJIgTprWN3C+3JpbFlLMKtmV5XNsy9orq1FKJ0T4qt2doKMW/+MKcJWRaQNEfmUwhWRKzrw4pIuT+QotinW/Q5DQcUfuiLjRQrDqWmbM0KK4491171h3euArr7Fka5vEQZvgU5wix/tj/8TIl9RpGI7/FgU/L4m4u+GY+b9d2RkTJgBLoY2QL/G4V6cQZniBjiiTc2zlmCSM/z4pXhdFd8RKON8nYZd+Q8juFOiBGM79GjkC3IpLgG3t4IKiowdR+jblcDGlq6Ur2O2BhUPMy56RewY4SwpMjYW/K66665IZIP0rYf2/TdAYaFxlyQcMYV1r7ACFulpOx6p65VTqae+sQgmsPRltM+/M+YuLP5ZHbwWzPgOFvXC0jkLPYOnRep6lgQTJ7Zel3MxMab0tlqIU0gKqouXG+vuke1Ioh2RhBtA/u+qoRQUIrDsTXS+uAQFzj8AgU60L34U+pofDI2FEaAIaiUIo/PZhV1HHiIUX36LYb0b+O+TRs5ssVsRz+0ilQl3dhikIGxcbEeeCIRCaH98HkIfv9cPhVhHpMALi9G+4P4UoJd+keJ2TQO7O6BfmS1pYBNBSRJMnKj9PKPiTJtKc/vG7Y1TTNKrC3+kvGOnRj5eRLrkFQRx5T+MJ+eOpxYYKUDEMcp26DGw7nsoAi891StFiXhCN3Y5zV4jraxBPCO3hL7h517+R8IxUhCMJry2H55j1BPpVkRaW0FQrX+7HCLtSM8iyEtE5otU2h+8G4HXX0w6dmkVSGgnYGFHfsHFWwyBHEqSYOJcXSK7QMvqD1r1LuvLjCniklU880YqkZ6pRVaCollXIvDmS8YOpPuORjhcFs68HLpvA9rqbgFEwG/xYrXbRFj23Nd4+hUvS8JpMpwLQb7zD7Bs/6su0vr8481qiYtgy857IPi/5xD85JddjHB2LKy5FJZd9oowBEbLpdOhx2HHkwmTQ0Q6s/4Ng16zEP+tuK5xRSzXgUzQO1k6SIJJAMlM9NyORTCRDO3EUUYEf+p6GeodvsF28FGwHfRriEDgwmhOeG4L+5z8384wyEPsQFqEbU3PmDJEBkkImSK9SOfLz/byZhZP3iJLpe5vQuCFJZvRt4zfGYXn/Cmiq4TYIbVceU4aPKPNLwiRcA3g5wF1vaJy17cUAgKk6QpxE7Hlp5BV/779Z9vKcQsWNJmXnDs1JcEkMJf+syvfZJ0PSKBpUpuIC1SxAxFHGUEEwps5Wml/6B4EXnuhVxUaVoK830w1jh76mlW9m4v0I/sdZsjmZj8C7/wPpFqQV/F7wzZG7GL85528+WikDB8Fyx6TYBm/k7Gr6XzlWaC9jzGqLQ+2g4+EeMLuGTLCdnQFCk6K7Ncn7nva6m9F6OsvgFAwqTgmIkw8xmnFoa1G3Pbkj4m0HyptcppgRFwNWrAgqfEVReoTa1B5msHpzZPac0UKR8Mtxnbdk+wxEcrI0abWqwgwJexI0NkzkgAh74QqhJa9AW3TZW5fYda99oftGKcRqkFv9sO6y55dOw1m+C/4vXHfrWwzHqKeeC0Sr0vBD9+JuNsQtjbipQr6L1bFRRdcHeV41KWRcEUQl8MBkavpq8/6jMMUBEmrRIT19jrPyKQJzFFBOU0w3pqK5aQrn7NOs5PhAOk/p/xYDinCuWZQYnSIewrLr3aH7bBjYNl1n4T8lYQ1rjB+61lEiAVx1yKsbyMVslhg2esA5B05xSATsXsSpWPRgwi88V9j9ySM8oIfvRv3MUY8Zxed8ycjyJbZIgJJBd99zcgyKY5wZmPPmJUfsx7Ro466hgHkiYnZQ05UyG2CmVHxCil0qDC3Z+JPVCh/L3E3PBDvzPlcvx3P3PkgEQvHyrRjJo4jtqPLYd190oBjpoQ+ehet9/UOOCVcDISXdKygTOJupXDG/0FE3RPGc+JFyXiGfvAehN5fGtXPSRm91ebn7r74F519GSx7J37iFHqLS2qxc0p6Tqfwi0ULMCaNqvf0De0X79LK+fpp/1jSiWjzedN20gPaMgBGsNpNHiotpOMTTcWLwVDw31vOe+qTcDp5XeVHEOhIguJi8IgYzi8pGZZwHMw7usLI9wzhYZ2kIgJBdSx+tJc0yx77QvgeCWdCcX8iiKO7KFuMMchNXNyKXU7gpacRXPGRYXcjLoJpmN2w0BX2M8JmRrwuGUXE8R09zojQJ7yZ++6cRBUj5W3NpVH9qEwNW1gMt200fKU6nl0ITdzVpKgwc6uD1AnkXpSOMHkpGkV6xOY0wQgIfTOm3gtFDxNtiHQQd4KxEYQOYvqJwcLW3QFGMRQUgTl/MHYsQm/b5OOQd+JvoQyzJ30liLuM1rpbDBuV7iJ2McrYbbriAYvE9eIiVaR+FfFfxD95BUbc3M7/PQvti+VdRxJFgbrVtrAdfpxBEJrICClCNnS2G5fCglSMf1r8YWPjihAPxZfdFD0Gjq4bNjbC1sZsEZkS2u68Dtr3X5ltkkA9+lGDVq+z+ujI+obUsVkCmmVSk5wnGAG2v9r5FhP2yyTgo+lifHhX3ArFMdyUyuK4InYdIhi3eGomRUHhzMtEeL+I7cXH1zrnZnBT7xQg4vijjt8Z6lbbGAQjFoje4kPos4+iHqFEyE9BNjRySyi2PGg/r4H247ddWQbCFCM8w/TZRjDxiEXE1H33NQReeRaW3ScZmSvJ7og6rm5ZwaUvG35LqS5E5Nd13OEI2m+j+fOFm7csPRAYEgRjkIyr8m0G75sNsy+eeQtnXxMx5snmMQSDxtOxuGTVVvYOh1N03hXGRxmtaN9/bYRgEPYtaS2qirxjYydeC339Odruvn5zojWRMsW63+GwHf6bmKlOgh+9g7Z7bkjbsBjcSkx/ddR7bkxbp1nQ0ZAhGDEXXlfl4wSObIueIRMmnoCHXXuPkYOoXwkFEVr+vmEYF1zxccQo/+r4nVB80bXhPZx7CBUvMO2P1PUjqJRBYctD4SkuWA88IkYwLUbrrVcgFC7+DBHU7SYYOxrLpEOhFA/rp+5gpZlViJ8oqWvM+DWWsvntI3hIEcwmkjlfAdcykJZsAYlOpLhAzSv/fVdkO5Gg/ruvup5l330d7G8Ca1pM0XnHnQRhsh+riB1M5+JH0fnyM7GqDuh3cYwqnHWlqRS34lVIGAYKY77IhQCbDdY990XeYcdCnbCzcXwSr0qtt/wZuhGYKv2FGfNK6z0z0t9z5vU45AhGTMGGc343Tgl1XEegaQCH2SZkxkSRo6zrY2TuetnZ2ByXvQflF6Lg9HNjhqHsYjDNcGoUMXS11avitmWJhpiIV2PZbR/kO081XqpiFUEMrTddGl+K2MIiI9C4Omo0gp8siyv2cCx94v1dvFYqpFxlr1t0fbxtc63+kCSY7knsqK7csQOoZugnKQqNZmbbYL0apWphKWPGoXD6RcYFrJlixID56F10vvy0sRPo+Vxtpn3POkZK2Qm7Iu83Tlh22MUUtKI/kcNI+ybbH2bID9gmOtz/TuVTVrxTkvb6Q5pgeqItjOkIwdPA+q918HgQ7AAVCIBEpseeReQJJZ1COuBXCM0gflNn2ouYd8u0ODFCb3HcKph+kWEgZ7qEQgh98QmCH7xteEMbr03Cg3qTV3VYOYoCsuVDcZQZZv/W/Q+Duu0E012KWDFtc//eKzyE+caZV5MIt9vrPLMzT7P0aSQJJgbW3Rkfe/1lRv8k52svOGWL/PaOTwfVRynKWNQddjai/Yvn4USKvrHFiAEjAlcFnvP03tkQGb5KtokHQdlyq4SN5joWPYTO/yxKRL2MbEOAz+72ZPRdX6qBkwSTRISbXZX/1MFnJlFkUkUJy2CRPVJY5iZaRE6k9rl/7/W6o5SNQOHsa437j4QKMzqeehyBp5+IvkNKSPjAGolg3NDUimBeaIOi0wRotIcqXEaYJjGEIWbkQswdKujA4iHsUiAJZmDrb3Nr7/RpTqjaI7TJLSFJYpMuRvgEiRi6lp32SEw2s5HYXlwIdxfh2V00u9bwpI67hIJodd9i3Puk3WEx5u6VRQLze+zuxvN6VhUpizeusW+vsrJrELiRmbcPl1JYRHSwgC4a5m64M25ccqSBJJgkTGTLmVWHa9bg0wDiuORIQscJihCWwvknnGy4IyRSRPqT4Htv9CIYER5T+BzFU8TzuLhzCX3a27s7HhmprEuET+11nl1j9eFzVVwPpnNBcPSvS/c73A1nxZKRq79LghngzIo7Gl915U9EHPv9dYB9Jbu58CEq+O30yClKInSYDIIRl8atd13fFWohAwsD7SE1eOjIOU/1j04eRt/VZ0zZqdCmPgJg714/E9501HkOysAhpkUlSTADgFnE5/WveX8VmMx74g2gv1Q0Fc6N+SdP7/IJMhmJYkAE09mBzucb0fHsoohWyKkYZ1wyWUChXGN3L+rKgRtH8dc4lzNjl+4mDP641N2Y4Hk0jo4ztKokmAFMTHNNxQKd6aQBiMiYpurW4w2rXyPodgyiSYhgmA2fKRGgyjAYzODCxP9zjN77SKqtTSipX5OrYo0C2lIY3JGuP+qYu3jIBqaSBJPgQm+uLj+LFapjJkuCIjKvmcVqGOSJ9K3CQI5s4Z+04yWY0Kfvo/OlZyD+LWxdMr3ooEPL3A2vJapnc03FFGbFw8zERLeXuhsuSlRWtreTBJPADP502jGjCgoK32ZgmwSaZ3wTwwJ3+x1hO+QYWHbaHSKG7uai612vPn1fkS661jCw23w0EPFzv1qB4DuvIiRM96OE48w0QEIdoa1GPDiwYN6+6orPmGgsgy8pczfWZdoY06WPJJgEkG6qcd6gMC5PoGnWNbHssLORtcA68SBAtRixe9sfq4f2+S/BqkTqk6Lz/2LEgkGLv8vb+7XnDYLJxqIS7zqsrrF3/Is4B7JhxoknkaIeFSwovHooJFiLBI8kmDgXjqjuczl/BpB1r0YJDPWXJkSw7rIXaMzWCInYtz0SoIlodiL8gshZLeKwiJSz2VwY+q9L3YtfGugY3nVNLJzkfi9yJPWBdpAF7SXBxDlJ62dMqbCQ2hDOsKqvKGYGEX2lQX8Imv6jRbXcx0BXOH5ZMhYBZrq2tL7h6oxVMIsUkwQT52R5XRUfEij2syNhPan6aSWj9nmh+zVCWPuSqj0u/A/j7FZWTyMCDFpQ6m44OY1d5mxXkmDimNrHq6psR5cG2yj6LiTIxI1au3ZhuItCn6uiBkx3gjIrt3UcMOR8VWb+tJ30w8e4l6zP+cGmeICSYOIA2D9j2vGsaE9FbMLwWS3KqUVzFkWuI0J31kyZRbp6qySZOMBPZ1Xmjnwoe+bLbAEDRl0STBwQeqsrHiCi0yM0WddZULC72RcDb03FmcTkFqmB4lBBVk0TAlZVOTHWH4o0qZLV3UiCMTl9L02enL/PBMcyJuzctwmBVpaM2XOXeC0/m2oqphCThyCcdmXJLAT4MYe78ZTM0in7tJEEY3LO1p9+4lhLgWUluCtL5ObC8NnH7jUyXnLpbt86c+oJoZD2BBNFjS1iUk1ZLQoCIlecSXcrkWv4h+d8lvEnL1iwKU2lhDYRBCTBmERNxO/tJP6Ee7wAiYBCwWJthxG3DdDq01XxGEC/NamKrJYAAjrzCkVR5oP5CgD985z0kUki7LmKP5bN8TycQHeyySYEJMGYXApraip2yWf6qPsFSTiysYYby+Z5/mxSRMRqfpfzKgZfE8ff14F2OaTaE6gDauiIkjlL3m6uqXyUmU09QRPoHbu7IWsygmbipEqCMTkrLTUVu+hMYgdjYMaMtY56zxjxl86kiIjVvK7yhQRl6kDlyPbhESAgGLTyoSPuaXzr5xknHp9HlgY2ZSZAusJadUn94n9KbBNDQBKMSdyaXJWHKOBXRXWxYHXov0mGObmQ56uuXAXirUyqIqslhAB/Za9r3FE0bampbNDB5WbEMPCDY8xe2yV6x2amj1yuIwnG5Oyur566r4X0t43dC+ApdXsqTTaNWc3vcnYwkBezoqwwMASIL3HUNd4qUtQAnR+ZDXFKoKfs7oYTB9b50GwtCcbkvPvOm7IdBdUvWIeuWqzHDJuz4BWTTaNWW39mxf6qlZbKiUgGmjFkEP3QmZ8/SdgqGUclxfKUuEszU0SOo5W86oqh7rxoBquedeS6NonYateUEYVQPgPR+/Ym64mUpOdLf7XzaSYkFn3bpO6y2i8IhEi/akTdYiOlq9flbADgNPsREPCuolovTtYfl6EwL2axHQpYRB2jcL0fj3GvaazUjKhf9E4yABHJ2vLaOsT9SzzOjxqI1ExL8ZEMPOKVYYSkjLORyBRQUufZvfty3lft/A+AY0wLIrSD6bHOgvzLR60OeZP1hybOYWRN9XjnJ2sGlgpFfWdPvddx36JzkiXbN6O8DoriMiuPdf6flodL1QBVg+gsAg/l+ftC15SLFAvvBuabzGII0MagGpjcM1vAJheQ0+LiKwYzkVez6seL1ynz/Q+tmkN5gcY90zy7qoxuW9AUd8MwDXj26WP9rc2fmTH6Es0JaLG7PSXif6+cdVzJiE7bGwSKmbMnGbpmkgzxggcF0+33eR7q1qupeuo5KvFdDDbjcsE64aayut72S/6aaROg6w8yYT/EkEPAeh3kIVvoBsfdS77JJHwyTRdJMIM0I74Zzjeg4ECT3esWqBcXuxfeJuqLj4FZXwrwL0FwTQrK9mrMeKe03tPP+E14qCus3mYqoBfjP456z7F9seBaWFrXTtulLRiamKfysdCV0SzsnBQw6WgDKe+wFni1IxD4eMuHnhNRDWWJgYAkmEFYIv4a5+2s43wzUfHEBOlMDaX1DZsN8bwu54UEGGQz1IoOvFXm9hwQbtwbZpRfrSpKzFxGzPxtaX3jdkMNu8EYrySYNKPuc5VfClZuAJkLncnEn5bWNfY6CvlqnC+BMTnNqmdGd4z1bUHt0DHzl4SNKO51lb9HUPaJoWyLY9NxMzMGlbtaSIJJ49x2xYDBPLM+Rwxe7nA37tHXHcFXU+kDsz2NqmdMV0QIatD+WFa35NFwSomXOVt7++poITBEWtjVXuuoXRcs2JgxA8tRRSTBpGlim2ZUnKsqdFe3L1O0bsW5n5hvcdQ3/qlvvZYzqw7XrKHngbietn8RQ/wToLRBUbaBpg1aAPJNT8zvqyrPK7YEHvJ35v8d4BlmpkPX9TllcxdHfM3zVVfcRESXRTGia/3Ra91SEowZtAdWRxLMwPCL2bqLEIJzibCDiEcSszC+UNhyacncJxrD1fW7Ku5mpnPM3N/0a094Hpw3c11e87qRbBluCagTAuByIuU4Yt4+pm7JrRBUteA+w+Y9ZSRY+uaMyY7hNvsruomA6grxEyV1jVXR1PHVVDSBqTRcHQa3rvbaJMEkdz7DSpMEkyKQDX8XClxHjEoGRw0mRTAsWjaC6KF11vY/TbjrmYjJm/2uyrcZvG8Can9g91r3j2QY5q+p/JKZx5uXSx3M+nqFSBj+hRj8MzGGM2OCGfIjkA41dLB9zpKl3X16p5cfRqoi8hFFfW6O9JLUU3d/dcXDTPQHSTDmZzQVNSXBJBFVrp2c710zrFKFOguM3XRgWGSAhZ0WBRj8jR6iBnIodaV/X/RdLHV8LqeIdD88Vr2evzNzq4O2GEVud8QkYC01lVM1ZpFSJeaxiYBOTef/84f8/9pu/su+Xh+2q/JJBp8QSz+xmVPA99jdjef1bu8UT80XRmvPwJelbs+EaHVaZlYdrmnB54D+2RvkDibW7CTvd0kwycMS3mqnOAr9sWcgbxKhY4xlpZgJAAANhUlEQVQLBwZB6WRwC5g+UQme9QHvg30/0Fjq+GoqgmAyHyicSRimneCoa3g+hmylyVXxqQL6VSwdAKxr2agePO6RhSv71t20CzHlCMrQl5W6F0/sK8PncnYginc5EX1tr2uIudvyVld8TUThnqPlHYyJSU5GFUkwyUCxjwyurbUALxsk8PLLwLqRI/WqBQtC4v8PJEDVhnN+N86idX7LbMpitUsrxp8d9Z4bzQxzU6YDE8GVKMjgS0vdntv7yhW7uObVpd5Yx8JN7XxfYtXYvh7Kza7KJ/XouyBh1eyIhaXXVfkPAs8OM/b2H+UrkpklMeA6kmAGDGH6BBgxaRR9KdhsFgJeH4S6x0j3ojVmtPy52rmXjSBi3sR2voxAXFxVZfOXBpcD2CFWnwxuduQFxlGfOycjNEZA/SrSi5vRbszew2MFgfK5KqsAfqzvnQ4DvlK3J+wFcCyd5e/xISAJJj68BrV2c3X5WTqUuWYuUQ1FNwVYMqs0u6aMaIHlvzp491htGHRbqbvhon47GEDxVTtfIcIhsWQQkb+kybIVhbFH8bkq1gC0ZXgZ5LeP2XNEbIL57XjmzteJsEVPOcS0zl7fMCqWfvL3gSMgCWbgGKZNgvDmhq7PNNmhzx5wbEfz5/e6hI3V1uuqfJzAUZ+Au2TQIoe7YVo4ed5qp0iNOyvW4tJBP5aO2XPbcEThqymvg664wodRMEcwQjd/TeVrzHxwTz3DWUfHwkX+nhgCsdZAYlJlq6QjYNxt/OhYZDY4FTHuttd7ZsWrSLOr8m86+JJY7YjodXtdQ9hdipFil7QnY+60Ijgdir590088EhbLs+D+mS8Z8DvcnrJYdzBCTrOr4j4dVNOLYHQ8UDrXc0asMcrfB46AJJiBY5gWCVxVVdw8PPg46yai3zHY7vZYiOLPeLDhnJMOUkOh12MOinmpo74xrDe4QQ6qRTwRR7ZnMd6p6U+OuoabI/Xld1Vu4HAe4wyfo97cHUpLTfnZGitzevShMeiiUnfDnTHHKCsMGAFJMAOGMD0C4iIY4p8cdY2jE9HMcMaEEvGj75YZLRC2QTCK5floOxgi7igZ7S+l2pfFk3TY4nc5P2fAyATQsxDjO3u9Z1sz4/PWVE4l5oU96vpULXhotwWxGRmyTuIISIJJHLu0toyLYHRljmNuYpH3/C6n8JfqZfwWdqC6/nfH3MUXh/utZUbFuZpCd0cDiJlfKq1v/HW0Or4a53/AOKZfHaJvHXUNpsItiNS8gZD+ZHfKWCL61F7XMOQCdaV1sfboTBLMYCEfZ78vTZ6cv88EE3cwDFYV3m1YXeOncXZhVPdVO58F4TfR21JQZ+38svrF94Wr53U55xFwVkQZzB0arEcOr3/ijWj9eF3O+QTDcLH3Dkahpfb7GkwF62qqqZiisOLpjlLHjLtK6z3nJ4KNbBM/ApJg4sdsUFowoDTXOB9gxqnRFBAhJe1ujy0RJb3Tp24DVX+RgKhWskxo7wBPGh2GxISePpfzXQL2jqgDUYOj7pcAWpHqRTKUI+B2u9sTzoCunyhBMCpoETMsIoVsMKhPHnG/jKGbyPpIpI0kmERQG6Q2G6rLz7KQMjd6yAf+yuFujGnkFm4IwpDPSvpzDDiiDpH4W0dd+IhwYqe1944OEbe4IJwM4RdlUbCfmR1Wi6vyfI35jj5P1QEF5CpxNzxgZhqMHYxODSLAF4M+cXgtE2UmADPIJaeOJJjk4JgWKYYDXyj4UtTL0wFkIVw/Y0qFqige4d0ddZdEuMNe5wnrkCgCoze3BteHI0EhVSGaNqyuYZEZwDbWTDslxNq/ekX7J/ZaFMvk4jkLRWbGmKXriETiktfKwOxw7g0xhcgKCSMgCSZh6NLfcJ1r6mgL9B8iRmsj6KpO1w+rb7g6Ee18Myv+DI3+Gr0td2ps/XWk+5NNT9QvhN+94EuHz7qr2R1Em6uyqpP539SD8UTyM7vbYzpcRdcOBo+DSLcXFGxPdzy6NhFsZJvEEJAEkxhug9bKV+0MRYrnK8IotBHvE+5uxIzCvurKRSCOmnNbYXqwpL6h38Vrt/yW6sprNOK/hOmPQ0E+MJ77D79r6u911v5F3U9AxlZGucbuXhQzsHd3/15X+REKFA8Yr9nrPTHDSJjBSdYxj4AkGPNYZURNb7WzlQiF4ZQxfHvqGkxZuIZr762uWE5Eu0QaqLhADkDZJpLzpLA29q9xLAbj6J4yjA0I4T57XYNZNwej+UaX88IQ47buExuBOxUtNCkeG5bVZ0zZqcCqLgl0dkzb4sFnTR2rMmKic0QJSTBZNpH+audbXcnB+hcGe0vdjQnlSmqdecLEkGZ9hoGRkSGh+x3uhojPzyKZXHNr8zsM9DLyY+bVjrF7bxPLObFvv/6ayjnMfHb3f2fmF0rrG3uRV6zpY5er0Id114dzzIzVVv4+cAQkwQwcw7RK8FVX3sLEF4ebOJF32V7nSciIrLmmYorOJEIbhN0dAYiZ6mNT/GER8rKneqwHtT+U3R8+C0A08ATBgLmm+8K4DdrIMe4lIqJfXKX5vGk7ldy9MGyak7gEycpxIyAJJm7IBreB4Uioao3hnAAJvNzubtwtEQ2bXBU3KqB+WQyELCN+rsJn9EzXGq6PppoppyisPtLrN8KLjjrPUYno5HNVLgTYSDhHTEvt9eaM6xLpS7ZJDQKSYFKDa0ql+lxOEbt3676dDMQMvslV8agC+l04xRm0uNTdUBFrUN4ZzgtJ+SXjJDEFFIvlmGFzFpgKodlXvjDYA2MiFITsnY6R8YaeiKWv/D31CEiCST3GSe/BW13xABGdnkyC8c6oeIUUOqyvTHF/UlrfONbMIPwu51UMXNtdlxmvltZ7+sk0I0vU8VY7vyXC1jpRXVmcF8Rm+5D1UouAJJjU4psS6eIookJ9UJi/9+xgIDsYr8u5kvqEuSRCCJpaYZ+78GkzA/G7ymsZSpcNjvAZULi8pK5xiZm2fevU1sJy4eqKFToQunNM4261tTBiGsuSXQhIgsmu+er6dkVsmLLQB33zGCWdYIB3S9ye/c0EdhJ69SQY8aQdtPKhI+5JzO/HO718b1ZpekdAvztSHuosnLohp7IkmCyd8r73HWIYAyEYX03FGnDvGLg6ab+PlAM6HGxel/NCwuY7mLagGjxs5Jyn3stSiKXaSUBAEkwSQBwMEcJtwAptBUAl3f0PiGCqnV7QL06ORPRTSaFlV7ptgXBcNFWEL5OFVI/xSE3sDVlwXKI7GFMdykoZj4AkmIyfosgKbkr0Nn2gBMO1sPhXV2zoSVY6uK7M3bjZyM0MTCJdLnPHh0RUxIy1OixTY8V8MSNX1sleBCTBZO/coWX6CbtpqvXD7ti3xPjMXu+JaOofaaiCYJpXO9f1DNOggw4tcze8Fi88vhrnS2BMBvgnja3TJMHEi2Bu1ZcEk+Xz6auuuAlEl4lhMNHXpSZSqvYdcl+CEa9HJTzKHi2XdSTYNpxdWa3q7CZgbYjlDibLl9eA1ZcEM2AIB1+Ar6aiCUylIql7qbuxOF6NBMH4VjubCBi2qe0HDrcnckS6KB0YmR0doY0MfaXNYju9aM4Ceckb74TkUH1JMDkwmetryq+0QLmGmNpK3A12s8/KPYfudzlXb3ZSjCOfdTj4DENAhSYUKnkX2eb8e2kOQCyHkCACkmASBC7TmvmrK98E6SNLimz7xfPy0z0On8u5DJvi6CoBdeeS+Yk7B4qwDb7VjnsKmG7Or2/4ItOwkvqkDwFJMOnDOqU9bTjnd+OgdbiCoeC/t5z31CfxduZzlS8EK1OJSC+pa7AmkrStZ58iTEIidzjx6i3rZzYCkmAye37i1k5Y6Cd2RCq/mqFeDPB6h9tjKudQ3MrJBkMOAUkwQ27Kww94/bkV+1uDyl1gaDIsglwUyUJAEkyykMwBOc3V5WfpUHd21DdckgPDkUPIAAQkwWTAJEgVJAK5ioAkmFydWTkuiUAGICAJJgMmQaogEchVBCTB5OrMynFJBDIAAUkwGTAJUgWJQK4iIAkmV2dWjksikAEISILJgEmQKkgEchUBSTC5OrNyXBKBDEBAEkwGTIJUQSKQqwhIgsnVmZXjkghkAAKSYDJgEqQKEoFcRUASTK7OrByXRCADEJAEkwGTIFWQCOQqApJgcnVm5bgkAhmAgCSYDJgEqYJEIFcRkASTqzMrxyURyAAEJMFkwCRIFSQCuYqAJJhcnVk5LolABiAgCSYDJkGqIBHIVQQkweTqzMpxSQQyAAFJMBkwCVIFiUCuIiAJJldnVo5LIpABCEiCyYBJkCpIBHIVAUkwuTqzclwSgQxAQBJMBkyCVEEikKsISILJ1ZmV45IIZAACkmAyYBKkChKBXEVAEkyuzqwcl0QgAxCQBJMBkyBVkAjkKgKSYHJ1ZuW4JAIZgIAkmAyYBKmCRCBXEZAEk6szK8clEcgABCTBZMAkSBUkArmKgCSYXJ1ZOS6JQAYgIAkmAyZBqiARyFUEJMHk6szKcUkEMgABSTAZMAlSBYlAriIgCSZXZ1aOSyKQAQhIgsmASZAqSARyFQFJMLk6s3JcEoEMQEASTAZMglRBIpCrCEiCydWZleOSCGQAApJgMmASpAoSgVxF4P8BJDBLwZvO5hIAAAAASUVORK5CYII="/>
          <p:cNvSpPr>
            <a:spLocks noChangeAspect="1" noChangeArrowheads="1"/>
          </p:cNvSpPr>
          <p:nvPr/>
        </p:nvSpPr>
        <p:spPr bwMode="auto">
          <a:xfrm>
            <a:off x="1136576" y="5007196"/>
            <a:ext cx="666750" cy="676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" name="AutoShape 6" descr="data:image/png;base64,iVBORw0KGgoAAAANSUhEUgAAARgAAAEcCAYAAAAcH6uaAAAAAXNSR0IArs4c6QAAAp50RVh0bXhmaWxlACUzQ214R3JhcGhNb2RlbCUzRSUzQ3Jvb3QlM0UlM0NteENlbGwlMjBpZCUzRCUyMjAlMjIlMkYlM0UlM0NteENlbGwlMjBpZCUzRCUyMjElMjIlMjBwYXJlbnQlM0QlMjIwJTIyJTJGJTNFJTNDbXhDZWxsJTIwaWQlM0QlMjIyJTIyJTIwdmFsdWUlM0QlMjIlMjIlMjBzdHlsZSUzRCUyMnZlcnRpY2FsTGFiZWxQb3NpdGlvbiUzRGJvdHRvbSUzQnNrZXRjaCUzRDAlM0JodG1sJTNEMSUzQmZpbGxDb2xvciUzRCUyM0YwNjY1MCUzQnN0cm9rZUNvbG9yJTNEJTIzZmZmZmZmJTNCdmVydGljYWxBbGlnbiUzRHRvcCUzQmFsaWduJTNEY2VudGVyJTNCcG9pbnRzJTNEJTVCJTVEJTNCcG9pbnRlckV2ZW50cyUzRDElM0JzaGFwZSUzRG14Z3JhcGguY2lzY29fc2FmZS5jb21wb3NpdGVJY29uJTNCYmdJY29uJTNEdGhyZWF0MSUzQnJlc0ljb24lM0RteGdyYXBoLmNpc2NvX3NhZmUudGhyZWF0LnRocmVhdF9hNiUzQiUyMiUyMHZlcnRleCUzRCUyMjElMjIlMjBwYXJlbnQlM0QlMjIxJTIyJTNFJTNDbXhHZW9tZXRyeSUyMHglM0QlMjItMjAwMCUyMiUyMHklM0QlMjI5NjAlMjIlMjB3aWR0aCUzRCUyMjQ5JTIyJTIwaGVpZ2h0JTNEJTIyNTAlMjIlMjBhcyUzRCUyMmdlb21ldHJ5JTIyJTJGJTNFJTNDJTJGbXhDZWxsJTNFJTNDJTJGcm9vdCUzRSUzQyUyRm14R3JhcGhNb2RlbCUzRV5Rg9QAACAASURBVHhe7V0HeFvV2X6/eyV5xpKdAUkIK4SyV8JeoYyyYssJpqUFCiSWCRAg/IxSoJhRRqFlEywnJYwCJSSWE1YZBcoKK8xAIOxAQkhiSXa8JN37/c+5joOHxpUsyZJ8zvPw0KJzvvOd95z7+oxvEGSRCEgEJAIpQoBSJFeKlQhIBCQCkAQjF4F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0BWI+CvmTbBXrdwZVYPIoeVlwSTw5M7FIbmrXYucRQWzKA7Hl07FMabbWOUBJNtMyb17YWA1+X8UgW/MMzdeA4BuoQnsxCQBJNZ8yG1iQMBBhS/q/J7AHbW9fNL5zbeH0dzWTUNCEiCSQPIsovUIMC1tRbv6g++V4DRAFY53J6tU9OTlJooApJgEkVOtht0BPoQDBNwtd3tuW7QFZMKbEZAEkwGLwaeXVW2trltTLFitbAeDMFi0UPFamsglNfR5l/TuW3ryDZasCCQwUNIqWp9CAYErLa7PWNT2qkUHhcCkmDigis9ldk1ZYSflcdBdETYHhkaEdoAtDDjEyLlgRL3oscy+ZKzqaZiSlld45JkIhiGYKCDLih1N9yZzH6krMQRkASTOHYpb+mrdl7OoNkgHhltohgQf70Z4BaF8Jwe0u5zzHvyxZQrGKMDrqoqbi4NPaYz78bES8vcjb9Lpk59CaZLNv3ocDdslcx+pKzEEZAEkzh2aWkpjkn+1sBFAF0KwGqmUyKEWMeHrGgPlNYtuctMm2TW4dqq4ubV2sU69IsIGEZApwqUF7s9zyW1H0DxVVesIqIxm+Uy0BbUdh4zf8mKZPYlZSWGgCSYxHBLe6ufZ5x4vFWx1BEQz19ncfG50gblmgL3okfSobR3evneiqo8qQNjeiyu7x1uzzap6N/nqvQBbO8pm5kfLK1v/GMq+pMy40NAEkx8eA1qba6dnO9f43gSjCPjUUTsaHQdzzrcngqi1Bmjbag+6SALaS8yOL+Hfkyk/MVet+j6eHQ2W9frcoYIUHsRDNDiCDi2pvnzfWblyHqpQUASTGpwTalU34zyW6GQODbFNX/ilaXE7RmXistg/4xpx7OiLwFY6Tl4AnW0IjRujHvJ+mSDIi7Dfayu64cCA2TRDrTPWbI02X1KefEhENcCjU+0rJ1KBHznnngkBy3PEdDrg47VJzO3QlFOL61rWBSrrtnffTWVR4PxFMD974gIbzrqPAeZlRVPveYZJ1WwGvKwuOXuW5huddQ3XBKPPFk3+QhIgkk+pmmT6KuuuAlElyXQYTtZ9Kn2exc/m0DbXk2WV1UVj3EE1xKhMKws4kscdY23DrSfcO391c6nmHB8WNnMSx31jQemol8p0zwCkmDMY5VxNZmhNJ9d/ijrysninTqeQqCm5iLLhHG3LWiKp13fur5q5/MgHBVOBgP+IGPyqHrPBwPpI6xsl6vQj59/AjAsPLHRD/k6jsyvb/gi2X1LeeYRiHNZmhcsa6YPAb+rci2DR8Xbo868uqy+MWHLV5+rsopZ/zdR+LsgJvqktK5h93j1MlO/ZfoJu2mq9eModYMBTS8fNW/guzQz+sg64RGQBJMDK8M/c8oBrFle73vBamZoBHrK7m440UzdnnW4qsrmLw2KQE8RHQwZ8JS6PZXxyjZT31ddeQuIL45al/FnR73nRjPyZJ3UICAJJjW4pl2qv6ZyDjOfnUDHDGvoaMc98Vn++qZPnQFVrx+MD3yda+poK+kfgTEiWv8EvdbuXnxNApjIJklCQBJMkoAcbDHrZ5841tpq+ZiB0nh10RmflY717UO1L3eYbet3OZcysH+0+opCrpL7GqKTkNkOe9Tzzaj4MxT6a6ymBNxtd3tmxaonf08dApJgUodtTMnGC0yJNrx03qLvYlY2UcHvct7GwIUmqvarwrpycencRX8307bJVXmISvrzzNTToK5XU7GwdOKzSuuSGwRqVVVVWbEjuIwIMS2DFeInSuoaq8yMSdZJDQKSYFKDa0yprTOrJgb14F0WRm2yfHS806duQ4r+AQiOmAr0qUDM35T4bDuZCf9g5v5D2KZYFJo2LIn2NkJls7sXY3iMFxz1nqPjxSKe+sLYj1JgRBiPDplcVxLMIM2O/2zn06zjaCsrBxXVL3onWWp4q8s9REpFAvJ0C6mnFtctfDRWW2+181UiHBKjXiAU5MNG3N/4Vix5Zn8XrhLe1Y6vN0Wwi92M8Zyj3vOb2BUTr7HR5bywCMq/yb1oTeJScrelJJhBmNuWmVWHa6Gg8Cy2tfisw8ctGJgtSs8h+Fy/HQ90fpnIsBhYUur2lMdq66upWAOmLaPVI6A1xJZjhtc/8UYseWZ/97oq/wHos8mk0Q+DFpS6G042Kz+Rel6Xcz4zWsrq5V1POPwkwSSyqgbYxldT+QqYDwOYHe7GuEz9Y3Vt3FGUBlcRIljWRhVATXZ3g4g9EzE6f+v08r2DqvIqgKKoohiBkI0PG3FPcnYwIv8RWF/BfXydoumggG4pcTeIMBcpKz5XxRqAfmrxWo9M5h+KlCmcZsGSYNIM+PrTTxxrybd8BSBPEIw34C/bbv7LSfP6FUGY/D++/yqIDoh3aATSFMLJ0e5NmlwVNRbQnTpgi7GDYY24IhlR7N51TSwcz1t/S8Qj4xlTiPSrRtQtTokXt9CDzzjD4bf5NwD6RpBykqOu4fl49BsKdSXBpHmW/dUVDzPRH7q6ZdahHFbmbngtmWr4XeVXM5TaRGQy8xOl9ZFfXsy+VCXzFak3ZuZGxWAEdZw1KoWpTLwznPNJwR9BCCGkzHTMWzTXnHZDp5YkmDTPta+moglMhq0KgXRd044onbf4f8lUY/25FftbgpRYqAKmHxz1DeMi6eOd4XyBFHPxaJJhByPcEQB+PG58GOutun5M0bzF78fd1kSD2lpYLlzt9AMoZEBnnc8vm9t4j4mmQ6qKJJg0TjdfcMoWvvb2n34BnZksfHwyvJr7DEPxVTs1k3ehfZqS7nA39Arg1LNCVA/mvpJIuWoggaa6wkDwM+gTUMrMlDHwhQPK5FS97mw4u7Ja1dndrYuu83mSYPrPjCQYM6s1SXXChVdIRXhHkfGw2eXsYJMxfHsNj4GOjrYttnzouZ97/nfxRLzuR8dONsITAMabgYRBi0vdDYk8maPlnKknaSFdPJlbzPTVt44CWlCSohcknjw53z+hdCWIN4cvlQQTfpYkwSSyehNoIy5ffas/+JSACb0+XOAHEa82mVHmNhHMBkb8BneGbsQrSEeeTlDBSgGI88mInsd5RLCGDfAUBhMCAgT6l0b6q2D+ttS9+CUz0HlrKs5UQG7mxMjFGIKC0+33eR4y01+8dXyuiusBuqJnO0kwkmDiXUdJrc+zjivxBfJ+JEZxL8HEIXuTrciMBa1ZhbgWFv+Pzh9A2MJsmxTXCzK4XcSgYcZqRcE7pFleYpU//U+T8t3Jm5LHCYz8nfl/J/B0EfUyUZ3E3RbDtqPD/W/xWpfU0mVn1LEMoBJJMLGhTXgSY4uWNXoi8NNpx4zKLyhcHe4+IZ/pV8kMjGTsYKqdqzlzCCbsYhCEozN/quuhB1TYQKpew8Ckga4cBi//4Av/pCNeNu+8abbPZlfl4zq4n3+T3MHIHYzZNZSSelEDJDFesdd7fp3MY1KTq2KNgujWtikZaEYI1S9zuBf/Ldmq+F2V1+vQr+hrSSxCArO85I3wRyTZsyDlhUVA5AsiVVkW7kdiCpQUB7en2578caDwrZt5wkQbW6/TdT62695kaBVxPPqP11LQfexK1uibayqm6EyNXUk0+5WAxvrM4fWL/5ms/nJFzpBbgIM1ca2zyvcOdoYnGKETMf/LXt94aiL6iSPRxpppLo21Cwk0IR5z+kT6y+Q2RPjUXufZNZk6Gl7qqi7Cc4aN/0vAWgqok0vmL5TZJPsALwkmmSsxiqyWmopddKbl4TJsiGY6c0eezgfFYxgmUrS2rdWPCmnabQzaOpGQmWkafnq6YbDGoZOHz31SPKUnpQgfKIb2IhgRjQ/FnU+pu3G3pHSYY0IkwaRpQjec87txaqhDBJaKjDnjP456z7GxVBJWpBesmnYiVO1vxNhBmATHajM0fuevHO7GHZI11o0zp+0RDIU8RLRdVJkm5y1ZemWTHLkw0zRbXU+weSJmSPj8QZv0iBXmsXX61BMCin47EZL2IaUJgtR2Q9AVXa8uSdI9SJehnzYfoOhe48ZfDOUau3tRQr5fqQVl8KVLgknTHBhezqs/+ATAr6J1KY5QShgjMRE5zc/qo6TgKLOGbmkaWkZ0I+5eVvKqfSe532sbqEIi7gyBZ5uRI17+dFWdVjpnocdM/aFWRxJMGmfcW+18UCGcFukeplsVQSC6Sq7hmwJmN9c4b9AYFyQW4yWNAxzUrigILXiOY96TCXs0r6+euq8K/XYCDjJ76BS5pUpJnZQqn6dBhTQJnUuCSQKIZkV4p5cfpqjKK7EIpkse6QR+h4HRBIwbiGWrWf1yoF6AGC+ErPlnD7/3sVVmx7MpSNctBDotbH7tKIIG8vpnVr9sricJJs2z53M5A0jECTHNemZ1d4T1FsYfYgVT59lVZd7WQJVCyp/AvG1CY9ZCRznmxZdTKqF+srSRJJg0T1yziOEK+qMIiCRLChEQABPPdLgb6/r2sto1ZUQ+lP9TgHP6+hTFo5GRiaG+cYdkWmDH03821JUEk+ZZWnvBKVvktbeL7bs1zV0Pze4Y79lJmQL3orXtrsppnaRfoLByAIMjxrwxC5QCOqPE3fCA2fpDsZ4kmEGYdW91xQNEdPogdD1Uu+w04sowVLOXt7GAEo6adnfD8Fj1hvrvkmAGYQWIXYytrW0ZEY0ZhO5llwNFgKCrujJrWP2iewcqKtfbS4IZpBn2VTsvB9H1Q968f5DwT7Rbw2iasdRe33BgojKGUjtJMIM02yK/M7H+YEwz9EHST3YbHgECvCXQdpTpYs2tEEkwMXASnsq+6VPH2YDdWNWDsZ4+zcAuZPpdlXMB/QwMwZAKZjDKzDoUtKjKpOI5Cz/KTP0yTytJMH3mZNXsqrKi1sAlKmgqE7YnQGFmAndBJf6XSMWoAx0K4xMQnizxWm82G/KyKzbvsncJyp6ZtxykRtEQsFksBxfem7xUuEMBbUkwm2bZP2Pa8aSEbtSJdjFeG8zEhBWmLCQM+ykA0Aqm0LzSuiV3RVs4flfl2wzedygsrlwZo7h10UG3l7obLsqVMaVrHEOeYDaFUbgTjONB0dOhxpwUNvY5K8DqxSXK8JfJ7e7leOevmXolWL9OmtjFRDJjKhBEgkhcWur23J4xSmWRIkOaYIRzm0XRnwZjRFLnTBAN0ZetgVD56PlLvvhy1nHFozvzzgox/pH62C0EKijoOs51dghf36QOLR3CyGIB8gqAYAAcECYsg1MY3GoFTU3GvdvgjGDwex2yBCN2E8z61Ykm9jI1dQxxe3M/KbqXdHV2qkNZqqPHwXrIUbDuPtFQT/vuKwSXvYngJ8uMjzXjCxFsh/0Glp33hLrlWOjNPoRWfIzQsjeg/TTgcMWmh298FAotLdFHHtl3F2paiKxoIDAkCcbrci5WgBM3eyizcXmbGjCMe5rUrjbxFz//5OmwHXQkYO3vgaD7vWi94xroP4qAeplZ1O13RMHva6CO276fghwKob3uZgQ/ejflyuvAGmhKddm8RU+lvLMh0EGKl37mIeitrryGwCdsCuD8jaaHniCydOSx4hU3MAHQ5i9UoWCHppGVmMaD9clEJIyrRmba07LtiBOQf9IfQZbI7k3aF8vReue14AzcydCIUSia8X9Qt9sx8oIJBbHxhkugpZgkdfDnpWP23o1qa0OZt3qzT6MhRzAtM6sOJy2Y12nJ/yyemCFiate5po7Op1CFzspVAMZkymVt8VW3Qd0qRrSBUBCtt9citPLTjFuleUeVI7/qzJh6dT69AB2Nj8SsN7AKzLqmTpE7mIGh2N16yBFMcmAD/DXOh3TGKQTjSXvQChUUYtiN9RD/jlqY0fH4P9H53ycHTddIHRe6LoF14kEx9Qq++zra6m+NWW/AFRjrNWv+PvH+ARpwvzkoQBLMACbVP3PKAawpLwOUNwAxA2pKefko/ut9UIbZY8rpeGI+Op8XucMyqxRddB0sv4qd9SOw9GW0339HWpQnoteDhcHfjuhKhqewy5WPOneHuE+T8V/MT4EkGPNYha25sdq5V5Dw/mACWTT7Wlh22j3mDmZj7fnQfvphgCNOfvO831Qif2rs6BXt/7oPgf/9J/kKhJEojOsY+JpZ/4QUZRR0TADBz4wfFPAPUJQW0SykBV9UlaL3He5/f5UWxbKsk8H8LrIMqsjqeqsrFxFx5WANSFyOFlZfDGX4yKgqhD56B20P3A3e2DxYqvbrV3GUoeiym6GURTdF0r77Eq23XJEhl9TcZVIpCrFIWyLeITUGtxPTh4qiLCiuW3SP3Omk/AE1Y9ZxShURzovNLqeXgZKUdhRFuGWHnWH7zVRYd90bUCNfCwXf+C/an5gPbjX+AA9qEce6oouuhTJm64h6iCd2beWnaH+sHtziH1R9zXQuwjmIpBAAt4LwtqpYrxs2Z8ErZtrmYh25g0nSrHpdlfUEnp56q5fIClN+IdRf7QZ17NbgQAB5hx8LZdTofg0Cr72AjoUPgNs2Jmn08YuhEgeKzr0C6rb988cF3n0dvPZH8MYWaD98i9DK5V0HluwsRqaDYGfINeJB4z5nSBVJMEma7g1nV1arzHeA0WWnnwFFvCwVzboK6vid+pPMW6+g46F7B+XIoZQ4UDjzT1C375+DLiguch+6B8K4LpcKgToooOxdMn/hilwaV6yxSIKJhZDJ3/2uyie5y4AvowrlF6Dw7MsM8/u+JfTh22i97+a0+ispxSUonH1NWLudwGvPo/3hOdm8W4kx96QT8Q32Oo+woxoSJasJRsRu2aq1tGOw/UXWn37iWGuB5VtmWDJx1YijU6HrYljE/UyfEvrsQ+N+Q4/L16fvsjF3fKGiYSi+5K9QRo/rp0fni0vQ2fDwoOyo0jlnRAhpuj6rrH7xfensd7D6ymqC8bkqrmfGuNL6xj8OFoCiX5/L2QCGM9U+RwMaY34Bis67EpYJu/QTI+45xM5B++aL3r+pKtRtJ8Aybjso2+wAKiruMugj6gqD012YobduhP7zGmjffwV93U/QVq8CQsHNVcSFbuHsa437ob4l8MISdCx5FNzRPqAhDn5j6gA4SMAGJu7QdTJAElfuTGwjUop01tZayDJvWN2iqHGDBn8sydEg2wnmUQIdWeL2bDlYT4LfnDHZUWpzrEupV3Zy5hrCKK/wgqthCXMnI0im86nHoX37JWiYHdbd9oa6wy7GC494So6n6OvXIvTlZwh9/B70H78FCopQ8HtXWEfGwMvPoGPRg12hJbKsiNciBfCzjhW6Qq9B549Um77efu/iZ7NsKClTN6sJxu9yLmXG/jrjtLK5nodThlIUwSKhPRFOG4y+E+nTIJnz/wLxrN2viJ2I3xs3oUTVQ+x0dA1Q+58ejSfzh+eAtey60CWQrrP+MCnKw466hucTmYeh0iarCcZX7fwchB0HKwnWylnHlYzozPuJkDkvR6YWbl6+8URsxjzflLwEKgVef9F4Lcq252cGfCEou4x0L1qTwLCHXJOsJhi/y/kOA5PErGmEO4bXeS5M5ww21ThvUBiXp7PPZPVFZSNQePp5YV+XktVHJDniGNZ2383QvetT3VXy5YtLWi10yvC5Tz6RfOG5JzG7Caba+RQTjhfTQoAW0kO/S9fEs2vKCD/U9wBENkPN4PVi2f5XyD/FBXXr/gGeUq62phk+RR1P/juj3BZMj5voUUddw+9N1x/CFbObYFwVdzPo3O75I9DP7VrgyC3nPfVJqufUf075sRxSnkl1P6mQr249HgUnnwU1zItSKvoLK5MZoa9WoH3eP6A3Zd1OZoPD7UluHOe0AZ/ejrKaYDZMP3GGqlrqe0FGWMUh5dDSeYtSGh8yWxPYi8BUBWdeEDtAVZrWob5hHTbeegW4STzEZU1hnZXzymRu6pgTltUE01FduWMHsciy1ysei9jJ/JzXMWHCXc+kxG3Yf7bzNNZx/yYTh5ggZ0oFZeSWKLrgaoh/Z1LRfU1ovfUKw34mWwoBb9ndngP66ltbC8vhL0+2TJ7cfyQLlo/UP911gX51LfTBMqtIN75ZTTAvTZ6cv8+Ojle7L3p7gicsJsG42+72zE4GqN7p5YcpVuVPuo7JJPyNsgw5stpQfNU/oGwxNhlwJF2G9tUKIzB5FtnDaKRqh+iaZT8CHwHmnUDKKDDbjfgNYYybxZIRmUEhwjoQNWma/prFynfa5yxZmnRAM0Rgln0m/VFrqik/W2FlTkQ8GesJeKykuOQmuu1B096s66ord7SSfgQznagQDmSGsDYT3vhZWay7TUThrCszV/f2VrTe9zeEVmRP2mci6MwiIgwL2+b4sTUyTpAu8i8R83KLqj5RVKDeT7ctaIpfWGa2SACVzBoIV1UV+0uDqzdlCQivnJhIBe3EWMXE70PHtyqUzqDCm8PwM+sBYioj0HYKMJ6JxgBcnG3HoEizQ8LJ8PTzQKPHQi0dGTa9yWDMrIjxIi55A2+9gsCrzwGDmGhtMMbfs08RxgqAn4jvCUK9JxdsbbKeYMQEbahxXmdhXGnO5W6wl9Eg9i/+zg4fCeuOu8OyxyQjXILwLRLHJ+FflJYizg6dHdB8G6Ct+BjBd1413Apk6YGAOESB1oH5htK52Z2yNk2rKrXLR1ysXbDa+Q0BW6W2p+ySLrynleGjEPzwHbA/zK5btUDYw1j22g+WX+1uXP4KVwKjJItwui8jxLP05x8j+PF7CH36AXQRGzhCEKl856mGEV7w9RfBPRwmswv95GhLTEtLOoor6KGHfk6OxPRKyQmCEZCtPf3YPfLy85flypFmoMtARIwr/svtXdkGQkGIcAiBN17q+rAjFVseVOHcWDYC6jY7GIGqRJxfQ4bY5Zgo4pJW5JPWPv/YiEbH639G6MfvoK9ZFd0tQLUg79BjYD30aKhjtwG3taL1tquhrfraRK+5XoU26jrPHCx/u4GgmzMEI0DwucovBSs3Ze9V7C9TSfbSrjzN43cCqRaEVn+H4NJX+odUiDD7BafOhO3QY3r9Kj5+7cvPEHjnNYgA4BHj8oqYvuI4JTJFWqwgq9XwsI4awpl1cDDY9Qokdh0d7WBN63J0jFDEbkkc06x77w/LbhOhlPVOminuZdr/eXv09U1kZIS07rW/8W+y2RD471PGnU4uFQJpOvMjpfWe2OkXMmjgOUUwm0kGyl+zIXxC5HVARoAo694HAIqyuZpIBq+vW4PQR+8aRw199fdhdwUibkvJjfVA93GnT0cifSw3rYe2ZhVCy9+Hvna1cSTh9WvBup6y5SnuesQdkLrlVkYsXnWHnaGO2caIMxOu6L4NaJtzkxFCom8RxznhrGnZc39Ytt8R4hJ7c9E0tN51HUQwrWwqPT/GvveJxolVXAIzXrfXew7NlnHlHMEI4IUZP0LKwwwMz5aJ6KknOcow7Np7frkPCTMIvWkdQis+RuiDtxD6egW4RWQJ6FqWecc4kT8tjhhcgU6Evv8a+s+ru4JFff050NkJvdPIM9ZFOp3t4PZ2cEdb5B1JYRHIlg8RplN8CWIHJHYp4rgmdipK6XAjml3MNLc9euiZC8nY8YzfCdY994Nlx92gjOkfGa+7aXDZm2ir+1vmTL8ARIEGRicxNhLxWp1J3KvoTPQ9MX9tIbSHiC3M0BSiMtJpax1sWEUSYVsGxjLwUzu0A8a4l2SFf0VOEoyYEK6ttfhWfzAXwGkkHqmzqCgjt0Bx7V1Rk9n3HI4gheDb/+s6FoSCKLrwmrDZBOKGQNeM4NukhYynZO2nH41djziC9DpeqSpEfmnx8atlI0Eik4E4YlmtAA0M+uD7S9E+7zZYD5hs/BM2jk2YgRnxhu+9Me4hJ7sBQdyf6MusKpZ0tGuPDrXMAjlLMN0LZXlVVfFoe+ffSKEziClrLHALz/0zrHvsG996jxLcKT5BkWtzexva629FcPn7myuJ1CjFf741dn7sZClhQk7n00+go/FfJmomv4rIIMCEZ/J1/Cm/vqFPHNLk95fJEnOeYLrB56oqm79UGacgcKNGmEjM22T6i5M46uQdX5VRH67AUxw9xBGkuwj3A8PHKUZmyXR8CHqLH6E3X0K7CHAoLpnTWAjw6qD5joD9Wpo/35fGrjO2qyFDMD1ngC84ZYuNgdBOmhbYSVWVMSENY8BMuoKtVaZRBH1zfEeGInyavmYSmUFpKiXLPsTMkiCC4hhuXGZaDz7SeL4VkfkHu7S5b0HwvTd6EYzYcalbjBk01cSTuDhOBd96BSImcJoj5ekMnL5NPgAAIABJREFUPOQoKLiM7nh07aCBkIEdD0mCSWQe2OUq9NO6tWDDfSDtRby0KGO3NbI1qtvvCMVeFjVFbMoUZO7awbz/i3+e2MEUX3QtxOV0OovITBla+WnXRfeKjyEuvgejEPCF3e3pn0VuMJTJsD4lwZicEO//Td2GWngl8Iv/ksmmSa8m8hzZ9j8MlokHd116RslFnezOxUfcNvcfEN7Pm49IpSO6ckyHSVOb7P6FPOMY9MHbCL7xIkLixWvwyxcOSTBhZ0ESTBhYRDL7nv9ZxO4Qr1LNaz7YyNw79sxgr22yl8F20BHIO/w4UGmKXuU72qCtXWNY1RpHkTf+2zusAhFskw6ButPuRt4lEi9JJi1/48FPJIfreHoBQsvezKgEbTrjs7J6T/+EU/EMLkfrDmmC2Tjz2D1CWsEsZp4EsF0hGs6EQsNioUchw4SVhFt+xi4D4XdkeEsn6Ziir1uL4CfvIvT2qwit+lrEJOhKLxItCb24nxKGgYpivIBZ9jkQtokHJ8evSdPQfLkrvE/VIM+KJJjIEzCkCGb9uRX720JUoQOnks4jmcgqPgmOagM/yKvXZPfC+KzgjPNBhUUmW4Svpq3+HsFXnkXwg7ehN3sHlLdaGNop47ZD3lFTDOM4s/5MkQbQ/KcZYO+GAY0vFY0lwQxxgmmqmXKKCnWWzthzUw6jnCNW8ZydXzGAQPcd7YahXudznq5XmGQWVYVlwq6GdfFAshi03Xsjgh++nUzNkiJLEswQJRhfTeXRxHyDDuyTbda88a78grMuhG3/w+NtZtQX9yodT8xPue8O2fKQf/J02A7+NaCIjM3xlc6nF6Cj8ZH4GqWhtiSYIUgwPldlPZin54JntZlvpPjyvxmJ6uMtIkZLm/vW9OUnIkJ+5anIO6Yy7ruZ4DuvoW3u3+MdYsrrS4IZQgQjXAPGOkKfgXjIBJ8iVUXRlf8wYrnEU4T/Utu82+Jpkpy6ioq846Yhv/yUuOQJgml/tA7cujGudqmuLAlmiBDM2gtO2SKvvV0c0uP70lK9AlMs3zB0+7/rIGLImC2hLz5Bu/tWw6ZkUIpqQUHVGbAdcYLp7kNfLEf7/DsgcillVGF84aiXhnbh5iRnLjt5dlVZc2twGQPCx2hIFetu+6Cw+mIgv8DUuIVHdPv9d0L7rn+clYgChNvCFmON2C09jexEfRGeQUTAE69OwlbFrJm+CL9QJI52oyOHXeipj5E/6ebLMi4TJIHWldQ1bCmyDJiaABOVmKE0V087VmdenuokgibUSbhKzhCMz+X8BsC2CSORIQ1FEG4RNwUFRYjl9yRCKYiwCfmVp8E68SBTIxDBptofutfw2TFdrDYj+JVSOsIwthMxdXsXgnW/Q6GOGdeVIeC1500/b4s0tkVi92WSHDsWPoDQJ8tiPsezCNHv3QBBStGi6pnGIGpFZmI8UkJbuMjtjhwwx2RnIlNGU1lwkcLYnmza0Y67l4i1nZUlJwjGf7bzadZxXOQZEMuNNhK4k4E26LSSVF6vi3w2OvKIlN1EcCoCRFg0ReS4GQyjOusek5B30pkpdRoMffwuWufcZNrTmAqLjbsSESiq9e7rgWAgIszKlmORX/57w9DOCPYUzSivh5RC1yWmCTKur4zZ8Pru8DwM/ec1cTVNrDI3Q+F6+5bNV1Ltyx3xyhAW5P7qihtANAtAoVirpW7PwAyb4lUiyfWznmC8NZVTSecnwrwWtYrwgiHW7h1eEHoJdz2zEbW1CtXWhgxXgFphrVsL1NYaaTy73QN+vuCUkQWdHeW6xidD4YlgMn+xMYDJEfFoi86/yviQU1Z0Ha3/+AtCK5eb7qLg1HNgO+BwbLzpMuM5O1YRxx1x7BH2NJ1PPW6KZMTxqujcP8d1hxRLj56/i2RuIoB4GkuQGW/ZLMpNhXMWPRMrTazvvCnb6QHlMgV0KoDNhMLAA6Vuzxlp1DvpXWU1wXDt5Hzfj/ZPiWg7AxlhkquQX2f804GRVw5ku2oQzuwqR+fG0IgO8DSAzgF4bKqeva2TDkbBKa7esWWTPN3aV5+h9Y5rTadnFc6Lhef8GUqJHc0X9Yk1rShQiorBbW1gEdi7e7eiqCi+5k7DF6n19muiZzHouYuZdSVE9slUFBHxr+XKmakQHV2mWI+EIDOtZdKbANKI8TMr3ALm7QlKEcEIhSlSNvT6FpnQblXUA4rnLMyeVJdh0Mhqgmk+u7Ja09m9aRBMRAv0EF2aikux9dVT91WgeRQj42PyizpuOxSefRmUEVskX/gmie0P34vAq8+blm+ddAhEdgKRm6jl4jONuDTipUrcDRlZT/Pyjd+EAR0CAWg/fAP2e1F43pVG7Jr2x+oR+N9/TPVnPeRoFJ52jqm68VYKvPwM2h91x9tsUOsTcHuy8qoP5kCymmB8M5xvQMGBAOms06Wlcxel1ArL63I2EOBM1YTl/aYSeSec3PXBJjmwlXBUbDGcBb2m1RdxdvMqTwMxo6V2lnFPwhtboAt/IBH8W6QqUVQoxSVGYG/e2Axu9hkEI3yiOjz/QuczT5jqTx29VdduKYkhH8SFtkjT0nbfzeCOdlN6ZEIlBi//Cj/sN8n93oAvjAd7PFlLMO2uykM6oIugq8MthP2G1TV+mmowN9ZUXKyxcksqL4DVbcYbEfMNnx2Rlyga0YgPPBCAZevxUSPsC1zE8/HG2vPBbP4l1XbgESgQuwrVgs4lj6HjhcVGvqNoxbLznii6sNao0nb3XxH8+F1T0yKOVAVnXhDzslf//muEfvohYjiI7iwI7NuA0JcrEPzwLdMX2qYUTXElAjopoO5VMn/hLwF3UtxnKsVnLcH4XJX/BPgIVbWeMWzOgjjeXBOH03+28zTW8WDiEuJsKcglaoSIrh+N+xsRqiFCHiRRR1x0tt1xTVx5j0SM3cLz/2LkMRK7gdbba40dQaTS85gngoNvvPaCuGxW8k/8LfKm/C6ifPEs33J5tbFLiu4An7lhNaKuACPXC/3W4W5YEOdKydjqWUsw62dMqbCQZSdHfcPN6UK3K3B4sDNd/ZntR+x6imZdtSn7YvhWRp4g9y0xX3VEzF/xXK5utR0sB06G0icGcOCNFxF49Tlo33612b5EBLqyHTDZsMpVelgTi/SvIvlZ6PNPEHz/zU3EEHlU4ngYzX2Aveux8e9XGbmbcq0QIaRAnTWsbuF9uTS2rCWYVbOryubZFzTX1iKUzgnxVTs7Qcatf8YUYasi0oaIfErhisgVHXhxSZcnchTbFOt+h6Gg4g9dkfEiheHUtM0ZIcXxx7rr3rDudUBX3+JI17cIg7dAJ7jFj/bH/wmRryhSsR1+LAp+XxPxd8Mx8/47MjImzAAXQxugX+NwL86gTHEDHNGm5llLMMkZfvxSvK6K7wiUcb5Ow678hxHcKVGCsR16NPIFuRSXgNtbQQVFxo4j9O1KYGNLV8rXMVuDiocZF70idoxwlhQZGwt+V911VySyQfrWQ/v+G6Cw0LhLEo6YwrpXWAGL9LQdj9T1yqnUU99YBBNY+jLa598ZcxcW/6wOXgtmfAeLemHpnIWewdMidT1LgokTW6/LuZgYU3pbLcQpJAXVxcuNdffIdiTRjkjCDSD/d9VQCgoRWPYmOl9cggLnH4BAJ9oXPwp9zQ+GxsIIUAS1EoTR+ezCriMPEYovv8Ww3g3890kjZ7bYrYjndpHKhDs7DFIQNi62I08EQiG0Pz4PoY/f64dCrCNS4IXFaF9wfwrQS79Icbumgd0d0K/MljSwiaAkCSZO1H6eUXGmTaW5feP2xikm6dWFP1LesVMjHy8iXfIKgrjyH8aTc8dTC4wUIOIYZTv0GFj3PRSBl57qlaJEPKEbu5xmr5FW1iCekVtC3/BzL/8j4RgpCEYTXtsPzzHqiXQrIq2tIKjWv10OkXakZxHkJSLzRSrtD96NwOsvJh27tAoktBOwsCO/4OIthkAOJUkwca4ukV2gZfUHrXqX9WXGFHHJKp55I5VIz9QiK0HRrCsRePMlYwfSfUcjHC4LZ14O3bcBbXW3ACLgt3ix2m0iLHvuazz9ipcl4TQZzoUg3/kHWLb/VRdpff7xZrXERbBl5z0Q/N9zCH7yyy5GODsW1lwKyy57RRgCo+XS6dDjsOPJhMkhIp1Z/4ZBr1mI/1Zc17gilutAJuidLB0kwSSAZCZ6bscimEiGduIoI4I/db0M9Q7fYDv4KNgO+jVEIHBhNCc8t4V9Tv5vZxjkIXYgLcK2pmdMGSKDJIRMkV6k8+Vne3kziydvkaVS9zch8MKSzehbxu+MwnP+FNFVQuyQWq48Jw2e0eYXhEi4BvDzgLpeUbnrWwoBAdJ0hbiJ2PJTyKp/3/6zbeW4BQuazEvOnZqSYBKYS//ZlW+yzgck0DSpTcQFqtiBiKOMIALhzRyttD90DwKvvdCrCg0rQd5vphpHD33Nqt7NRfqR/Q4zZHOzH4F3/gdSLcir+L1hGyN2Mf7zTt58NFKGj4Jlj0mwjN/J2NV0vvIs0N7HGNWWB9vBR0I8YfcMGWE7ugIFJ0X26xP3PW31tyL09RdAKJhUHBMRJh7jtOLQViNue/LHRNoPlTY5TTAirgYtWJDU+Ioi9Yk1qDzN4PTmSe25IoWj4RZju+5J9pgIZeRoU+tVBJgSdiTo7BlJgJB3QhVCy96Atukyt68w6177w3aM0wjVoDf7Yd1lz66dBjP8F/zeuO9WthkPUU+8FonXpeCH70TcbQhbG/FSBf0Xq+KiC66Ocjzq0ki4IojL4YDI1fTVZ33GYQqCpFUiwnp7nWdk0gTmqKCcJhhvTcVy0pXPWafZyXCA9J9TfiyHFOFcMygxOsQ9heVXu8N22DGw7LpPQv5KwhpXGL/1LCLEgrhrEda3kQpZLLDsdQDyjpxikInYPYnSsehBBN74r7F7EkZ5wY/ejfsYI56zi875kxFky2wRgaSC775mZJkURzizsWfMyo9Zj+hRR13DAPLExOwhJyrkNsHMqHiFFDpUmNsz8ScqlL+XuBseiHfmfK7fjmfufJCIhWNl2jETxxHb0eWw7j5pwDFTQh+9i9b7egecEi4Gwks6VlAmcbdSOOP/IKLuCeM58aJkPEM/eA9C7y+N6uekjN5q83N3X/yLzr4Mlr0TP3EKvcUltdg5JT2nU/jFogUYk0bVe/qG9ot3aeV8/bR/LOlEtPm8aTvpAW0ZACNY7SYPlRbS8Ymm4sVgKPjvLec99Uk4nbyu8iMIdCRBcTF4RAznl5QMSzgO5h1dYeR7hvCwTlIRgaA6Fj/aS5plj30hfI+EM6G4PxHE0V2ULcYY5CYubsUuJ/DS0wiu+MiwuxEXwTTMbljoCvsZYTMjXpeMIuL4jh5nROgT3sx9d06iipHytubSqH5UpoYtLIbbNhq+Uh3PLoQm7mpSVJi51UHqBHIvSkeYvBSNIj1ic5pgBIS+GVPvhaKHiTZEOog7wdgIQgcx/cRgYevuAKMYCorAnD8YOxaht23yccg78bdQhtmTvhLEXUZr3S2GjUp3EbsYZew2XfGAReJ6cZEqUr+K+C/in7wCI25u5/+ehfbF8q4jiaJA3Wpb2A4/ziAITWSEFCEbOtuNS2FBKsY/Lf6wsXFFiIfiy26KHgNH1w0bG2FrY7aITAltd14H7fuvzDZJoB79qEGr11l9dGR9Q+rYLAHNMqlJzhOMANtf7XyLCftlEvDRdDE+vCtuheIYbkplcVwRuw4RjFs8NZOioHDmZSK8X8T24uNrnXMzuKl3ChBx/FHH7wx1q20MghELRG/xIfTZR1GPUCLkpyAbGrklFFsetJ/XQPvx264sA2GKEZ5h+mwjmHjEImLqvvsaAq88C8vuk4zMlWR3RB1Xt6zg0pcNv6VUFyLy6zrucATtt9H8+cLNW5YeCAwJgjFIxlX5NoP3zYbZF8+8hbOviRjzZPMYgkHj6Vhcsmore4fDKTrvCuOjjFa07782QjAI+5a0FlVF3rGxE6+Fvv4cbXdfvznRmkiZYt3vcNgO/03MVCfBj95B2z03pG1YDG4lpr866j03pq3TLOhoyBCMmAuvq/JxAke2Rc+QCRNPwMOuvcfIQdSvhIIILX/fMIwLrvg4YpR/dfxOKL7o2vAezj2EiheY9kfq+hFUyqCw5aHwFBesBx4RI5gWo/XWKxAKF3+GCOp2E4wdjWXSoVCKh/VTd7DSzCrET5TUNWb8GkvZ/PYRPKQIZhPJnK+AaxlIS7aARCdSXKDmlf++K7KdSFD/3Vddz7Lvvg72N4E1LabovONOgjDZj1XEDqZz8aPofPmZWFUH9Ls4RhXOutJUilvxKiQMA4UxX+RCgM0G6577Iu+wY6FO2Nk4PolXpdZb/gzdCEyV/sKMeaX1nhnp7znzehxyBCOmYMM5vxunhDquI9A0gMNsEzJjoshR1vUxMne97Gxsjsveg/ILUXD6uTHDUHYxmGY4NYoYutrqVXHbskRDTMSrsey2D/KdpxovVbGKIIbWmy6NL0VsYZERaFwdNRrBT5bFFXs4lj7x/i5eKxVSrrLXLbo+3ra5Vn9IEkz3JHZUV+7YAVQz9JMUhUYzs22wXo1StbCUMeNQOP0i4wLWTDFiwHz0LjpfftrYCfR8rjbTvmcdI6XshF2R9xsnLDvsYgpa0Z/IYaR9k+0PM+QHbBMd7n+n8ikr3ilJe/0hTTA90RbGdITgaWD91zp4PAh2gAoEQCLTY88i8oSSTiEd8CuEZhC/qTPtRcy7ZVqcGKG3OG4VTL/IMJAzXUIhhL74BMEP3ja8oY3XJuFBvcmrOqwcRQHZ8qE4ygyzf+v+h0HddoLpLkWsmLa5f+8VHsJ848yrSYTb7XWe2ZmnWfo0kgQTA+vujI+9/jKjf5LztRecskV+e8eng+qjFGUs6g47G9H+xfNwIkXf2GLEgBGBqwLPeXrvbIgMXyXbxIOgbLlVwkZzHYseQud/FiWiXka2IcBnd3sy+q4v1cBJgkkiws2uyn/q4DOTKDKpooRlsMgeKSxzEy0iJ1L73L/3et1RykagcPa1xv1HQoUZHU89jsDTT0TfISUkfGCNRDBuaGpFMC+0QdFpAjTaQxUuI0yTGMIQM3Ih5g4VdGDxEHYpkAQzsPW3ubV3+jQnVO0R2uSWkCSxSRcjfIJEDF3LTnskJpvZSGwvLoS7i/DsLppda3hSx11CQbS6bzHufdLusBhz98oigfk9dnfjeT2ripTFG9fYt1dZ2TUI3MjM24dLKSwiOlhAFw1zN9wZNy450kASTBImsuXMqsM1a/BpAHFcciSh4wRFCEvh/BNONtwREiki/UnwvTd6EYwIjyl8juIp4nlc3LmEPu3t3R2PjFTWJcKn9jrPrrH68LkqrgfTuSA4+tel+x3uhrNiycjV3yXBDHBmxR2Nr7ryJyKO/f46wL6S3Vz4EBX8dnrkFCUROkwGwYhL49a7ru8KtZCBhYH2kBo8dOScp/pHJw+j7+ozpuxUaFMfAbB3r58JbzrqPAdl4BDTopIkmAHALOLz+te8vwpM5j3xBtBfKpoK58b8k6d3+QSZjEQxIILp7EDn843oeHZRRCvkVIwzLpksoFCusbsXdeXAjaP4a5zLmbFLdxMGf1zqbkzwPBpHxxlaVRLMACamuaZigc500gBEZExTdevxhtWvEXQ7BtEkRDDMhs+UCFBlGAxmcGHi/zlG730k1dYmlNSvyVWxRgFtKQzuSNcfdcxdPGQDU0mCSXChN1eXn8UK1TGTJUERmdfMYjUM8kT6VmEgR7bwT9rxEkzo0/fR+dIzEP8Wti6ZXnTQoWXuhtcS1bO5pmIKs+JhZmKi20vdDRclKivb20mCSWAGfzrtmFEFBYVvM7BNAs0zvolhgbv9jrAdcgwsO+0OEUN3c9H1rlefvq9IF11rGNhtPhqI+LlfrUDwnVcREqb7UcJxZhogoY7QViMeHFgwb191xWdMNJbBl5S5G+sybYzp0kcSTAJIN9U4b1AYlyfQNOuaWHbY2chaYJ14EKBajNi97Y/VQ/v8l2BVIvVJ0fl/MWLBoMXf5e392vMGwWRjUYl3HVbX2Dv+RZwD2TDjxJNIUY8KFhRePRQSrEWCRxJMnAtHVPe5nD8DyLpXowSG+ksTIlh32Qs0ZmuEROzbHgnQRDQ7EX5B5KwWcVhEytlsLgz916XuxS8NdAzvuiYWTnK/FzmS+kA7yIL2kmDinKT1M6ZUWEhtCGdY1VcUM4OIvtKgPwRN/9GiWu5joCscvywZiwAzXVta33B1xiqYRYpJgolzsryuig8JFPvZkbCeVP20klH7vND9GiGsfUnVHhf+h3F2K6unEQEGLSh1N5ycxi5ztitJMHFM7eNVVbajS4NtFH0XEmTiRq1duzDcRaHPVVEDpjtBmZXbOg4Ycr4qM3/aTvrhY9xL1uf8YFM8QEkwcQDsnzHteFa0pyI2YfisFuXUojmLItcRoTtrpswiXb1Vkkwc4KezKnNHPpQ982W2gAGjLgkmDgi91RUPENHpEZqs6ywo2N3si4G3puJMYnKL1EBxqCCrpgkBq6qcGOsPRZpUyepuJMGYnL6XJk/O32eCYxkTdu7bhEArS8bsuUu8lp9NNRVTiMlDEE67smQWAvyYw914SmbplH3aSIIxOWfrTz9xrKXAshLclSVyc2H47GP3GhkvuXS3b5059YRQSHuCiaLGFjGppqwWBQGRK86ku5XINfzDcz7L+JMXLNiUplJCmwgCkmBMoibi93YSf8I9XoBEQKFgsbbDiNsGaPXpqngMoN+aVEVWSwABnXmFoijzwXwFgP55TvrIJBH2XMUfy+Z4Hk6gO9lkEwKSYEwuhTU1FbvkM33U/YIkHNlYw41l8zx/NikiYjW/y3kVg6+J4+/rQLscUu0J1AE1dETJnCVvN9dUPsrMpp6gCfSO3d2QNRlBM3FSJcGYnJWWmopddCaxgzEwY8ZaR71njPhLZ1JExGpeV/lCgjJ1oHJk+/AIEBAMWvnQEfc0vvXzjBOPzyNLA5syEyBdYa26pH7xPyW2iSEgCcYkbk2uykMU8KuiuliwOvTfJMOcXMjzVVeuAvFWJlWR1RJCgL+y1zXuKJq21FQ26OByM2IY+MExZq/tEr1jM9NHLteRBGNydtdXT93XQvrbxu4F8JS6PZUmm8as5nc5OxjIi1lRVhgYAsSXOOoabxUpaoDOj8yGOCXQU3Z3w4kD63xotpYEY3LefedN2Y6C6hesQ1ct1mOGzVnwismmUautP7Nif9VKS+VEJAPNGDKIfujMz58kbJWMo5JieUrcpZkpIsfRSl51xVB3XjSDVc86cl2bRGy1a8qIQiifgeh9e5P1RErS86W/2vk0ExKLvm1Sd1ntFwRCpF81om6xkdLV63I2AHCa/QgIeFdRrRcn64/LUJgXs9gOBSyijlG43o/HuNc0VmpG1C96JxmAiGRteW0d4v4lHudHDURqpqX4SAYe8cowQlLG2UhkCiip8+zefTnvq3b+B8AxpgUR2sH0WGdB/uWjVoe8yfpDE+cwsqZ6vPOTNQNLhaK+s6fe67hv0TnJku2bUV4HRXGZlcc6/0/Lw6VqgKpBdBaBh/L8faFrykWKhXcD801mMQRoY1ANTO6ZLWCTC8hpcfEVg5nIq1n148XrlPn+h1bNobxA455pnl1VRrctaIq7YZgGPPv0sf7W5s/MGH2J5gS02N2eEvG/V846rmREp+0NAsXM2ZMMXTNJhnjBg4Lp9vs8D3Xr1VQ99RyV+C4Gm3G5YJ1wU1ldb/slf820CdD1B5mwH2LIIWC9DvKQLXSD4+4l32QSPpmmiySYQZoR3wznG1BwoMnudQvUi4vdC28T9cXHwKwvBfiXILgmBWV7NWa8U1rv6Wf8JjzUFVZvMxXQi/EfR73n2L5YcC0srWun7dIWDE3MU/lY6MpoFnZOCph0tIGUd1gLvNoRCHy85UPPiaiGssRAQBLMICwRf43zdtZxvpmoeGKCdKaG0vqGzYZ4XpfzQgIMshlqRQfeKnN7Dgg37g0zyq9WFSVmLiNm/ra0vnG7oYbdYIxXEkyaUfe5yi8FKzeAzIXOZOJPS+saex2FfDXOl8CYnGbVM6M7xvq2oHbomPlLwkYU97rK3yMo+8RQtsWx6biZGYPKXS0kwaRxbrtiwGCeWZ8jBi93uBv36OuO4Kup9IHZnkbVM6YrIgQ1aH8sq1vyaDilxMucrb19dbQQGCIt7GqvddSuCxZszJiB5agikmDSNLFNMyrOVRW6q9uXKVq34txPzLc46hv/1Ldey5lVh2vW0PNAXE/bv4gh/glQ2qAo20DTBi0A+aYn5vdVlecVWwIP+Tvz/w7wDDPToev6nLK5iyO+5vmqK24iosuiGNG1/ui1bikJxgzaA6sjCWZg+MVs3UUIwblE2EHEI4lZGF8obLm0ZO4TjeHq+l0VdzPTOWbub/q1JzwPzpu5Lq953Ui2DLcE1AkBcDmRchwxbx9Tt+RWCKpacJ9h854yEix9c8Zkx3Cb/RXdREB1hfiJkrrGqmjq+GoqmsBUGq4Og1tXe22SYJI7n2GlSYJJEciGvwsFriNGJYOjBpMiGBYtG0H00Dpr+58m3PVMxOTNflfl2wzeNwG1P7B7rftHMgzz11R+yczjzculDmZ9vUIkDP9CDP6ZGMOZMcEM+RFIhxo62D5nydLuPr3Tyw8jVRH5iKI+N0d6Seqpu7+64mEm+oMkGPMzmoqakmCSiCrXTs73rhlWqUKdBcZuOjAsMsDCTosCDP5GD1EDOZS60r8v+i6WOj6XU0S6Hx6rXs/fmbnVQVuMIrc7YhKwlprKqRqzSKkS89hEQKem8//5Q/5/bTf/ZV+vD9tV+SSDT4iln9jMKeB77O7G83q3d4qn5gujtWfgy1K3Z0K0Oi0zqw7XtOBzQP/sDXIHE2t2kve7JJjkYQlvtVMchf7YM5A3idAxxoUKX7olAAANg0lEQVQDg6B0MrgFTJ+oBM/6gPfBvh9oLHV8NRVBMJkPFM4kDNNOcNQ1PB9DttLkqvhUAf0qlg4A1rVsVA8e98jClX3rbtqFmHIEZejLSt2LJ/aV4XM5OxDFu5yIvrbXNcTcbXmrK74monDP0fIOxsQkJ6OKJJhkoNhHBtfWWoCXDRJ4+WVg3ciRetWCBSHx/wcSoGrDOb8bZ9E6v2U2ZbHapRXjz456z41mhrkp04GJ4EoUZPClpW7P7X3lil1c8+pSb6xj4aZ2vi+xamxfD+VmV+WTevRdkLBqdsTC0uuq/AeBZ4cZe/uP8hXJzJIYcB1JMAOGMH0CjJg0ir4UbDYLAa8PQt1jpHvRGjNa/lzt3MtGEDFvYjtfRiAurqqy+UuDywHsEKtPBjc78gLjqM+dkxEaI6B+FenFzWg3Zu/hsYJA+VyVVQA/1vdOhwFfqdsT9gI4ls7y9/gQkAQTH16DWru5uvwsHcpcM5eohqKbAiyZVZpdU0a0wPJfHbx7rDYMuq3U3XBRvx0MoPiqna8Q4ZBYMojIX9Jk2YrC2KP4XBVrANoyvAzy28fsOSI2wfx2PHPn60TYoqccYlpnr28YFUs/+fvAEZAEM3AM0yZBeHND12ea7NBnDzi2o/nze13CxmrrdVU+TuCoT8BdMmiRw90wLZw8b7VTpMadFWtx6aAfS8fsuW04ovDVlNdBV1zhwyiYIxihm7+m8jVmPrinnuGso2PhIn9PDIFYayAxqbJV0hEw7jZ+dCwyG5yKGHfb6z2z4lWk2VX5Nx18Sax2RPS6va4h7C7FSLFL2pMxd1oRnA5F377pJx4Ji+VZcP/Mlwz4HW5PWaw7GCGn2VVxnw6q6UUwOh4ones5I9YY5e8DR0ASzMAxTIsErqoqbh4efJx1E9HvGGx3eyxE8Wc82HDOSQepodDrMQfFvNRR3xjWG9wgB9Uinogj27MY79T0J0ddw82R+vK7KjdwOI9xhs9Rb+4OpaWm/GyNlTk9+tAYdFGpu+HOmGOUFQaMgCSYAUOYHgFxEQzxT466xtGJaGY4Y0KJ+NF3y4wWCNsgGMXyfLQdDBF3lIz2l1Lty+JJOmzxu5yfM2BkAuhZiPGdvd6zrZnxeWsqpxLzwh51faoWPLTbgtiMDFkncQQkwSSOXVpbxkUwujLHMTexyHt+l1P4S/Uyfgs7UF3/u2Pu4ovD/dYyo+JcTaG7owHEzC+V1jf+OlodX43zP2Ac068O0beOugZT4RZEat5ASH+yO2UsEX1qr2sYcoG60rpYe3QmCWawkI+z35cmT87fZ4KJOxgGqwrvNqyu8dM4uzCq+6qdz4Lwm+htKaizdn5Z/eL7wtXzupzzCDgrogzmDg3WI4fXP/FGtH68Lud8gmG42HsHo9BS+30NpoJ1NdVUTFFY8XRHqWPGXaX1nvMTwUa2iR8BSTDxYzYoLRhQmmucDzDj1GgKiJCSdrfHloiS3ulTt4Gqv0hAVCtZJrR3gCeNDkNiQk+fy/kuAXtH1IGowVH3SwCtSPUiGcoRcLvd7QlnQNdPlCAYFbSIGRaRQjYY1CePuF/G0E1kfSTSRhJMIqgNUpsN1eVnWUiZGz3kA3/lcDfGNHILNwRhyGcl/TkGHFGHSPytoy58RDix09p7R4eIW1wQTobwi7Io2M/MDqvFVXm+xnxHn6fqgAJylbgbHjAzDcYORqcGEeCLQZ84vJaJMhOAGeSSU0cSTHJwTIsUw4EvFHwp6uXpALIQrp8xpUJVFI/w7o66SyLcYa/zhHVIFIHRm1uD68ORoJCqEE0bVtewyAxgG2umnRJi7V+9ov0Tey2KZXLxnIUiM2PM0nVEInHJa2Vgdjj3hphCZIWEEZAEkzB06W+4zjV1tAX6DxGjtRF0Vafrh9U3XJ2Idr6ZFX+GRn+N3pY7Nbb+OtL9yaYn6hfC717wpcNn3dXsDqLNVVnVyfxv6sF4IvmZ3e0xHa6iaweDx0Gk2wsKtqc7Hl2bCDayTWIISIJJDLdBa+WrdoYixfMVYRTaiPcJdzdiRmFfdeUiEEfNua0wPVhS39Dv4rVbfkt15TUa8V/C9MehIB8Yz/2H3zX19zpr/6LuJyBjK6NcY3cvihnYu7t/r6v8CAWKB4zX7PWemGEkzOAk65hHQBKMeawyoqa32tlKhMJwyhi+PXUNpixcw7X3VlcsJ6JdIg1UXCAHoGwTyXlSWBv71zgWg3F0TxnGBoRwn72uwaybg9F8o8t5YYhxW/eJjcCdihaaFI8Ny+ozpuxUYFWXBDo7pm3x4LOmjlUZMdE5ooQkmCybSH+1862u5GD9C4O9pe7GhHIltc48YWJIsz7DwMjIkND9DndDxOdnkUyuubX5HQZ6Gfkx82rH2L23ieWc2Ldff03lHGY+u/u/M/MLpfWNvcgr1vSxy1Xow7rrwzlmxmorfx84ApJgBo5hWiX4qitvYeKLw02cyLtsr/MkZETWXFMxRWcSoQ3C7o4AxEz1sSn+sAh52VM91oPaH8ruD58FIBp4gmDAXNN9YdwGbeQY9xIR0S+u0nzetJ1K7l4YNs1JXIJk5bgRkAQTN2SD28BwJFS1xnBOgARebnc37paIhk2uihsVUL8sBkKWET9X4TN6pmsN10dTzZRTFFYf6fUb4UVHneeoRHTyuSoXAmwknCOmpfZ6c8Z1ifQl26QGAUkwqcE1pVJ9LqeI3bt1304GYgbf5Kp4VAH9LpziDFpc6m6oiDUo7wznhaT8knGSmAKKxXLMsDkLTIXQ7CtfGOyBMREKQvZOx8h4Q0/E0lf+nnoEJMGkHuOk9+CtrniAiE5PJsF4Z1S8Qgod1lemuD8prW8ca2YQfpfzKgau7a7LjFdL6z39ZJqRJep4q53fEmFrnaiuLM4LYrN9yHqpRUASTGrxTYl0cRRRoT4ozN97djCQHYzX5VxJfcJcEiEETa2wz134tJmB+F3ltQylywZH+AwoXF5S17jETNu+dWprYblwdcUKHQjdOaZxt9paGDGNZckuBCTBZNd8dX27IjZMWeiDvnmMkk4wwLslbs/+ZgI7Cb16Eox40g5a+dAR9yTm9+OdXr43qzS9I6DfHSkPdRZO3ZBTWRJMlk553/sOMYyBEIyvpmINuHcMXJ2030fKAR0ONq/LeSFh8x1MW1ANHjZyzlPvZSnEUu0kICAJJgkgDoYI4TZghbYCoJLu/gdEMNVOL+gXJ0ci+qmk0LIr3bZAOC6aKsKXyUKqx3ikJvaGLDgu0R2MqQ5lpYxHQBJMxk9RZAU3JXqbPlCC4VpY/KsrNvQkKx1cV+Zu3GzkZgYmkS6XueNDIipixlodlqmxYr6YkSvrZC8CkmCyd+7QMv2E3TTV+mF37FtifGav90Q09Y80VEEwzaud63qGadBBh5a5G16LFx5fjfMlMCYD/JPG1mmSYOJFMLfqS4LJ8vn0VVfcBKLLxDCY6OtSEylV+w65L8GI16MSHmWPlss6Emwbzq6sVnV2E7A2xHIHk+XLa8DqS4IZMISDL8BXU9EEplKR1L3U3Vgcr0aCYHyrnU0EDNvU9gOH2xM5Il2UDozMjo7QRoa+0maxnV40Z4G85I13QnKoviSYHJjM9TXlV1qgXENMbSXuBrvZZ+WeQ/e7nKs3OynGkc86HHyGIaBCEwqVvItsc/69NAcglkNIEAFJMAkCl2nN/NWVb4L0kSVFtv3iefnpHofP5VyGTXF0lYC6c8n8xJ0DRdgG32rHPQVMN+fXN3yRaVhJfdKHgCSY9GGd0p42nPO7cdA6XMFQ8N9bznvqk3g787nKF4KVqUSkl9Q1WBNJ2tazTxEmIZE7nHj1lvUzGwFJMJk9P3FrJyz0EzsilV/NUC8GeL3D7TGVcyhu5WSDIYeAJJghN+XhB7z+3Ir9rUHlLjA0GRZBLopkISAJJllI5oCc5urys3SoOzvqGy7JgeHIIWQAApJgMmASpAoSgVxFQBJMrs6sHJdEIAMQkASTAZMgVZAI5CoCkmBydWbluCQCGYCAJJgMmASpgkQgVxGQBJOrMyvHJRHIAAQkwWTAJEgVJAK5ioAkmFydWTkuiUAGICAJJgMmQaogEchVBCTB5OrMynFJBDIAAUkwGTAJUgWJQK4iIAkmV2dWjksikAEISILJgEmQKkgEchUBSTC5OrNyXBKBDEBAEkwGTIJUQSKQqwhIgsnVmZXjkghkAAKSYDJgEqQKEoFcRUASTK7OrByXRCADEJAEkwGTIFWQCOQqApJgcnVm5bgkAhmAgCSYDJgEqYJEIFcRkASTqzMrxyURyAAEJMFkwCRIFSQCuYqAJJhcnVk5LolABiAgCSYDJkGqIBHIVQQkweTqzMpxSQQyAAFJMBkwCVIFiUCuIiAJJldnVo5LIpABCEiCyYBJkCpIBHIVAUkwuTqzclwSgQxAQBJMBkyCVEEikKsISILJ1ZmV45IIZAACkmAyYBKkChKBXEVAEkyuzqwcl0QgAxCQBJMBkyBVkAjkKgKSYHJ1ZuW4JAIZgIAkmAyYBKmCRCBXEZAEk6szK8clEcgABCTBZMAkSBUkArmKgCSYXJ1ZOS6JQAYgIAkmAyZBqiARyFUEJMHk6szKcUkEMgABSTAZMAlSBYlAriLw/yQkS8FADfW/AAAAAElFTkSuQmCC"/>
          <p:cNvSpPr>
            <a:spLocks noChangeAspect="1" noChangeArrowheads="1"/>
          </p:cNvSpPr>
          <p:nvPr/>
        </p:nvSpPr>
        <p:spPr bwMode="auto">
          <a:xfrm>
            <a:off x="307975" y="-166688"/>
            <a:ext cx="666750" cy="676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" name="TextBox 1"/>
          <p:cNvSpPr txBox="1"/>
          <p:nvPr/>
        </p:nvSpPr>
        <p:spPr>
          <a:xfrm>
            <a:off x="451032" y="775780"/>
            <a:ext cx="839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API Gateway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그리고 </a:t>
            </a:r>
            <a:r>
              <a:rPr lang="en-US" altLang="ko-KR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Zuul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325" y="4952919"/>
            <a:ext cx="818727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500" dirty="0">
                <a:latin typeface="+mj-ea"/>
                <a:ea typeface="+mj-ea"/>
              </a:rPr>
              <a:t>통합적으로 </a:t>
            </a:r>
            <a:r>
              <a:rPr lang="ko-KR" altLang="en-US" sz="1500" dirty="0" err="1">
                <a:latin typeface="+mj-ea"/>
                <a:ea typeface="+mj-ea"/>
              </a:rPr>
              <a:t>엔드포인트와</a:t>
            </a:r>
            <a:r>
              <a:rPr lang="ko-KR" altLang="en-US" sz="1500" dirty="0">
                <a:latin typeface="+mj-ea"/>
                <a:ea typeface="+mj-ea"/>
              </a:rPr>
              <a:t> </a:t>
            </a:r>
            <a:r>
              <a:rPr lang="en-US" altLang="ko-KR" sz="1500" dirty="0">
                <a:latin typeface="+mj-ea"/>
                <a:ea typeface="+mj-ea"/>
              </a:rPr>
              <a:t>REST API</a:t>
            </a:r>
            <a:r>
              <a:rPr lang="ko-KR" altLang="en-US" sz="1500" dirty="0">
                <a:latin typeface="+mj-ea"/>
                <a:ea typeface="+mj-ea"/>
              </a:rPr>
              <a:t>를 관리할 수 있다</a:t>
            </a:r>
            <a:r>
              <a:rPr lang="en-US" altLang="ko-KR" sz="1500" dirty="0">
                <a:latin typeface="+mj-ea"/>
                <a:ea typeface="+mj-ea"/>
              </a:rPr>
              <a:t>.</a:t>
            </a:r>
          </a:p>
          <a:p>
            <a:pPr lvl="1"/>
            <a:endParaRPr lang="en-US" altLang="ko-KR" sz="1500" dirty="0">
              <a:latin typeface="+mj-ea"/>
              <a:ea typeface="+mj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500" dirty="0">
                <a:latin typeface="+mj-ea"/>
                <a:ea typeface="+mj-ea"/>
              </a:rPr>
              <a:t>라우터 및 </a:t>
            </a:r>
            <a:r>
              <a:rPr lang="en-US" altLang="ko-KR" sz="1500" dirty="0">
                <a:latin typeface="+mj-ea"/>
                <a:ea typeface="+mj-ea"/>
              </a:rPr>
              <a:t>reverse proxy </a:t>
            </a:r>
            <a:r>
              <a:rPr lang="ko-KR" altLang="en-US" sz="1500" dirty="0">
                <a:latin typeface="+mj-ea"/>
                <a:ea typeface="+mj-ea"/>
              </a:rPr>
              <a:t>기능뿐 아니라</a:t>
            </a:r>
            <a:r>
              <a:rPr lang="en-US" altLang="ko-KR" sz="1500" dirty="0">
                <a:latin typeface="+mj-ea"/>
                <a:ea typeface="+mj-ea"/>
              </a:rPr>
              <a:t>, </a:t>
            </a:r>
            <a:r>
              <a:rPr lang="ko-KR" altLang="en-US" sz="1500" dirty="0" err="1">
                <a:latin typeface="+mj-ea"/>
                <a:ea typeface="+mj-ea"/>
              </a:rPr>
              <a:t>엔드포인트</a:t>
            </a:r>
            <a:r>
              <a:rPr lang="ko-KR" altLang="en-US" sz="1500" dirty="0">
                <a:latin typeface="+mj-ea"/>
                <a:ea typeface="+mj-ea"/>
              </a:rPr>
              <a:t> 서버에서 공통으로 필요한 인증</a:t>
            </a:r>
            <a:r>
              <a:rPr lang="en-US" altLang="ko-KR" sz="1500" dirty="0">
                <a:latin typeface="+mj-ea"/>
                <a:ea typeface="+mj-ea"/>
              </a:rPr>
              <a:t>, </a:t>
            </a:r>
            <a:r>
              <a:rPr lang="ko-KR" altLang="en-US" sz="1500" dirty="0">
                <a:latin typeface="+mj-ea"/>
                <a:ea typeface="+mj-ea"/>
              </a:rPr>
              <a:t>접근 </a:t>
            </a:r>
            <a:r>
              <a:rPr lang="ko-KR" altLang="en-US" sz="1500" dirty="0" err="1">
                <a:latin typeface="+mj-ea"/>
                <a:ea typeface="+mj-ea"/>
              </a:rPr>
              <a:t>제어등</a:t>
            </a:r>
            <a:r>
              <a:rPr lang="ko-KR" altLang="en-US" sz="1500" dirty="0">
                <a:latin typeface="+mj-ea"/>
                <a:ea typeface="+mj-ea"/>
              </a:rPr>
              <a:t> 공통적인 부분도 구현이 가능하다</a:t>
            </a:r>
            <a:r>
              <a:rPr lang="en-US" altLang="ko-KR" sz="1500" dirty="0">
                <a:latin typeface="+mj-ea"/>
                <a:ea typeface="+mj-ea"/>
              </a:rPr>
              <a:t>.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1581" y="1123452"/>
            <a:ext cx="4489301" cy="3753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5783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1BEF1B6D-EDD0-46B0-8C4B-4503BA8E5168}"/>
              </a:ext>
            </a:extLst>
          </p:cNvPr>
          <p:cNvSpPr txBox="1">
            <a:spLocks/>
          </p:cNvSpPr>
          <p:nvPr/>
        </p:nvSpPr>
        <p:spPr>
          <a:xfrm>
            <a:off x="294114" y="264068"/>
            <a:ext cx="7444968" cy="42862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400" b="1" kern="1200" baseline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</a:lstStyle>
          <a:p>
            <a:r>
              <a:rPr lang="en-US" altLang="ko-KR" sz="2000" dirty="0">
                <a:solidFill>
                  <a:prstClr val="black"/>
                </a:solidFill>
                <a:latin typeface="+mj-lt"/>
                <a:ea typeface="+mn-ea"/>
                <a:cs typeface="Arial" charset="0"/>
              </a:rPr>
              <a:t>4. </a:t>
            </a:r>
            <a:r>
              <a:rPr lang="en-US" altLang="ko-KR" sz="2000" dirty="0">
                <a:solidFill>
                  <a:prstClr val="black"/>
                </a:solidFill>
                <a:cs typeface="Arial" charset="0"/>
              </a:rPr>
              <a:t>Netflix OSS</a:t>
            </a:r>
            <a:endParaRPr lang="ko-KR" altLang="en-US" sz="2200" dirty="0"/>
          </a:p>
        </p:txBody>
      </p:sp>
      <p:sp>
        <p:nvSpPr>
          <p:cNvPr id="9" name="AutoShape 2" descr="data:image/png;base64,iVBORw0KGgoAAAANSUhEUgAAARgAAAEcCAYAAAAcH6uaAAAAAXNSR0IArs4c6QAAAp50RVh0bXhmaWxlACUzQ214R3JhcGhNb2RlbCUzRSUzQ3Jvb3QlM0UlM0NteENlbGwlMjBpZCUzRCUyMjAlMjIlMkYlM0UlM0NteENlbGwlMjBpZCUzRCUyMjElMjIlMjBwYXJlbnQlM0QlMjIwJTIyJTJGJTNFJTNDbXhDZWxsJTIwaWQlM0QlMjIyJTIyJTIwdmFsdWUlM0QlMjIlMjIlMjBzdHlsZSUzRCUyMnZlcnRpY2FsTGFiZWxQb3NpdGlvbiUzRGJvdHRvbSUzQnNrZXRjaCUzRDAlM0JodG1sJTNEMSUzQmZpbGxDb2xvciUzRCUyM0YwNjY1MCUzQnN0cm9rZUNvbG9yJTNEJTIzZmZmZmZmJTNCdmVydGljYWxBbGlnbiUzRHRvcCUzQmFsaWduJTNEY2VudGVyJTNCcG9pbnRzJTNEJTVCJTVEJTNCcG9pbnRlckV2ZW50cyUzRDElM0JzaGFwZSUzRG14Z3JhcGguY2lzY29fc2FmZS5jb21wb3NpdGVJY29uJTNCYmdJY29uJTNEdGhyZWF0MSUzQnJlc0ljb24lM0RteGdyYXBoLmNpc2NvX3NhZmUudGhyZWF0LnRocmVhdF9hNiUzQiUyMiUyMHZlcnRleCUzRCUyMjElMjIlMjBwYXJlbnQlM0QlMjIxJTIyJTNFJTNDbXhHZW9tZXRyeSUyMHglM0QlMjItMjAwMCUyMiUyMHklM0QlMjI5NjAlMjIlMjB3aWR0aCUzRCUyMjQ5JTIyJTIwaGVpZ2h0JTNEJTIyNTAlMjIlMjBhcyUzRCUyMmdlb21ldHJ5JTIyJTJGJTNFJTNDJTJGbXhDZWxsJTNFJTNDJTJGcm9vdCUzRSUzQyUyRm14R3JhcGhNb2RlbCUzRV5Rg9QAACAASURBVHhe7V0HeFvV2X6/eyV5xpKdAUkIK4SyV8JeoYyyYssJpqUFCiSWCRAg/IxSoJhRRqFlEywnJYwCJSSWE1YZBcoKK8xAIOxAQkhiSXa8JN37/c+5joOHxpUsyZJ8zvPw0KJzvvOd95z7+oxvEGSRCEgEJAIpQoBSJFeKlQhIBCQCkAQjF4F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0BWI+CvmTbBXrdwZVYPIoeVlwSTw5M7FIbmrXYucRQWzKA7Hl07FMabbWOUBJNtMyb17YWA1+X8UgW/MMzdeA4BuoQnsxCQBJNZ8yG1iQMBBhS/q/J7AHbW9fNL5zbeH0dzWTUNCEiCSQPIsovUIMC1tRbv6g++V4DRAFY53J6tU9OTlJooApJgEkVOtht0BPoQDBNwtd3tuW7QFZMKbEZAEkwGLwaeXVW2trltTLFitbAeDMFi0UPFamsglNfR5l/TuW3ryDZasCCQwUNIqWp9CAYErLa7PWNT2qkUHhcCkmDigis9ldk1ZYSflcdBdETYHhkaEdoAtDDjEyLlgRL3oscy+ZKzqaZiSlld45JkIhiGYKCDLih1N9yZzH6krMQRkASTOHYpb+mrdl7OoNkgHhltohgQf70Z4BaF8Jwe0u5zzHvyxZQrGKMDrqoqbi4NPaYz78bES8vcjb9Lpk59CaZLNv3ocDdslcx+pKzEEZAEkzh2aWkpjkn+1sBFAF0KwGqmUyKEWMeHrGgPlNYtuctMm2TW4dqq4ubV2sU69IsIGEZApwqUF7s9zyW1H0DxVVesIqIxm+Uy0BbUdh4zf8mKZPYlZSWGgCSYxHBLe6ufZ5x4vFWx1BEQz19ncfG50gblmgL3okfSobR3evneiqo8qQNjeiyu7x1uzzap6N/nqvQBbO8pm5kfLK1v/GMq+pMy40NAEkx8eA1qba6dnO9f43gSjCPjUUTsaHQdzzrcngqi1Bmjbag+6SALaS8yOL+Hfkyk/MVet+j6eHQ2W9frcoYIUHsRDNDiCDi2pvnzfWblyHqpQUASTGpwTalU34zyW6GQODbFNX/ilaXE7RmXistg/4xpx7OiLwFY6Tl4AnW0IjRujHvJ+mSDIi7Dfayu64cCA2TRDrTPWbI02X1KefEhENcCjU+0rJ1KBHznnngkBy3PEdDrg47VJzO3QlFOL61rWBSrrtnffTWVR4PxFMD974gIbzrqPAeZlRVPveYZJ1WwGvKwuOXuW5huddQ3XBKPPFk3+QhIgkk+pmmT6KuuuAlElyXQYTtZ9Kn2exc/m0DbXk2WV1UVj3EE1xKhMKws4kscdY23DrSfcO391c6nmHB8WNnMSx31jQemol8p0zwCkmDMY5VxNZmhNJ9d/ijrysninTqeQqCm5iLLhHG3LWiKp13fur5q5/MgHBVOBgP+IGPyqHrPBwPpI6xsl6vQj59/AjAsPLHRD/k6jsyvb/gi2X1LeeYRiHNZmhcsa6YPAb+rci2DR8Xbo868uqy+MWHLV5+rsopZ/zdR+LsgJvqktK5h93j1MlO/ZfoJu2mq9eModYMBTS8fNW/guzQz+sg64RGQBJMDK8M/c8oBrFle73vBamZoBHrK7m440UzdnnW4qsrmLw2KQE8RHQwZ8JS6PZXxyjZT31ddeQuIL45al/FnR73nRjPyZJ3UICAJJjW4pl2qv6ZyDjOfnUDHDGvoaMc98Vn++qZPnQFVrx+MD3yda+poK+kfgTEiWv8EvdbuXnxNApjIJklCQBJMkoAcbDHrZ5841tpq+ZiB0nh10RmflY717UO1L3eYbet3OZcysH+0+opCrpL7GqKTkNkOe9Tzzaj4MxT6a6ymBNxtd3tmxaonf08dApJgUodtTMnGC0yJNrx03qLvYlY2UcHvct7GwIUmqvarwrpycencRX8307bJVXmISvrzzNTToK5XU7GwdOKzSuuSGwRqVVVVWbEjuIwIMS2DFeInSuoaq8yMSdZJDQKSYFKDa0yprTOrJgb14F0WRm2yfHS806duQ4r+AQiOmAr0qUDM35T4bDuZCf9g5v5D2KZYFJo2LIn2NkJls7sXY3iMFxz1nqPjxSKe+sLYj1JgRBiPDplcVxLMIM2O/2zn06zjaCsrBxXVL3onWWp4q8s9REpFAvJ0C6mnFtctfDRWW2+181UiHBKjXiAU5MNG3N/4Vix5Zn8XrhLe1Y6vN0Wwi92M8Zyj3vOb2BUTr7HR5bywCMq/yb1oTeJScrelJJhBmNuWmVWHa6Gg8Cy2tfisw8ctGJgtSs8h+Fy/HQ90fpnIsBhYUur2lMdq66upWAOmLaPVI6A1xJZjhtc/8UYseWZ/97oq/wHos8mk0Q+DFpS6G042Kz+Rel6Xcz4zWsrq5V1POPwkwSSyqgbYxldT+QqYDwOYHe7GuEz9Y3Vt3FGUBlcRIljWRhVATXZ3g4g9EzE6f+v08r2DqvIqgKKoohiBkI0PG3FPcnYwIv8RWF/BfXydoumggG4pcTeIMBcpKz5XxRqAfmrxWo9M5h+KlCmcZsGSYNIM+PrTTxxrybd8BSBPEIw34C/bbv7LSfP6FUGY/D++/yqIDoh3aATSFMLJ0e5NmlwVNRbQnTpgi7GDYY24IhlR7N51TSwcz1t/S8Qj4xlTiPSrRtQtTokXt9CDzzjD4bf5NwD6RpBykqOu4fl49BsKdSXBpHmW/dUVDzPRH7q6ZdahHFbmbngtmWr4XeVXM5TaRGQy8xOl9ZFfXsy+VCXzFak3ZuZGxWAEdZw1KoWpTLwznPNJwR9BCCGkzHTMWzTXnHZDp5YkmDTPta+moglMhq0KgXRd044onbf4f8lUY/25FftbgpRYqAKmHxz1DeMi6eOd4XyBFHPxaJJhByPcEQB+PG58GOutun5M0bzF78fd1kSD2lpYLlzt9AMoZEBnnc8vm9t4j4mmQ6qKJJg0TjdfcMoWvvb2n34BnZksfHwyvJr7DEPxVTs1k3ehfZqS7nA39Arg1LNCVA/mvpJIuWoggaa6wkDwM+gTUMrMlDHwhQPK5FS97mw4u7Ja1dndrYuu83mSYPrPjCQYM6s1SXXChVdIRXhHkfGw2eXsYJMxfHsNj4GOjrYttnzouZ97/nfxRLzuR8dONsITAMabgYRBi0vdDYk8maPlnKknaSFdPJlbzPTVt44CWlCSohcknjw53z+hdCWIN4cvlQQTfpYkwSSyehNoIy5ffas/+JSACb0+XOAHEa82mVHmNhHMBkb8BneGbsQrSEeeTlDBSgGI88mInsd5RLCGDfAUBhMCAgT6l0b6q2D+ttS9+CUz0HlrKs5UQG7mxMjFGIKC0+33eR4y01+8dXyuiusBuqJnO0kwkmDiXUdJrc+zjivxBfJ+JEZxL8HEIXuTrciMBa1ZhbgWFv+Pzh9A2MJsmxTXCzK4XcSgYcZqRcE7pFleYpU//U+T8t3Jm5LHCYz8nfl/J/B0EfUyUZ3E3RbDtqPD/W/xWpfU0mVn1LEMoBJJMLGhTXgSY4uWNXoi8NNpx4zKLyhcHe4+IZ/pV8kMjGTsYKqdqzlzCCbsYhCEozN/quuhB1TYQKpew8Ckga4cBi//4Av/pCNeNu+8abbPZlfl4zq4n3+T3MHIHYzZNZSSelEDJDFesdd7fp3MY1KTq2KNgujWtikZaEYI1S9zuBf/Ldmq+F2V1+vQr+hrSSxCArO85I3wRyTZsyDlhUVA5AsiVVkW7kdiCpQUB7en2578caDwrZt5wkQbW6/TdT62695kaBVxPPqP11LQfexK1uibayqm6EyNXUk0+5WAxvrM4fWL/5ms/nJFzpBbgIM1ca2zyvcOdoYnGKETMf/LXt94aiL6iSPRxpppLo21Cwk0IR5z+kT6y+Q2RPjUXufZNZk6Gl7qqi7Cc4aN/0vAWgqok0vmL5TZJPsALwkmmSsxiqyWmopddKbl4TJsiGY6c0eezgfFYxgmUrS2rdWPCmnabQzaOpGQmWkafnq6YbDGoZOHz31SPKUnpQgfKIb2IhgRjQ/FnU+pu3G3pHSYY0IkwaRpQjec87txaqhDBJaKjDnjP456z7GxVBJWpBesmnYiVO1vxNhBmATHajM0fuevHO7GHZI11o0zp+0RDIU8RLRdVJkm5y1ZemWTHLkw0zRbXU+weSJmSPj8QZv0iBXmsXX61BMCin47EZL2IaUJgtR2Q9AVXa8uSdI9SJehnzYfoOhe48ZfDOUau3tRQr5fqQVl8KVLgknTHBhezqs/+ATAr6J1KY5QShgjMRE5zc/qo6TgKLOGbmkaWkZ0I+5eVvKqfSe532sbqEIi7gyBZ5uRI17+dFWdVjpnocdM/aFWRxJMGmfcW+18UCGcFukeplsVQSC6Sq7hmwJmN9c4b9AYFyQW4yWNAxzUrigILXiOY96TCXs0r6+euq8K/XYCDjJ76BS5pUpJnZQqn6dBhTQJnUuCSQKIZkV4p5cfpqjKK7EIpkse6QR+h4HRBIwbiGWrWf1yoF6AGC+ErPlnD7/3sVVmx7MpSNctBDotbH7tKIIG8vpnVr9sricJJs2z53M5A0jECTHNemZ1d4T1FsYfYgVT59lVZd7WQJVCyp/AvG1CY9ZCRznmxZdTKqF+srSRJJg0T1yziOEK+qMIiCRLChEQABPPdLgb6/r2sto1ZUQ+lP9TgHP6+hTFo5GRiaG+cYdkWmDH03821JUEk+ZZWnvBKVvktbeL7bs1zV0Pze4Y79lJmQL3orXtrsppnaRfoLByAIMjxrwxC5QCOqPE3fCA2fpDsZ4kmEGYdW91xQNEdPogdD1Uu+w04sowVLOXt7GAEo6adnfD8Fj1hvrvkmAGYQWIXYytrW0ZEY0ZhO5llwNFgKCrujJrWP2iewcqKtfbS4IZpBn2VTsvB9H1Q968f5DwT7Rbw2iasdRe33BgojKGUjtJMIM02yK/M7H+YEwz9EHST3YbHgECvCXQdpTpYs2tEEkwMXASnsq+6VPH2YDdWNWDsZ4+zcAuZPpdlXMB/QwMwZAKZjDKzDoUtKjKpOI5Cz/KTP0yTytJMH3mZNXsqrKi1sAlKmgqE7YnQGFmAndBJf6XSMWoAx0K4xMQnizxWm82G/KyKzbvsncJyp6ZtxykRtEQsFksBxfem7xUuEMBbUkwm2bZP2Pa8aSEbtSJdjFeG8zEhBWmLCQM+ykA0Aqm0LzSuiV3RVs4flfl2wzedygsrlwZo7h10UG3l7obLsqVMaVrHEOeYDaFUbgTjONB0dOhxpwUNvY5K8DqxSXK8JfJ7e7leOevmXolWL9OmtjFRDJjKhBEgkhcWur23J4xSmWRIkOaYIRzm0XRnwZjRFLnTBAN0ZetgVD56PlLvvhy1nHFozvzzgox/pH62C0EKijoOs51dghf36QOLR3CyGIB8gqAYAAcECYsg1MY3GoFTU3GvdvgjGDwex2yBCN2E8z61Ykm9jI1dQxxe3M/KbqXdHV2qkNZqqPHwXrIUbDuPtFQT/vuKwSXvYngJ8uMjzXjCxFsh/0Glp33hLrlWOjNPoRWfIzQsjeg/TTgcMWmh298FAotLdFHHtl3F2paiKxoIDAkCcbrci5WgBM3eyizcXmbGjCMe5rUrjbxFz//5OmwHXQkYO3vgaD7vWi94xroP4qAeplZ1O13RMHva6CO276fghwKob3uZgQ/ejflyuvAGmhKddm8RU+lvLMh0EGKl37mIeitrryGwCdsCuD8jaaHniCydOSx4hU3MAHQ5i9UoWCHppGVmMaD9clEJIyrRmba07LtiBOQf9IfQZbI7k3aF8vReue14AzcydCIUSia8X9Qt9sx8oIJBbHxhkugpZgkdfDnpWP23o1qa0OZt3qzT6MhRzAtM6sOJy2Y12nJ/yyemCFiate5po7Op1CFzspVAMZkymVt8VW3Qd0qRrSBUBCtt9citPLTjFuleUeVI7/qzJh6dT69AB2Nj8SsN7AKzLqmTpE7mIGh2N16yBFMcmAD/DXOh3TGKQTjSXvQChUUYtiN9RD/jlqY0fH4P9H53ycHTddIHRe6LoF14kEx9Qq++zra6m+NWW/AFRjrNWv+PvH+ARpwvzkoQBLMACbVP3PKAawpLwOUNwAxA2pKefko/ut9UIbZY8rpeGI+Op8XucMyqxRddB0sv4qd9SOw9GW0339HWpQnoteDhcHfjuhKhqewy5WPOneHuE+T8V/MT4EkGPNYha25sdq5V5Dw/mACWTT7Wlh22j3mDmZj7fnQfvphgCNOfvO831Qif2rs6BXt/7oPgf/9J/kKhJEojOsY+JpZ/4QUZRR0TADBz4wfFPAPUJQW0SykBV9UlaL3He5/f5UWxbKsk8H8LrIMqsjqeqsrFxFx5WANSFyOFlZfDGX4yKgqhD56B20P3A3e2DxYqvbrV3GUoeiym6GURTdF0r77Eq23XJEhl9TcZVIpCrFIWyLeITUGtxPTh4qiLCiuW3SP3Omk/AE1Y9ZxShURzovNLqeXgZKUdhRFuGWHnWH7zVRYd90bUCNfCwXf+C/an5gPbjX+AA9qEce6oouuhTJm64h6iCd2beWnaH+sHtziH1R9zXQuwjmIpBAAt4LwtqpYrxs2Z8ErZtrmYh25g0nSrHpdlfUEnp56q5fIClN+IdRf7QZ17NbgQAB5hx8LZdTofg0Cr72AjoUPgNs2Jmn08YuhEgeKzr0C6rb988cF3n0dvPZH8MYWaD98i9DK5V0HluwsRqaDYGfINeJB4z5nSBVJMEma7g1nV1arzHeA0WWnnwFFvCwVzboK6vid+pPMW6+g46F7B+XIoZQ4UDjzT1C375+DLiguch+6B8K4LpcKgToooOxdMn/hilwaV6yxSIKJhZDJ3/2uyie5y4AvowrlF6Dw7MsM8/u+JfTh22i97+a0+ispxSUonH1NWLudwGvPo/3hOdm8W4kx96QT8Q32Oo+woxoSJasJRsRu2aq1tGOw/UXWn37iWGuB5VtmWDJx1YijU6HrYljE/UyfEvrsQ+N+Q4/L16fvsjF3fKGiYSi+5K9QRo/rp0fni0vQ2fDwoOyo0jlnRAhpuj6rrH7xfensd7D6ymqC8bkqrmfGuNL6xj8OFoCiX5/L2QCGM9U+RwMaY34Bis67EpYJu/QTI+45xM5B++aL3r+pKtRtJ8Aybjso2+wAKiruMugj6gqD012YobduhP7zGmjffwV93U/QVq8CQsHNVcSFbuHsa437ob4l8MISdCx5FNzRPqAhDn5j6gA4SMAGJu7QdTJAElfuTGwjUop01tZayDJvWN2iqHGDBn8sydEg2wnmUQIdWeL2bDlYT4LfnDHZUWpzrEupV3Zy5hrCKK/wgqthCXMnI0im86nHoX37JWiYHdbd9oa6wy7GC494So6n6OvXIvTlZwh9/B70H78FCopQ8HtXWEfGwMvPoGPRg12hJbKsiNciBfCzjhW6Qq9B549Um77efu/iZ7NsKClTN6sJxu9yLmXG/jrjtLK5nodThlIUwSKhPRFOG4y+E+nTIJnz/wLxrN2viJ2I3xs3oUTVQ+x0dA1Q+58ejSfzh+eAtey60CWQrrP+MCnKw466hucTmYeh0iarCcZX7fwchB0HKwnWylnHlYzozPuJkDkvR6YWbl6+8URsxjzflLwEKgVef9F4Lcq252cGfCEou4x0L1qTwLCHXJOsJhi/y/kOA5PErGmEO4bXeS5M5ww21ThvUBiXp7PPZPVFZSNQePp5YV+XktVHJDniGNZ2383QvetT3VXy5YtLWi10yvC5Tz6RfOG5JzG7Caba+RQTjhfTQoAW0kO/S9fEs2vKCD/U9wBENkPN4PVi2f5XyD/FBXXr/gGeUq62phk+RR1P/juj3BZMj5voUUddw+9N1x/CFbObYFwVdzPo3O75I9DP7VrgyC3nPfVJqufUf075sRxSnkl1P6mQr249HgUnnwU1zItSKvoLK5MZoa9WoH3eP6A3Zd1OZoPD7UluHOe0AZ/ejrKaYDZMP3GGqlrqe0FGWMUh5dDSeYtSGh8yWxPYi8BUBWdeEDtAVZrWob5hHTbeegW4STzEZU1hnZXzymRu6pgTltUE01FduWMHsciy1ysei9jJ/JzXMWHCXc+kxG3Yf7bzNNZx/yYTh5ggZ0oFZeSWKLrgaoh/Z1LRfU1ovfUKw34mWwoBb9ndngP66ltbC8vhL0+2TJ7cfyQLlo/UP911gX51LfTBMqtIN75ZTTAvTZ6cv8+Ojle7L3p7gicsJsG42+72zE4GqN7p5YcpVuVPuo7JJPyNsgw5stpQfNU/oGwxNhlwJF2G9tUKIzB5FtnDaKRqh+iaZT8CHwHmnUDKKDDbjfgNYYybxZIRmUEhwjoQNWma/prFynfa5yxZmnRAM0Rgln0m/VFrqik/W2FlTkQ8GesJeKykuOQmuu1B096s66ord7SSfgQznagQDmSGsDYT3vhZWay7TUThrCszV/f2VrTe9zeEVmRP2mci6MwiIgwL2+b4sTUyTpAu8i8R83KLqj5RVKDeT7ctaIpfWGa2SACVzBoIV1UV+0uDqzdlCQivnJhIBe3EWMXE70PHtyqUzqDCm8PwM+sBYioj0HYKMJ6JxgBcnG3HoEizQ8LJ8PTzQKPHQi0dGTa9yWDMrIjxIi55A2+9gsCrzwGDmGhtMMbfs08RxgqAn4jvCUK9JxdsbbKeYMQEbahxXmdhXGnO5W6wl9Hg9U+KApSNgHXH3WHZY5IRLkH4Fonjk/AvSksRZ4fODmi+DdBWfIzgO68abgWy9EBAHKJA68B8Q+nc7E5Zm6ZVldrlIy7WLljt/IaArVLbU3ZJF97TyvBRCH74DtgfZtetWiDsYSx77QfLr3Y3Ln+FK4FRkkU43ZcR4ln6848R/Pg9hD79ALqIDRwhiFS+81TDCC/4+ovgHg6T2YV+crQlpqUlHcUV9NBDPydHYnql5ATBCMjWnn7sHnn5+cty5Ugz0GUgIsYV/+X2rmwDoSBEOITAGy91fdiRii0PqnBuLBsBdZsdjEBVIs6vIUPsckwUcUkr8klrn39sRKPj9T8j9ON30Nesiu4WoFqQd+gxsB56NNSx24DbWtF629XQVn1totdcr0IbdZ1nDpa/3UDQzRmCESD4XOWXgpWbsvcq9pepJHtpV57m8TuBVAtCq79DcOkr/UMqRJj9glNnwnboMb1+FR+/9uVnCLzzGkQA8IhxeUVMX3FtKTJFWqwgq9XwsI4awpl1cDDY9Qokdh0d7WBN63J0jFDEbkkc06x77w/LbhOhlPVOminuZdr/eXv09U1kZIS07rW/8W+y2RD471PGnU4uFQJpOvMjpfWe2OkXMmjgOUUwm0kGyl+zIXxC5HVARoAo694HAOLeZFMRyeD1dWsQ+uhd46ihr/4+7K5AxG0pubEe6D7u9OlIpI/lpvXQ1qxCaPn70NeuNo4kvH4tWNdTtjzFXQ8NHwl1y62MWLzqDjtDHbONEWcmXNF9G9A25yYjhETfIo5zwlnTsuf+sGy/I8Ql9uaiaWi96zqIYFrZVHp+jH3vE40Tq7gEZrxur/ccmi3jyjmCEcALM36ElIcZGJ4tE9FTT3KUYdi19/xyHxJmEHrTOoRWfIzQB28h9PUKcIvIEtC1LPOOcSJ/WhwxuAKdCH3/NfSfV3cFi/r6c6CzE3qnkWesi3Q628Ht7eCOtsg7ksIikC0fIkyn+BLEDkjsUsRxTexUlNLhRjS7mGlue/TQMxeSseMZvxOse+4Hy467QRnTPzJed9PgsjfRVve3zJl+AYgCDYxOYmwk4rU6k7hX0Znoe2L+2kJoDxFbmKEpRGWk09Y62LCKJMK2DIxl4Kd2aAeMcS/JCv+KnCQYMSFcW2vxrf5gLoDTSDxSZ1FRRm6B4tq7oiaz7zkcQQrBt//XdSwIBVF04TVhswnEDYGuGcG3SQsZT8naTz8aux5xBOl1vFJViPzS4uNXy0aCRCYDccSyWgEaGPTB95eifd5tsB4w2fgnbBybMAMz4g3fe2PcQ052A4K4P9GXWVUs6WjXHh1qmQVylmC6F8ryqqri0fbOv5FCZxBT1ljgFp77Z1j32De+9R4luFN8giLX5vY2tNffiuDy9zdXEqlRiv98a+z82MlSwoSczqefQEfjv0zUTH4VkUGACc/k6/hTfn1Dnzikye8vkyXmPMF0g89VVTZ/qTJOQeBGjTCRmLfJ9BcncdTJO74qoz5cgac4eogjSHcR7geGj1OMzJLp+BD0Fj9Cb76EdhHgUFwyp7EQ4NVB8x0B+7U0f74vjV1nbFdDhmB6zgBfcMoWGwOhnTQtsJOqKmNCGsaAmXQFW6tMowj65viODEX4NH3NJDKD0lRKln2ImSVBBMUx3LjMtB58pPF8KyLzD3Zpc9+C4Htv9CIYseNStxgzaKqJJ3FxnAq+9QpETOA0R8rTSv9fwAAAIABJREFUGXjIUVBwGd3x6NpBAyEDOx6SBJPIPLDLVeindWvBhvtA2ot4aVHGbmtka1S33xGKvSxqitiUKcjctYN5/xf/PLGDKb7oWojL6XQWkZkytPLTrovuFR9DXHwPRiHgC7vb0z+L3GAok2F9SoIxOSHe/5u6DbXwSuAX/yWTTZNeTeQ5su1/GCwTD+669IySizrZnYuPuG3uPyC8nzcfkUpHdOWYDpOmNtn9C3nGMeiDtxF840WExIvX4JcvHJJgws6CJJgwsIhk9j3/s4jdIV6lmtd8sJG5d+yZwV7bZC+D7aAjkHf4caDSFL3Kd7RBW7vGsKo1jiJv/Ld3WAUi2CYdAnWn3Y28SyRekkxa/saDn0gO1/H0AoSWvZlRCdp0xmdl9Z7+CafiGVyO1h3SBLNx5rF7hLSCWcw8CWC7QjScCYWGxUKPQoYJKwm3/IxdBsLvyPCWTtIxRV+3FsFP3kXo7VcRWvW1iEnQlV4kWhJ6cT8lDAMVxXgBs+xzIGwTD06OX5OmoflyV3ifqkGeFUkwkSdgSBHM+nMr9reFqEIHTiWdRzKRVXwSHNUGfpBXr8nuhfFZwRnngwqLTLYIX01b/T2CrzyL4AdvQ2/2DihvtTC0U8Zth7yjphjGcWb9mSINoPlPM8DeDQMaXyoaS4IZ4gTTVDPlFBXqLJ2x56YcRjlHrOI5O79iAIHuO9oNQ73O5zxdrzDJLKoKy4RdDevigWQxaLv3RgQ/fDuZmiVFliSYIUowvprKo4n5Bh3YJ9useeNd+QVnXQjb/ofH28yoL+5VOp6Yn3LfHbLlIf/k6bAd/GtAERmb4yudTy9AR+Mj8TVKQ21JMEOQYHyuynowT88Fz2oz30jx5X8zEtXHW0SMljb3renLT0SE/MpTkXdMZdx3M8F3XkPb3L/HO8SU15cEM4QIRrgGjHWEPgPxkAk+RaqKoiv/YcRyiacI/6W2ebfF0yQ5dRUVecdNQ375KXHJEwTT/mgduHVjXO1SXVkSzBAhmLUXnLJFXnu7OKTH96WlegWmWL5h6PZ/10HEkDFbQl98gnb3rYZNyaAU1YKCqjNgO+IE092HvliO9vl3QORSyqjC+MJRLw3tws1Jzlx28uyqsubW4DIGhI/RkCrW3fZBYfXFQH6BqXELj+j2+++E9l3/OCsRBQi3hS3GGrFbehrZifoiPIOIgCdenYStilkzfRF+oUgc7UZHDrvQUx8jf9LNl2VcJkgCrSupa9hSZBkwNQEmKjFDaa6edqzOvDzVSQRNqJNwlZwhGJ/L+Q2AbRNGIkMaiiDcIm4KCooQy+9JhFIQYRPyK0+DdeJBpkYggk21P3Sv4bNjulhtRvArpXSEYWwnYur2LgTrfodCHTOuK0PAa8+bft4WaWyLxO7LJDl2LHwAoU+WxXyOZxGi37sBgpSiRdUzjUHUiszEeKSEtnCR2x05YI7JzkSmjKay4CKFsT3ZtKMddy8RazsrS04QjP9s59Os47jIMyCWG20kcCcDbdBpJam8Xhf5bHTkESm7ieBUBIiwaIrIcTMYRnXWPSYh76QzU+o0GPr4XbTOucm0pzEVFht3JSJQVOvd1wPBQESYlS3HIr/894ahnRHsKZpRXg8pha5LTBNkXF8Zs+H13eF5GPrPa+JqmlhlbobC9fYtm6+k2pc74pUhLMj91RU3gGgWgEKxVkvdnoEZNsWrRJLrZz3BeGsqp5LOT4R5LWoV4QVDrN07vCD0Eu56ZiNqaxWqrQ0ZrgC1wlq3FqitNdJ4drsH/HzBKSMLOjvKdY1PhsITwWT+YmMAkyPi0Radf5XxIaes6Dpa//EXhFYuN91FwannwHbA4dh402XGc3asIo474tgj7Gk6n3rcFMmI41XRuX+O6w4plh49fxfJ3EQA8TSWIDPeslmUmwrnLHomVppY33lTttMDymUK6FQAmwmFgQdK3Z4z0qh30rvKaoLh2sn5vh/tnxLRdgYywiRXIb/O+KcDI68cyHbVIJzZVY7OjaERHeBpAJ0D8NhUPXtbJx2MglNcvWPLJnm6ta8+Q+sd15pOzyqcFwvP+TOUEjuaL+oTa1pRoBQVg9vawCKwd/duRVFRfM2dhi9S6+3XRM9i0HMXM+tKiOyTqSgi4l/LlTNTITq6TLEeCUFmWsukNwGkEeNnVrgFzNsTlCKCEQpTpGzo9S0yod2qqAcUz1mYPakuw6CR1QTTfHZltaaze9MgmIgW6CG6NBWXYuurp+6rQPMoRsbH5Bd13HYoPPsyKCO2SL7wTRLbH74XgVefNy3fOukQiOwEIjdRy8VnGnFpxEuVuBsysp7m5Ru/CQM6BALQfvgG7Pei8Lwrjdg17Y/VI/C//5jqz3rI0Sg87RxTdeOtFHj5GbQ/6o632aDWJ+D2ZOVVH8yBZDXB+GY434CCAwHSWadLS+cuSqkVltflbCDAmaoJy/tNJfJOOLnrg01yYCvhqNhiOAt6Tasv4uzmVZ4GYkZL7SzjnoQ3tkAX/kAi+LdIVaKoUIpLjMDevLEZ3OwzCEb4RHV4/oXOZ54w1Z86equu3VISQz6IC22RpqXtvpvBHe2m9MiESgxe/hV+2G+S+70BXxgP9niylmDaXZWHdEAXQVeHWwj7Datr/DTVYG6sqbhYY+WWVF4Aq9uMNyLmGz47Ii9RNKIRH3ggAMvW46NG2Be4iOfjjbXng9n8S6rtwCNQIHYVqgWdSx5DxwuLjXxH0Ypl5z1RdGGtUaXt7r8i+PG7pqZFHKkKzrwg5mWv/v3XCP30Q8RwEN1ZENi3AaEvVyD44VumL7RNKZriSgR0UkDdq2T+wl8C7qS4z1SKz1qC8bkq/wnwEapqPWPYnAVxvLkmDqf/bOdprOPBxCXE2VKQS9QIEV0/Gvc3IlRDhDxIoo646Gy745q48h6JGLuF5//FyGMkdgOtt9caO4JIpecxTwQH33jtBXHZrOSf+FvkTfldRPniWb7l8mpjlxTdAT5zw2pEXQFGrhf6rcPdsCDOlZKx1bOWYNbPmFJhIctOjvqGm9OFblfg8GBnuvoz24/Y9RTNumpT9sXwrYw8Qe5bYr7qiJi/4rlc3Wo7WA6cDKVPDODAGy8i8Opz0L79arN9iQh0ZTtgsmGVq/SwJhbpX0Xys9DnnyD4/pubiCHyqMTxMJr7AHvXY+PfrzJyN+VaIUJIgTprWN3C+3JpbFlLMKtmV5XNsy9orq1FKJ0T4qt2doKMW/+MKcJWRaQNEfmUwhWRKzrw4pIuT+QotinW/Q5DQcUfuiLjRQrDqWmbM0KK4491171h3euArr7Fka5vEQZvgU5wix/tj/8TIl9RpGI7/FgU/L4m4u+GY+b9d2RkTJgBLoY2QL/G4V6cQZniBjiiTc2zlmCSM/z4pXhdFd8RKON8nYZd+Q8juFOiBGM79GjkC3IpLgG3t4IKiowdR+jblcDGlq6Ur2O2BhUPMy56RewY4SwpMjYW/K66665IZIP0rYf2/TdAYaFxlyQcMYV1r7ACFulpOx6p65VTqae+sQgmsPRltM+/M+YuLP5ZHbwWzPgOFvXC0jkLPYOnRep6lgQTJ7Zel3MxMab0tlqIU0gKqouXG+vuke1Ioh2RhBtA/u+qoRQUIrDsTXS+uAQFzj8AgU60L34U+pofDI2FEaAIaiUIo/PZhV1HHiIUX36LYb0b+O+TRs5ssVsRz+0ilQl3dhikIGxcbEeeCIRCaH98HkIfv9cPhVhHpMALi9G+4P4UoJd+keJ2TQO7O6BfmS1pYBNBSRJMnKj9PKPiTJtKc/vG7Y1TTNKrC3+kvGOnRj5eRLrkFQRx5T+MJ+eOpxYYKUDEMcp26DGw7nsoAi891StFiXhCN3Y5zV4jraxBPCO3hL7h517+R8IxUhCMJry2H55j1BPpVkRaW0FQrX+7HCLtSM8iyEtE5otU2h+8G4HXX0w6dmkVSGgnYGFHfsHFWwyBHEqSYOJcXSK7QMvqD1r1LuvLjCniklU880YqkZ6pRVaCollXIvDmS8YOpPuORjhcFs68HLpvA9rqbgFEwG/xYrXbRFj23Nd4+hUvS8JpMpwLQb7zD7Bs/6su0vr8481qiYtgy857IPi/5xD85JddjHB2LKy5FJZd9oowBEbLpdOhx2HHkwmTQ0Q6s/4Ng16zEP+tuK5xRSzXgUzQO1k6SIJJAMlM9NyORTCRDO3EUUYEf+p6GeodvsF28FGwHfRriEDgwmhOeG4L+5z8384wyEPsQFqEbU3PmDJEBkkImSK9SOfLz/byZhZP3iJLpe5vQuCFJZvRt4zfGYXn/Cmiq4TYIbVceU4aPKPNLwiRcA3g5wF1vaJy17cUAgKk6QpxE7Hlp5BV/779Z9vKcQsWNJmXnDs1JcEkMJf+syvfZJ0PSKBpUpuIC1SxAxFHGUEEwps5Wml/6B4EXnuhVxUaVoK830w1jh76mlW9m4v0I/sdZsjmZj8C7/wPpFqQV/F7wzZG7GL85528+WikDB8Fyx6TYBm/k7Gr6XzlWaC9jzGqLQ+2g4+EeMLuGTLCdnQFCk6K7Ncn7nva6m9F6OsvgFAwqTgmIkw8xmnFoa1G3Pbkj4m0HyptcppgRFwNWrAgqfEVReoTa1B5msHpzZPac0UKR8Mtxnbdk+wxEcrI0abWqwgwJexI0NkzkgAh74QqhJa9AW3TZW5fYda99oftGKcRqkFv9sO6y55dOw1m+C/4vXHfrWwzHqKeeC0Sr0vBD9+JuNsQtjbipQr6L1bFRRdcHeV41KWRcEUQl8MBkavpq8/6jMMUBEmrRIT19jrPyKQJzFFBOU0w3pqK5aQrn7NOs5PhAOk/p/xYDinCuWZQYnSIewrLr3aH7bBjYNl1n4T8lYQ1rjB+61lEiAVx1yKsbyMVslhg2esA5B05xSATsXsSpWPRgwi88V9j9ySM8oIfvRv3MUY8Zxed8ycjyJbZIgJJBd99zcgyKY5wZmPPmJUfsx7Ro466hgHkiYnZQ05UyG2CmVHxCil0qDC3Z+JPVCh/L3E3PBDvzPlcvx3P3PkgEQvHyrRjJo4jtqPLYd190oBjpoQ+ehet9/UOOCVcDISXdKygTOJupXDG/0FE3RPGc+JFyXiGfvAehN5fGtXPSRm91ebn7r74F519GSx7J37iFHqLS2qxc0p6Tqfwi0ULMCaNqvf0De0X79LK+fpp/1jSiWjzedN20gPaMgBGsNpNHiotpOMTTcWLwVDw31vOe+qTcDp5XeVHEOhIguJi8IgYzi8pGZZwHMw7usLI9wzhYZ2kIgJBdSx+tJc0yx77QvgeCWdCcX8iiKO7KFuMMchNXNyKXU7gpacRXPGRYXcjLoJpmN2w0BX2M8JmRrwuGUXE8R09zojQJ7yZ++6cRBUj5W3NpVH9qEwNW1gMt200fKU6nl0ITdzVpKgwc6uD1AnkXpSOMHkpGkV6xOY0wQgIfTOm3gtFDxNtiHQQd4KxEYQOYvqJwcLW3QFGMRQUgTl/MHYsQm/b5OOQd+JvoQyzJ30liLuM1rpbDBuV7iJ2McrYbbriAYvE9eIiVaR+FfFfxD95BUbc3M7/PQvti+VdRxJFgbrVtrAdfpxBEJrICClCNnS2G5fCglSMf1r8YWPjihAPxZfdFD0Gjq4bNjbC1sZsEZkS2u68Dtr3X5ltkkA9+lGDVq+z+ujI+obUsVkCmmVSk5wnGAG2v9r5FhP2yyTgo+lifHhX3ArFMdyUyuK4InYdIhi3eGomRUHhzMtEeL+I7cXH1zrnZnBT7xQg4vijjt8Z6lbbGAQjFoje4kPos4+iHqFEyE9BNjRySyi2PGg/r4H247ddWQbCFCM8w/TZRjDxiEXE1H33NQReeRaW3ScZmSvJ7og6rm5ZwaUvG35LqS5E5Nd13OEI2m+j+fOFm7csPRAYEgRjkIyr8m0G75sNsy+eeQtnXxMx5snmMQSDxtOxuGTVVvYOh1N03hXGRxmtaN9/bYRgEPYtaS2qirxjYydeC339Odruvn5zojWRMsW63+GwHf6bmKlOgh+9g7Z7bkjbsBjcSkx/ddR7bkxbp1nQ0ZAhGDEXXlfl4wSObIueIRMmnoCHXXuPkYOoXwkFEVr+vmEYF1zxccQo/+r4nVB80bXhPZx7CBUvMO2P1PUjqJRBYctD4SkuWA88IkYwLUbrrVcgFC7+DBHU7SYYOxrLpEOhFA/rp+5gpZlViJ8oqWvM+DWWsvntI3hIEcwmkjlfAdcykJZsAYlOpLhAzSv/fVdkO5Gg/ruvup5l330d7G8Ca1pM0XnHnQRhsh+riB1M5+JH0fnyM7GqDuh3cYwqnHWlqRS34lVIGAYKY77IhQCbDdY990XeYcdCnbCzcXwSr0qtt/wZuhGYKv2FGfNK6z0z0t9z5vU45AhGTMGGc343Tgl1XEegaQCH2SZkxkSRo6zrY2TuetnZ2ByXvQflF6Lg9HNjhqHsYjDNcGoUMXS11avitmWJhpiIV2PZbR/kO081XqpiFUEMrTddGl+K2MIiI9C4Omo0gp8siyv2cCx94v1dvFYqpFxlr1t0fbxtc63+kCSY7knsqK7csQOoZugnKQqNZmbbYL0apWphKWPGoXD6RcYFrJlixID56F10vvy0sRPo+Vxtpn3POkZK2Qm7Iu83Tlh22MUUtKI/kcNI+ybbH2bID9gmOtz/TuVTVrxTkvb6Q5pgeqItjOkIwdPA+q918HgQ7AAVCIBEpseeReQJJZ1COuBXCM0gflNn2ouYd8u0ODFCb3HcKph+kWEgZ7qEQgh98QmCH7xteEMbr03Cg3qTV3VYOYoCsuVDcZQZZv/W/Q+Duu0E012KWDFtc//eKzyE+caZV5MIt9vrPLMzT7P0aSQJJgbW3Rkfe/1lRv8k52svOGWL/PaOTwfVRynKWNQddjai/Yvn4USKvrHFiAEjAlcFnvP03tkQGb5KtokHQdlyq4SN5joWPYTO/yxKRL2MbEOAz+72ZPRdX6qBkwSTRISbXZX/1MFnJlFkUkUJy2CRPVJY5iZaRE6k9rl/7/W6o5SNQOHsa437j4QKMzqeehyBp5+IvkNKSPjAGolg3NDUimBeaIOi0wRotIcqXEaYJjGEIWbkQswdKujA4iHsUiAJZmDrb3Nr7/RpTqjaI7TJLSFJYpMuRvgEiRi6lp32SEw2s5HYXlwIdxfh2V00u9bwpI67hIJodd9i3Puk3WEx5u6VRQLze+zuxvN6VhUpizeusW+vsrJrELiRmbcPl1JYRHSwgC4a5m64M25ccqSBJJgkTGTLmVWHa9bg0wDiuORIQscJihCWwvknnGy4IyRSRPqT4Htv9CIYER5T+BzFU8TzuLhzCX3a27s7HhmprEuET+11nl1j9eFzVVwPpnNBcPSvS/c73A1nxZKRq79LghngzIo7Gl915U9EHPv9dYB9Jbu58CEq+O30yClKInSYDIIRl8atd13fFWohAwsD7SE1eOjIOU/1j04eRt/VZ0zZqdCmPgJg714/E9501HkOysAhpkUlSTADgFnE5/WveX8VmMx74g2gv1Q0Fc6N+SdP7/IJMhmJYkAE09mBzucb0fHsoohWyKkYZ1wyWUChXGN3L+rKgRtH8dc4lzNjl+4mDP641N2Y4Hk0jo4ztKokmAFMTHNNxQKd6aQBiMiYpurW4w2rXyPodgyiSYhgmA2fKRGgyjAYzODCxP9zjN77SKqtTSipX5OrYo0C2lIY3JGuP+qYu3jIBqaSBJPgQm+uLj+LFapjJkuCIjKvmcVqGOSJ9K3CQI5s4Z+04yWY0Kfvo/OlZyD+LWxdMr3ooEPL3A2vJapnc03FFGbFw8zERLeXuhsuSlRWtreTBJPADP502jGjCgoK32ZgmwSaZ3wTwwJ3+x1hO+QYWHbaHSKG7uai612vPn1fkS661jCw23w0EPFzv1qB4DuvIiRM96OE48w0QEIdoa1GPDiwYN6+6orPmGgsgy8pczfWZdoY06WPJJgEkG6qcd6gMC5PoGnWNbHssLORtcA68SBAtRixe9sfq4f2+S/BqkTqk6Lz/2LEgkGLv8vb+7XnDYLJxqIS7zqsrrF3/Is4B7JhxoknkaIeFSwovHooJFiLBI8kmDgXjqjuczl/BpB1r0YJDPWXJkSw7rIXaMzWCInYtz0SoIlodiL8gshZLeKwiJSz2VwY+q9L3YtfGugY3nVNLJzkfi9yJPWBdpAF7SXBxDlJ62dMqbCQ2hDOsKqvKGYGEX2lQX8Imv6jRbXcx0BXOH5ZMhYBZrq2tL7h6oxVMIsUkwQT52R5XRUfEij2syNhPan6aSWj9nmh+zVCWPuSqj0u/A/j7FZWTyMCDFpQ6m44OY1d5mxXkmDimNrHq6psR5cG2yj6LiTIxI1au3ZhuItCn6uiBkx3gjIrt3UcMOR8VWb+tJ30w8e4l6zP+cGmeICSYOIA2D9j2vGsaE9FbMLwWS3KqUVzFkWuI0J31kyZRbp6qySZOMBPZ1Xmjnwoe+bLbAEDRl0STBwQeqsrHiCi0yM0WddZULC72RcDb03FmcTkFqmB4lBBVk0TAlZVOTHWH4o0qZLV3UiCMTl9L02enL/PBMcyJuzctwmBVpaM2XOXeC0/m2oqphCThyCcdmXJLAT4MYe78ZTM0in7tJEEY3LO1p9+4lhLgWUluCtL5ObC8NnH7jUyXnLpbt86c+oJoZD2BBNFjS1iUk1ZLQoCIlecSXcrkWv4h+d8lvEnL1iwKU2lhDYRBCTBmERNxO/tJP6Ee7wAiYBCwWJthxG3DdDq01XxGEC/NamKrJYAAjrzCkVR5oP5CgD985z0kUki7LmKP5bN8TycQHeyySYEJMGYXApraip2yWf6qPsFSTiysYYby+Z5/mxSRMRqfpfzKgZfE8ff14F2OaTaE6gDauiIkjlL3m6uqXyUmU09QRPoHbu7IWsygmbipEqCMTkrLTUVu+hMYgdjYMaMtY56zxjxl86kiIjVvK7yhQRl6kDlyPbhESAgGLTyoSPuaXzr5xknHp9HlgY2ZSZAusJadUn94n9KbBNDQBKMSdyaXJWHKOBXRXWxYHXov0mGObmQ56uuXAXirUyqIqslhAB/Za9r3FE0bampbNDB5WbEMPCDY8xe2yV6x2amj1yuIwnG5Oyur566r4X0t43dC+ApdXsqTTaNWc3vcnYwkBezoqwwMASIL3HUNd4qUtQAnR+ZDXFKoKfs7oYTB9b50GwtCcbkvPvOm7IdBdUvWIeuWqzHDJuz4BWTTaNWW39mxf6qlZbKiUgGmjFkEP3QmZ8/SdgqGUclxfKUuEszU0SOo5W86oqh7rxoBquedeS6NonYateUEYVQPgPR+/Ym64mUpOdLf7XzaSYkFn3bpO6y2i8IhEi/akTdYiOlq9flbADgNPsREPCuolovTtYfl6EwL2axHQpYRB2jcL0fj3GvaazUjKhf9E4yABHJ2vLaOsT9SzzOjxqI1ExL8ZEMPOKVYYSkjLORyBRQUufZvfty3lft/A+AY0wLIrSD6bHOgvzLR60OeZP1hybOYWRN9XjnJ2sGlgpFfWdPvddx36JzkiXbN6O8DoriMiuPdf6flodL1QBVg+gsAg/l+ftC15SLFAvvBuabzGII0MagGpjcM1vAJheQ0+LiKwYzkVez6seL1ynz/Q+tmkN5gcY90zy7qoxuW9AUd8MwDXj26WP9rc2fmTH6Es0JaLG7PSXif6+cdVzJiE7bGwSKmbMnGbpmkgzxggcF0+33eR7q1qupeuo5KvFdDDbjcsE64aayut72S/6aaROg6w8yYT/EkEPAeh3kIVvoBsfdS77JJHwyTRdJMIM0I74Zzjeg4ECT3esWqBcXuxfeJuqLj4FZXwrwL0FwTQrK9mrMeKe03tPP+E14qCus3mYqoBfjP456z7F9seBaWFrXTtulLRiamKfysdCV0SzsnBQw6WgDKe+wFni1IxD4eMuHnhNRDWWJgYAkmEFYIv4a5+2s43wzUfHEBOlMDaX1DZsN8bwu54UEGGQz1IoOvFXm9hwQbtwbZpRfrSpKzFxGzPxtaX3jdkMNu8EYrySYNKPuc5VfClZuAJkLncnEn5bWNfY6CvlqnC+BMTnNqmdGd4z1bUHt0DHzl4SNKO51lb9HUPaJoWyLY9NxMzMGlbtaSIJJ49x2xYDBPLM+Rwxe7nA37tHXHcFXU+kDsz2NqmdMV0QIatD+WFa35NFwSomXOVt7++poITBEWtjVXuuoXRcs2JgxA8tRRSTBpGlim2ZUnKsqdFe3L1O0bsW5n5hvcdQ3/qlvvZYzqw7XrKHngbietn8RQ/wToLRBUbaBpg1aAPJNT8zvqyrPK7YEHvJ35v8d4BlmpkPX9TllcxdHfM3zVVfcRESXRTGia/3Ra91SEowZtAdWRxLMwPCL2bqLEIJzibCDiEcSszC+UNhyacncJxrD1fW7Ku5mpnPM3N/0a094Hpw3c11e87qRbBluCagTAuByIuU4Yt4+pm7JrRBUteA+w+Y9ZSRY+uaMyY7hNvsruomA6grxEyV1jVXR1PHVVDSBqTRcHQa3rvbaJMEkdz7DSpMEkyKQDX8XClxHjEoGRw0mRTAsWjaC6KF11vY/TbjrmYjJm/2uyrcZvG8Can9g91r3j2QY5q+p/JKZx5uXSx3M+nqFSBj+hRj8MzGGM2OCGfIjkA41dLB9zpKl3X16p5cfRqoi8hFFfW6O9JLUU3d/dcXDTPQHSTDmZzQVNSXBJBFVrp2c710zrFKFOguM3XRgWGSAhZ0WBRj8jR6iBnIodaV/X/RdLHV8LqeIdD88Vr2evzNzq4O2GEVud8QkYC01lVM1ZpFSJeaxiYBOTef/84f8/9pu/su+Xh+2q/JJBp8QSz+xmVPA99jdjef1bu8UT80XRmvPwJelbs+EaHVaZlYdrmnB54D+2RvkDibW7CTvd0kwycMS3mqnOAr9sWcgbxKhY4xlpZgJAAANhUlEQVQLBwZB6WRwC5g+UQme9QHvg30/0Fjq+GoqgmAyHyicSRimneCoa3g+hmylyVXxqQL6VSwdAKxr2agePO6RhSv71t20CzHlCMrQl5W6F0/sK8PncnYginc5EX1tr2uIudvyVld8TUThnqPlHYyJSU5GFUkwyUCxjwyurbUALxsk8PLLwLqRI/WqBQtC4v8PJEDVhnN+N86idX7LbMpitUsrxp8d9Z4bzQxzU6YDE8GVKMjgS0vdntv7yhW7uObVpd5Yx8JN7XxfYtXYvh7Kza7KJ/XouyBh1eyIhaXXVfkPAs8OM/b2H+UrkpklMeA6kmAGDGH6BBgxaRR9KdhsFgJeH4S6x0j3ojVmtPy52rmXjSBi3sR2voxAXFxVZfOXBpcD2CFWnwxuduQFxlGfOycjNEZA/SrSi5vRbszew2MFgfK5KqsAfqzvnQ4DvlK3J+wFcCyd5e/xISAJJj68BrV2c3X5WTqUuWYuUQ1FNwVYMqs0u6aMaIHlvzp491htGHRbqbvhon47GEDxVTtfIcIhsWQQkb+kybIVhbFH8bkq1gC0ZXgZ5LeP2XNEbIL57XjmzteJsEVPOcS0zl7fMCqWfvL3gSMgCWbgGKZNgvDmhq7PNNmhzx5wbEfz5/e6hI3V1uuqfJzAUZ+Au2TQIoe7YVo4ed5qp0iNOyvW4tJBP5aO2XPbcEThqymvg664wodRMEcwQjd/TeVrzHxwTz3DWUfHwkX+nhgCsdZAYlJlq6QjYNxt/OhYZDY4FTHuttd7ZsWrSLOr8m86+JJY7YjodXtdQ9hdipFil7QnY+60Ijgdir590088EhbLs+D+mS8Z8DvcnrJYdzBCTrOr4j4dVNOLYHQ8UDrXc0asMcrfB46AJJiBY5gWCVxVVdw8PPg46yai3zHY7vZYiOLPeLDhnJMOUkOh12MOinmpo74xrDe4QQ6qRTwRR7ZnMd6p6U+OuoabI/Xld1Vu4HAe4wyfo97cHUpLTfnZGitzevShMeiiUnfDnTHHKCsMGAFJMAOGMD0C4iIY4p8cdY2jE9HMcMaEEvGj75YZLRC2QTCK5floOxgi7igZ7S+l2pfFk3TY4nc5P2fAyATQsxDjO3u9Z1sz4/PWVE4l5oU96vpULXhotwWxGRmyTuIISIJJHLu0toyLYHRljmNuYpH3/C6n8JfqZfwWdqC6/nfH3MUXh/utZUbFuZpCd0cDiJlfKq1v/HW0Or4a53/AOKZfHaJvHXUNpsItiNS8gZD+ZHfKWCL61F7XMOQCdaV1sfboTBLMYCEfZ78vTZ6cv88EE3cwDFYV3m1YXeOncXZhVPdVO58F4TfR21JQZ+38svrF94Wr53U55xFwVkQZzB0arEcOr3/ijWj9eF3O+QTDcLH3Dkahpfb7GkwF62qqqZiisOLpjlLHjLtK6z3nJ4KNbBM/ApJg4sdsUFowoDTXOB9gxqnRFBAhJe1ujy0RJb3Tp24DVX+RgKhWskxo7wBPGh2GxISePpfzXQL2jqgDUYOj7pcAWpHqRTKUI+B2u9sTzoCunyhBMCpoETMsIoVsMKhPHnG/jKGbyPpIpI0kmERQG6Q2G6rLz7KQMjd6yAf+yuFujGnkFm4IwpDPSvpzDDiiDpH4W0dd+IhwYqe1944OEbe4IJwM4RdlUbCfmR1Wi6vyfI35jj5P1QEF5CpxNzxgZhqMHYxODSLAF4M+cXgtE2UmADPIJaeOJJjk4JgWKYYDXyj4UtTL0wFkIVw/Y0qFqige4d0ddZdEuMNe5wnrkCgCoze3BteHI0EhVSGaNqyuYZEZwDbWTDslxNq/ekX7J/ZaFMvk4jkLRWbGmKXriETiktfKwOxw7g0xhcgKCSMgCSZh6NLfcJ1r6mgL9B8iRmsj6KpO1w+rb7g6Ee18Myv+DI3+Gr0td2ps/XWk+5NNT9QvhN+94EuHz7qr2R1Em6uyqpP539SD8UTyM7vbYzpcRdcOBo+DSLcXFGxPdzy6NhFsZJvEEJAEkxhug9bKV+0MRYrnK8IotBHvE+5uxIzCvurKRSCOmnNbYXqwpL6h38Vrt/yW6sprNOK/hOmPQ0E+MJ77D79r6u911v5F3U9AxlZGucbuXhQzsHd3/15X+REKFA8Yr9nrPTHDSJjBSdYxj4AkGPNYZURNb7WzlQiF4ZQxfHvqGkxZuIZr762uWE5Eu0QaqLhADkDZJpLzpLA29q9xLAbj6J4yjA0I4T57XYNZNwej+UaX88IQ47buExuBOxUtNCkeG5bVZ0zZqcCqLgl0dkzb4sFnTR2rMmKic0QJSTBZNpH+audbXcnB+hcGe0vdjQnlSmqdecLEkGZ9hoGRkSGh+x3uhojPzyKZXHNr8zsM9DLyY+bVjrF7bxPLObFvv/6ayjnMfHb3f2fmF0rrG3uRV6zpY5er0Id114dzzIzVVv4+cAQkwQwcw7RK8FVX3sLEF4ebOJF32V7nSciIrLmmYorOJEIbhN0dAYiZ6mNT/GER8rKneqwHtT+U3R8+C0A08ATBgLmm+8K4DdrIMe4lIqJfXKX5vGk7ldy9MGyak7gEycpxIyAJJm7IBreB4Uioao3hnAAJvNzubtwtEQ2bXBU3KqB+WQyELCN+rsJn9EzXGq6PppoppyisPtLrN8KLjjrPUYno5HNVLgTYSDhHTEvt9eaM6xLpS7ZJDQKSYFKDa0ql+lxOEbt3676dDMQMvslV8agC+l04xRm0uNTdUBFrUN4ZzgtJ+SXjJDEFFIvlmGFzFpgKodlXvjDYA2MiFITsnY6R8YaeiKWv/D31CEiCST3GSe/BW13xABGdnkyC8c6oeIUUOqyvTHF/UlrfONbMIPwu51UMXNtdlxmvltZ7+sk0I0vU8VY7vyXC1jpRXVmcF8Rm+5D1UouAJJjU4psS6eIookJ9UJi/9+xgIDsYr8u5kvqEuSRCCJpaYZ+78GkzA/G7ymsZSpcNjvAZULi8pK5xiZm2fevU1sJy4eqKFToQunNM4261tTBiGsuSXQhIgsmu+er6dkVsmLLQB33zGCWdYIB3S9ye/c0EdhJ69SQY8aQdtPKhI+5JzO/HO718b1ZpekdAvztSHuosnLohp7IkmCyd8r73HWIYAyEYX03FGnDvGLg6ab+PlAM6HGxel/NCwuY7mLagGjxs5Jyn3stSiKXaSUBAEkwSQBwMEcJtwAptBUAl3f0PiGCqnV7QL06ORPRTSaFlV7ptgXBcNFWEL5OFVI/xSE3sDVlwXKI7GFMdykoZj4AkmIyfosgKbkr0Nn2gBMO1sPhXV2zoSVY6uK7M3bjZyM0MTCJdLnPHh0RUxIy1OixTY8V8MSNX1sleBCTBZO/coWX6CbtpqvXD7ti3xPjMXu+JaOofaaiCYJpXO9f1DNOggw4tcze8Fi88vhrnS2BMBvgnja3TJMHEi2Bu1ZcEk+Xz6auuuAlEl4lhMNHXpSZSqvYdcl+CEa9HJTzKHi2XdSTYNpxdWa3q7CZgbYjlDibLl9eA1ZcEM2AIB1+Ar6aiCUylIql7qbuxOF6NBMH4VjubCBi2qe0HDrcnckS6KB0YmR0doY0MfaXNYju9aM4Ceckb74TkUH1JMDkwmetryq+0QLmGmNpK3A12s8/KPYfudzlXb3ZSjCOfdTj4DENAhSYUKnkX2eb8e2kOQCyHkCACkmASBC7TmvmrK98E6SNLimz7xfPy0z0On8u5DJvi6CoBdeeS+Yk7B4qwDb7VjnsKmG7Or2/4ItOwkvqkDwFJMOnDOqU9bTjnd+OgdbiCoeC/t5z31CfxduZzlS8EK1OJSC+pa7AmkrStZ58iTEIidzjx6i3rZzYCkmAye37i1k5Y6Cd2RCq/mqFeDPB6h9tjKudQ3MrJBkMOAUkwQ27Kww94/bkV+1uDyl1gaDIsglwUyUJAEkyykMwBOc3V5WfpUHd21DdckgPDkUPIAAQkwWTAJEgVJAK5ioAkmFydWTkuiUAGICAJJgMmQaogEchVBCTB5OrMynFJBDIAAUkwGTAJUgWJQK4iIAkmV2dWjksikAEISILJgEmQKkgEchUBSTC5OrNyXBKBDEBAEkwGTIJUQSKQqwhIgsnVmZXjkghkAAKSYDJgEqQKEoFcRUASTK7OrByXRCADEJAEkwGTIFWQCOQqApJgcnVm5bgkAhmAgCSYDJgEqYJEIFcRkASTqzMrxyURyAAEJMFkwCRIFSQCuYqAJJhcnVk5LolABiAgCSYDJkGqIBHIVQQkweTqzMpxSQQyAAFJMBkwCVIFiUCuIiAJJldnVo5LIpABCEiCyYBJkCpIBHIVAUkwuTqzclwSgQxAQBJMBkyCVEEikKsISILJ1ZmV45IIZAACkmAyYBKkChKBXEVAEkyuzqwcl0QgAxCQBJMBkyBVkAjkKgKSYHJ1ZuW4JAIZgIAkmAyYBKmCRCBXEZAEk6szK8clEcgABCTBZMAkSBUkArmKgCSYXJ1ZOS6JQAYgIAkmAyZBqiARyFUEJMHk6szKcUkEMgABSTAZMAlSBYlAriIgCSZXZ1aOSyKQAQhIgsmASZAqSARyFQFJMLk6s3JcEoEMQEASTAZMglRBIpCrCEiCydWZleOSCGQAApJgMmASpAoSgVxF4P8BJDBLwZvO5hIAAAAASUVORK5CYII="/>
          <p:cNvSpPr>
            <a:spLocks noChangeAspect="1" noChangeArrowheads="1"/>
          </p:cNvSpPr>
          <p:nvPr/>
        </p:nvSpPr>
        <p:spPr bwMode="auto">
          <a:xfrm>
            <a:off x="155575" y="-319088"/>
            <a:ext cx="666750" cy="676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0" name="AutoShape 4" descr="data:image/png;base64,iVBORw0KGgoAAAANSUhEUgAAARgAAAEcCAYAAAAcH6uaAAAAAXNSR0IArs4c6QAAAp50RVh0bXhmaWxlACUzQ214R3JhcGhNb2RlbCUzRSUzQ3Jvb3QlM0UlM0NteENlbGwlMjBpZCUzRCUyMjAlMjIlMkYlM0UlM0NteENlbGwlMjBpZCUzRCUyMjElMjIlMjBwYXJlbnQlM0QlMjIwJTIyJTJGJTNFJTNDbXhDZWxsJTIwaWQlM0QlMjIyJTIyJTIwdmFsdWUlM0QlMjIlMjIlMjBzdHlsZSUzRCUyMnZlcnRpY2FsTGFiZWxQb3NpdGlvbiUzRGJvdHRvbSUzQnNrZXRjaCUzRDAlM0JodG1sJTNEMSUzQmZpbGxDb2xvciUzRCUyM0YwNjY1MCUzQnN0cm9rZUNvbG9yJTNEJTIzZmZmZmZmJTNCdmVydGljYWxBbGlnbiUzRHRvcCUzQmFsaWduJTNEY2VudGVyJTNCcG9pbnRzJTNEJTVCJTVEJTNCcG9pbnRlckV2ZW50cyUzRDElM0JzaGFwZSUzRG14Z3JhcGguY2lzY29fc2FmZS5jb21wb3NpdGVJY29uJTNCYmdJY29uJTNEdGhyZWF0MSUzQnJlc0ljb24lM0RteGdyYXBoLmNpc2NvX3NhZmUudGhyZWF0LnRocmVhdF9hNiUzQiUyMiUyMHZlcnRleCUzRCUyMjElMjIlMjBwYXJlbnQlM0QlMjIxJTIyJTNFJTNDbXhHZW9tZXRyeSUyMHglM0QlMjItMjAwMCUyMiUyMHklM0QlMjI5NjAlMjIlMjB3aWR0aCUzRCUyMjQ5JTIyJTIwaGVpZ2h0JTNEJTIyNTAlMjIlMjBhcyUzRCUyMmdlb21ldHJ5JTIyJTJGJTNFJTNDJTJGbXhDZWxsJTNFJTNDJTJGcm9vdCUzRSUzQyUyRm14R3JhcGhNb2RlbCUzRV5Rg9QAACAASURBVHhe7V0HeFvV2X6/eyV5xpKdAUkIK4SyV8JeoYyyYssJpqUFCiSWCRAg/IxSoJhRRqFlEywnJYwCJSSWE1YZBcoKK8xAIOxAQkhiSXa8JN37/c+5joOHxpUsyZJ8zvPw0KJzvvOd95z7+oxvEGSRCEgEJAIpQoBSJFeKlQhIBCQCkAQjF4F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0BWI+CvmTbBXrdwZVYPIoeVlwSTw5M7FIbmrXYucRQWzKA7Hl07FMabbWOUBJNtMyb17YWA1+X8UgW/MMzdeA4BuoQnsxCQBJNZ8yG1iQMBBhS/q/J7AHbW9fNL5zbeH0dzWTUNCEiCSQPIsovUIMC1tRbv6g++V4DRAFY53J6tU9OTlJooApJgEkVOtht0BPoQDBNwtd3tuW7QFZMKbEZAEkwGLwaeXVW2trltTLFitbAeDMFi0UPFamsglNfR5l/TuW3ryDZasCCQwUNIqWp9CAYErLa7PWNT2qkUHhcCkmDigis9ldk1ZYSflcdBdETYHhkaEdoAtDDjEyLlgRL3oscy+ZKzqaZiSlld45JkIhiGYKCDLih1N9yZzH6krMQRkASTOHYpb+mrdl7OoNkgHhltohgQf70Z4BaF8Jwe0u5zzHvyxZQrGKMDrqoqbi4NPaYz78bES8vcjb9Lpk59CaZLNv3ocDdslcx+pKzEEZAEkzh2aWkpjkn+1sBFAF0KwGqmUyKEWMeHrGgPlNYtuctMm2TW4dqq4ubV2sU69IsIGEZApwqUF7s9zyW1H0DxVVesIqIxm+Uy0BbUdh4zf8mKZPYlZSWGgCSYxHBLe6ufZ5x4vFWx1BEQz19ncfG50gblmgL3okfSobR3evneiqo8qQNjeiyu7x1uzzap6N/nqvQBbO8pm5kfLK1v/GMq+pMy40NAEkx8eA1qba6dnO9f43gSjCPjUUTsaHQdzzrcngqi1Bmjbag+6SALaS8yOL+Hfkyk/MVet+j6eHQ2W9frcoYIUHsRDNDiCDi2pvnzfWblyHqpQUASTGpwTalU34zyW6GQODbFNX/ilaXE7RmXistg/4xpx7OiLwFY6Tl4AnW0IjRujHvJ+mSDIi7Dfayu64cCA2TRDrTPWbI02X1KefEhENcCjU+0rJ1KBHznnngkBy3PEdDrg47VJzO3QlFOL61rWBSrrtnffTWVR4PxFMD974gIbzrqPAeZlRVPveYZJ1WwGvKwuOXuW5huddQ3XBKPPFk3+QhIgkk+pmmT6KuuuAlElyXQYTtZ9Kn2exc/m0DbXk2WV1UVj3EE1xKhMKws4kscdY23DrSfcO391c6nmHB8WNnMSx31jQemol8p0zwCkmDMY5VxNZmhNJ9d/ijrysninTqeQqCm5iLLhHG3LWiKp13fur5q5/MgHBVOBgP+IGPyqHrPBwPpI6xsl6vQj59/AjAsPLHRD/k6jsyvb/gi2X1LeeYRiHNZmhcsa6YPAb+rci2DR8Xbo868uqy+MWHLV5+rsopZ/zdR+LsgJvqktK5h93j1MlO/ZfoJu2mq9eModYMBTS8fNW/guzQz+sg64RGQBJMDK8M/c8oBrFle73vBamZoBHrK7m440UzdnnW4qsrmLw2KQE8RHQwZ8JS6PZXxyjZT31ddeQuIL45al/FnR73nRjPyZJ3UICAJJjW4pl2qv6ZyDjOfnUDHDGvoaMc98Vn++qZPnQFVrx+MD3yda+poK+kfgTEiWv8EvdbuXnxNApjIJklCQBJMkoAcbDHrZ5841tpq+ZiB0nh10RmflY717UO1L3eYbet3OZcysH+0+opCrpL7GqKTkNkOe9Tzzaj4MxT6a6ymBNxtd3tmxaonf08dApJgUodtTMnGC0yJNrx03qLvYlY2UcHvct7GwIUmqvarwrpycencRX8307bJVXmISvrzzNTToK5XU7GwdOKzSuuSGwRqVVVVWbEjuIwIMS2DFeInSuoaq8yMSdZJDQKSYFKDa0yprTOrJgb14F0WRm2yfHS806duQ4r+AQiOmAr0qUDM35T4bDuZCf9g5v5D2KZYFJo2LIn2NkJls7sXY3iMFxz1nqPjxSKe+sLYj1JgRBiPDplcVxLMIM2O/2zn06zjaCsrBxXVL3onWWp4q8s9REpFAvJ0C6mnFtctfDRWW2+181UiHBKjXiAU5MNG3N/4Vix5Zn8XrhLe1Y6vN0Wwi92M8Zyj3vOb2BUTr7HR5bywCMq/yb1oTeJScrelJJhBmNuWmVWHa6Gg8Cy2tfisw8ctGJgtSs8h+Fy/HQ90fpnIsBhYUur2lMdq66upWAOmLaPVI6A1xJZjhtc/8UYseWZ/97oq/wHos8mk0Q+DFpS6G042Kz+Rel6Xcz4zWsrq5V1POPwkwSSyqgbYxldT+QqYDwOYHe7GuEz9Y3Vt3FGUBlcRIljWRhVATXZ3g4g9EzE6f+v08r2DqvIqgKKoohiBkI0PG3FPcnYwIv8RWF/BfXydoumggG4pcTeIMBcpKz5XxRqAfmrxWo9M5h+KlCmcZsGSYNIM+PrTTxxrybd8BSBPEIw34C/bbv7LSfP6FUGY/D++/yqIDoh3aATSFMLJ0e5NmlwVNRbQnTpgi7GDYY24IhlR7N51TSwcz1t/S8Qj4xlTiPSrRtQtTokXt9CDzzjD4bf5NwD6RpBykqOu4fl49BsKdSXBpHmW/dUVDzPRH7q6ZdahHFbmbngtmWr4XeVXM5TaRGQy8xOl9ZFfXsy+VCXzFak3ZuZGxWAEdZw1KoWpTLwznPNJwR9BCCGkzHTMWzTXnHZDp5YkmDTPta+moglMhq0KgXRd044onbf4f8lUY/25FftbgpRYqAKmHxz1DeMi6eOd4XyBFHPxaJJhByPcEQB+PG58GOutun5M0bzF78fd1kSD2lpYLlzt9AMoZEBnnc8vm9t4j4mmQ6qKJJg0TjdfcMoWvvb2n34BnZksfHwyvJr7DEPxVTs1k3ehfZqS7nA39Arg1LNCVA/mvpJIuWoggaa6wkDwM+gTUMrMlDHwhQPK5FS97mw4u7Ja1dndrYuu83mSYPrPjCQYM6s1SXXChVdIRXhHkfGw2eXsYJMxfHsNj4GOjrYttnzouZ97/nfxRLzuR8dONsITAMabgYRBi0vdDYk8maPlnKknaSFdPJlbzPTVt44CWlCSohcknjw53z+hdCWIN4cvlQQTfpYkwSSyehNoIy5ffas/+JSACb0+XOAHEa82mVHmNhHMBkb8BneGbsQrSEeeTlDBSgGI88mInsd5RLCGDfAUBhMCAgT6l0b6q2D+ttS9+CUz0HlrKs5UQG7mxMjFGIKC0+33eR4y01+8dXyuiusBuqJnO0kwkmDiXUdJrc+zjivxBfJ+JEZxL8HEIXuTrciMBa1ZhbgWFv+Pzh9A2MJsmxTXCzK4XcSgYcZqRcE7pFleYpU//U+T8t3Jm5LHCYz8nfl/J/B0EfUyUZ3E3RbDtqPD/W/xWpfU0mVn1LEMoBJJMLGhTXgSY4uWNXoi8NNpx4zKLyhcHe4+IZ/pV8kMjGTsYKqdqzlzCCbsYhCEozN/quuhB1TYQKpew8Ckga4cBi//4Av/pCNeNu+8abbPZlfl4zq4n3+T3MHIHYzZNZSSelEDJDFesdd7fp3MY1KTq2KNgujWtikZaEYI1S9zuBf/Ldmq+F2V1+vQr+hrSSxCArO85I3wRyTZsyDlhUVA5AsiVVkW7kdiCpQUB7en2578caDwrZt5wkQbW6/TdT62695kaBVxPPqP11LQfexK1uibayqm6EyNXUk0+5WAxvrM4fWL/5ms/nJFzpBbgIM1ca2zyvcOdoYnGKETMf/LXt94aiL6iSPRxpppLo21Cwk0IR5z+kT6y+Q2RPjUXufZNZk6Gl7qqi7Cc4aN/0vAWgqok0vmL5TZJPsALwkmmSsxiqyWmopddKbl4TJsiGY6c0eezgfFYxgmUrS2rdWPCmnabQzaOpGQmWkafnq6YbDGoZOHz31SPKUnpQgfKIb2IhgRjQ/FnU+pu3G3pHSYY0IkwaRpQjec87txaqhDBJaKjDnjP456z7GxVBJWpBesmnYiVO1vxNhBmATHajM0fuevHO7GHZI11o0zp+0RDIU8RLRdVJkm5y1ZemWTHLkw0zRbXU+weSJmSPj8QZv0iBXmsXX61BMCin47EZL2IaUJgtR2Q9AVXa8uSdI9SJehnzYfoOhe48ZfDOUau3tRQr5fqQVl8KVLgknTHBhezqs/+ATAr6J1KY5QShgjMRE5zc/qo6TgKLOGbmkaWkZ0I+5eVvKqfSe532sbqEIi7gyBZ5uRI17+dFWdVjpnocdM/aFWRxJMGmfcW+18UCGcFukeplsVQSC6Sq7hmwJmN9c4b9AYFyQW4yWNAxzUrigILXiOY96TCXs0r6+euq8K/XYCDjJ76BS5pUpJnZQqn6dBhTQJnUuCSQKIZkV4p5cfpqjKK7EIpkse6QR+h4HRBIwbiGWrWf1yoF6AGC+ErPlnD7/3sVVmx7MpSNctBDotbH7tKIIG8vpnVr9sricJJs2z53M5A0jECTHNemZ1d4T1FsYfYgVT59lVZd7WQJVCyp/AvG1CY9ZCRznmxZdTKqF+srSRJJg0T1yziOEK+qMIiCRLChEQABPPdLgb6/r2sto1ZUQ+lP9TgHP6+hTFo5GRiaG+cYdkWmDH03821JUEk+ZZWnvBKVvktbeL7bs1zV0Pze4Y79lJmQL3orXtrsppnaRfoLByAIMjxrwxC5QCOqPE3fCA2fpDsZ4kmEGYdW91xQNEdPogdD1Uu+w04sowVLOXt7GAEo6adnfD8Fj1hvrvkmAGYQWIXYytrW0ZEY0ZhO5llwNFgKCrujJrWP2iewcqKtfbS4IZpBn2VTsvB9H1Q968f5DwT7Rbw2iasdRe33BgojKGUjtJMIM02yK/M7H+YEwz9EHST3YbHgECvCXQdpTpYs2tEEkwMXASnsq+6VPH2YDdWNWDsZ4+zcAuZPpdlXMB/QwMwZAKZjDKzDoUtKjKpOI5Cz/KTP0yTytJMH3mZNXsqrKi1sAlKmgqE7YnQGFmAndBJf6XSMWoAx0K4xMQnizxWm82G/KyKzbvsncJyp6ZtxykRtEQsFksBxfem7xUuEMBbUkwm2bZP2Pa8aSEbtSJdjFeG8zEhBWmLCQM+ykA0Aqm0LzSuiV3RVs4flfl2wzedygsrlwZo7h10UG3l7obLsqVMaVrHEOeYDaFUbgTjONB0dOhxpwUNvY5K8DqxSXK8JfJ7e7leOevmXolWL9OmtjFRDJjKhBEgkhcWur23J4xSmWRIkOaYIRzm0XRnwZjRFLnTBAN0ZetgVD56PlLvvhy1nHFozvzzgox/pH62C0EKijoOs51dghf36QOLR3CyGIB8gqAYAAcECYsg1MY3GoFTU3GvdvgjGDwex2yBCN2E8z61Ykm9jI1dQxxe3M/KbqXdHV2qkNZqqPHwXrIUbDuPtFQT/vuKwSXvYngJ8uMjzXjCxFsh/0Glp33hLrlWOjNPoRWfIzQsjeg/TTgcMWmh298FAotLdFHHtl3F2paiKxoIDAkCcbrci5WgBM3eyizcXmbGjCMe5rUrjbxFz//5OmwHXQkYO3vgaD7vWi94xroP4qAeplZ1O13RMHva6CO276fghwKob3uZgQ/ejflyuvAGmhKddm8RU+lvLMh0EGKl37mIeitrryGwCdsCuD8jaaHniCydOSx4hU3MAHQ5i9UoWCHppGVmMaD9clEJIyrRmba07LtiBOQf9IfQZbI7k3aF8vReue14AzcydCIUSia8X9Qt9sx8oIJBbHxhkugpZgkdfDnpWP23o1qa0OZt3qzT6MhRzAtM6sOJy2Y12nJ/yyemCFiate5po7Op1CFzspVAMZkymVt8VW3Qd0qRrSBUBCtt9citPLTjFuleUeVI7/qzJh6dT69AB2Nj8SsN7AKzLqmTpE7mIGh2N16yBFMcmAD/DXOh3TGKQTjSXvQChUUYtiN9RD/jlqY0fH4P9H53ycHTddIHRe6LoF14kEx9Qq++zra6m+NWW/AFRjrNWv+PvH+ARpwvzkoQBLMACbVP3PKAawpLwOUNwAxA2pKefko/ut9UIbZY8rpeGI+Op8XucMyqxRddB0sv4qd9SOw9GW0339HWpQnoteDhcHfjuhKhqewy5WPOneHuE+T8V/MT4EkGPNYha25sdq5V5Dw/mACWTT7Wlh22j3mDmZj7fnQfvphgCNOfvO831Qif2rs6BXt/7oPgf/9J/kKhJEojOsY+JpZ/4QUZRR0TADBz4wfFPAPUJQW0SykBV9UlaL3He5/f5UWxbKsk8H8LrIMqsjqeqsrFxFx5WANSFyOFlZfDGX4yKgqhD56B20P3A3e2DxYqvbrV3GUoeiym6GURTdF0r77Eq23XJEhl9TcZVIpCrFIWyLeITUGtxPTh4qiLCiuW3SP3Omk/AE1Y9ZxShURzovNLqeXgZKUdhRFuGWHnWH7zVRYd90bUCNfCwXf+C/an5gPbjX+AA9qEce6oouuhTJm64h6iCd2beWnaH+sHtziH1R9zXQuwjmIpBAAt4LwtqpYrxs2Z8ErZtrmYh25g0nSrHpdlfUEnp56q5fIClN+IdRf7QZ17NbgQAB5hx8LZdTofg0Cr72AjoUPgNs2Jmn08YuhEgeKzr0C6rb988cF3n0dvPZH8MYWaD98i9DK5V0HluwsRqaDYGfINeJB4z5nSBVJMEma7g1nV1arzHeA0WWnnwFFvCwVzboK6vid+pPMW6+g46F7B+XIoZQ4UDjzT1C375+DLiguch+6B8K4LpcKgToooOxdMn/hilwaV6yxSIKJhZDJ3/2uyie5y4AvowrlF6Dw7MsM8/u+JfTh22i97+a0+ispxSUonH1NWLudwGvPo/3hOdm8W4kx96QT8Q32Oo+woxoSJasJRsRu2aq1tGOw/UXWn37iWGuB5VtmWDJx1YijU6HrYljE/UyfEvrsQ+N+Q4/L16fvsjF3fKGiYSi+5K9QRo/rp0fni0vQ2fDwoOyo0jlnRAhpuj6rrH7xfensd7D6ymqC8bkqrmfGuNL6xj8OFoCiX5/L2QCGM9U+RwMaY34Bis67EpYJu/QTI+45xM5B++aL3r+pKtRtJ8Aybjso2+wAKiruMugj6gqD012YobduhP7zGmjffwV93U/QVq8CQsHNVcSFbuHsa437ob4l8MISdCx5FNzRPqAhDn5j6gA4SMAGJu7QdTJAElfuTGwjUop01tZayDJvWN2iqHGDBn8sydEg2wnmUQIdWeL2bDlYT4LfnDHZUWpzrEupV3Zy5hrCKK/wgqthCXMnI0im86nHoX37JWiYHdbd9oa6wy7GC494So6n6OvXIvTlZwh9/B70H78FCopQ8HtXWEfGwMvPoGPRg12hJbKsiNciBfCzjhW6Qq9B549Um77efu/iZ7NsKClTN6sJxu9yLmXG/jrjtLK5nodThlIUwSKhPRFOG4y+E+nTIJnz/wLxrN2viJ2I3xs3oUTVQ+x0dA1Q+58ejSfzh+eAtey60CWQrrP+MCnKw466hucTmYeh0iarCcZX7fwchB0HKwnWylnHlYzozPuJkDkvR6YWbl6+8URsxjzflLwEKgVef9F4Lcq252cGfCEou4x0L1qTwLCHXJOsJhi/y/kOA5PErGmEO4bXeS5M5ww21ThvUBiXp7PPZPVFZSNQePp5YV+XktVHJDniGNZ2383QvetT3VXy5YtLWi10yvC5Tz6RfOG5JzG7Caba+RQTjhfTQoAW0kO/S9fEs2vKCD/U9wBENkPN4PVi2f5XyD/FBXXr/gGeUq62phk+RR1P/juj3BZMj5voUUddw+9N1x/CFbObYFwVdzPo3O75I9DP7VrgyC3nPfVJqufUf075sRxSnkl1P6mQr249HgUnnwU1zItSKvoLK5MZoa9WoH3eP6A3Zd1OZoPD7UluHOe0AZ/ejrKaYDZMP3GGqlrqe0FGWMUh5dDSeYtSGh8yWxPYi8BUBWdeEDtAVZrWob5hHTbeegW4STzEZU1hnZXzymRu6pgTltUE01FduWMHsciy1ysei9jJ/JzXMWHCXc+kxG3Yf7bzNNZx/yYTh5ggZ0oFZeSWKLrgaoh/Z1LRfU1ovfUKw34mWwoBb9ndngP66ltbC8vhL0+2TJ7cfyQLlo/UP911gX51LfTBMqtIN75ZTTAvTZ6cv8+Ojle7L3p7gicsJsG42+72zE4GqN7p5YcpVuVPuo7JJPyNsgw5stpQfNU/oGwxNhlwJF2G9tUKIzB5FtnDaKRqh+iaZT8CHwHmnUDKKDDbjfgNYYybxZIRmUEhwjoQNWma/prFynfa5yxZmnRAM0Rgln0m/VFrqik/W2FlTkQ8GesJeKykuOQmuu1B096s66ord7SSfgQznagQDmSGsDYT3vhZWay7TUThrCszV/f2VrTe9zeEVmRP2mci6MwiIgwL2+b4sTUyTpAu8i8R83KLqj5RVKDeT7ctaIpfWGa2SACVzBoIV1UV+0uDqzdlCQivnJhIBe3EWMXE70PHtyqUzqDCm8PwM+sBYioj0HYKMJ6JxgBcnG3HoEizQ8LJ8PTzQKPHQi0dGTa9yWDMrIjxIi55A2+9gsCrzwGDmGhtMMbfs08RxgqAn4jvCUK9JxdsbbKeYMQEbahxXmdhXGnO5W6wl9Hg9U+KApSNgHXH3WHZY5IRLkH4Fonjk/AvSksRZ4fODmi+DdBWfIzgO68abgWy9EBAHKJA68B8Q+nc7E5Zm6ZVldrlIy7WLljt/IaArVLbU3ZJF97TyvBRCH74DtgfZtetWiDsYSx77QfLr3Y3Ln+FK4FRkkU43ZcR4ln6848R/Pg9hD79ALqIDRwhiFS+81TDCC/4+ovgHg6T2YV+crQlpqUlHcUV9NBDPydHYnql5ATBCMjWnn7sHnn5+cty5Ugz0GUgIsYV/+X2rmwDoSBEOITAGy91fdiRii0PqnBuLBsBdZsdjEBVIs6vIUPsckwUcUkr8klrn39sRKPj9T8j9ON30Nesiu4WoFqQd+gxsB56NNSx24DbWtF629XQVn1totdcr0IbdZ1nDpa/3UDQzRmCESD4XOWXgpWbsvcq9pepJHtpV57m8TuBVAtCq79DcOkr/UMqRJj9glNnwnboMb1+FR+/9uVnCLzzGkQA8IhxeUVMX3FtKTJFWqwgq9XwsI4awpl1cDDY9Qokdh0d7WBN63J0jFDEbkkc06x77w/LbhOhlPVOminuZdr/eXv09U1kZIS07rW/8W+y2RD471PGnU4uFQJpOvMjpfWe2OkXMmjgOUUwm0kGyl+zIXxC5HVARoAo694HAOLeZFMRyeD1dWsQ+uhd46ihr/4+7K5AxG0pubEe6D7u9OlIpI/lpvXQ1qxCaPn70NeuNo4kvH4tWNdTtjzFXQ8NHwl1y62MWLzqDjtDHbONEWcmXNF9G9A25yYjhETfIo5zwlnTsuf+sGy/I8Ql9uaiaWi96zqIYFrZVHp+jH3vE40Tq7gEZrxur/ccmi3jyjmCEcALM36ElIcZGJ4tE9FTT3KUYdi19/xyHxJmEHrTOoRWfIzQB28h9PUKcIvIEtC1LPOOcSJ/WhwxuAKdCH3/NfSfV3cFi/r6c6CzE3qnkWesi3Q628Ht7eCOtsg7ksIikC0fIkyn+BLEDkjsUsRxTexUlNLhRjS7mGlue/TQMxeSseMZvxOse+4Hy467QRnTPzJed9PgsjfRVve3zJl+AYgCDYxOYmwk4rU6k7hX0Znoe2L+2kJoDxFbmKEpRGWk09Y62LCKJMK2DIxl4Kd2aAeMcS/JCv+KnCQYMSFcW2vxrf5gLoDTSDxSZ1FRRm6B4tq7oiaz7zkcQQrBt//XdSwIBVF04TVhswnEDYGuGcG3SQsZT8naTz8aux5xBOl1vFJViPzS4uNXy0aCRCYDccSyWgEaGPTB95eifd5tsB4w2fgnbBybMAMz4g3fe2PcQ052A4K4P9GXWVUs6WjXHh1qmQVylmC6F8ryqqri0fbOv5FCZxBT1ljgFp77Z1j32De+9R4luFN8giLX5vY2tNffiuDy9zdXEqlRiv98a+z82MlSwoSczqefQEfjv0zUTH4VkUGACc/k6/hTfn1Dnzikye8vkyXmPMF0g89VVTZ/qTJOQeBGjTCRmLfJ9BcncdTJO74qoz5cgac4eogjSHcR7geGj1OMzJLp+BD0Fj9Cb76EdhHgUFwyp7EQ4NVB8x0B+7U0f74vjV1nbFdDhmB6zgBfcMoWGwOhnTQtsJOqKmNCGsaAmXQFW6tMowj65viODEX4NH3NJDKD0lRKln2ImSVBBMUx3LjMtB58pPF8KyLzD3Zpc9+C4Htv9CIYseNStxgzaKqJJ3FxnAq+9QpETOA0R8rTSv9fwAAAIABJREFUGXjIUVBwGd3x6NpBAyEDOx6SBJPIPLDLVeindWvBhvtA2ot4aVHGbmtka1S33xGKvSxqitiUKcjctYN5/xf/PLGDKb7oWojL6XQWkZkytPLTrovuFR9DXHwPRiHgC7vb0z+L3GAok2F9SoIxOSHe/5u6DbXwSuAX/yWTTZNeTeQ5su1/GCwTD+669IySizrZnYuPuG3uPyC8nzcfkUpHdOWYDpOmNtn9C3nGMeiDtxF840WExIvX4JcvHJJgws6CJJgwsIhk9j3/s4jdIV6lmtd8sJG5d+yZwV7bZC+D7aAjkHf4caDSFL3Kd7RBW7vGsKo1jiJv/Ld3WAUi2CYdAnWn3Y28SyRekkxa/saDn0gO1/H0AoSWvZlRCdp0xmdl9Z7+CafiGVyO1h3SBLNx5rF7hLSCWcw8CWC7QjScCYWGxUKPQoYJKwm3/IxdBsLvyPCWTtIxRV+3FsFP3kXo7VcRWvW1iEnQlV4kWhJ6cT8lDAMVxXgBs+xzIGwTD06OX5OmoflyV3ifqkGeFUkwkSdgSBHM+nMr9reFqEIHTiWdRzKRVXwSHNUGfpBXr8nuhfFZwRnngwqLTLYIX01b/T2CrzyL4AdvQ2/2DihvtTC0U8Zth7yjphjGcWb9mSINoPlPM8DeDQMaXyoaS4IZ4gTTVDPlFBXqLJ2x56YcRjlHrOI5O79iAIHuO9oNQ73O5zxdrzDJLKoKy4RdDevigWQxaLv3RgQ/fDuZmiVFliSYIUowvprKo4n5Bh3YJ9useeNd+QVnXQjb/ofH28yoL+5VOp6Yn3LfHbLlIf/k6bAd/GtAERmb4yudTy9AR+Mj8TVKQ21JMEOQYHyuynowT88Fz2oz30jx5X8zEtXHW0SMljb3renLT0SE/MpTkXdMZdx3M8F3XkPb3L/HO8SU15cEM4QIRrgGjHWEPgPxkAk+RaqKoiv/YcRyiacI/6W2ebfF0yQ5dRUVecdNQ375KXHJEwTT/mgduHVjXO1SXVkSzBAhmLUXnLJFXnu7OKTH96WlegWmWL5h6PZ/10HEkDFbQl98gnb3rYZNyaAU1YKCqjNgO+IE092HvliO9vl3QORSyqjC+MJRLw3tws1Jzlx28uyqsubW4DIGhI/RkCrW3fZBYfXFQH6BqXELj+j2+++E9l3/OCsRBQi3hS3GGrFbehrZifoiPIOIgCdenYStilkzfRF+oUgc7UZHDrvQUx8jf9LNl2VcJkgCrSupa9hSZBkwNQEmKjFDaa6edqzOvDzVSQRNqJNwlZwhGJ/L+Q2AbRNGIkMaiiDcIm4KCooQy+9JhFIQYRPyK0+DdeJBpkYggk21P3Sv4bNjulhtRvArpXSEYWwnYur2LgTrfodCHTOuK0PAa8+bft4WaWyLxO7LJDl2LHwAoU+WxXyOZxGi37sBgpSiRdUzjUHUiszEeKSEtnCR2x05YI7JzkSmjKay4CKFsT3ZtKMddy8RazsrS04QjP9s59Os47jIMyCWG20kcCcDbdBpJam8Xhf5bHTkESm7ieBUBIiwaIrIcTMYRnXWPSYh76QzU+o0GPr4XbTOucm0pzEVFht3JSJQVOvd1wPBQESYlS3HIr/894ahnRHsKZpRXg8pha5LTBNkXF8Zs+H13eF5GPrPa+JqmlhlbobC9fYtm6+k2pc74pUhLMj91RU3gGgWgEKxVkvdnoEZNsWrRJLrZz3BeGsqp5LOT4R5LWoV4QVDrN07vCD0Eu56ZiNqaxWqrQ0ZrgC1wlq3FqitNdJ4drsH/HzBKSMLOjvKdY1PhsITwWT+YmMAkyPi0Radf5XxIaes6Dpa//EXhFYuN91FwannwHbA4dh402XGc3asIo474tgj7Gk6n3rcFMmI41XRuX+O6w4plh49fxfJ3EQA8TSWIDPeslmUmwrnLHomVppY33lTttMDymUK6FQAmwmFgQdK3Z4z0qh30rvKaoLh2sn5vh/tnxLRdgYywiRXIb/O+KcDI68cyHbVIJzZVY7OjaERHeBpAJ0D8NhUPXtbJx2MglNcvWPLJnm6ta8+Q+sd15pOzyqcFwvP+TOUEjuaL+oTa1pRoBQVg9vawCKwd/duRVFRfM2dhi9S6+3XRM9i0HMXM+tKiOyTqSgi4l/LlTNTITq6TLEeCUFmWsukNwGkEeNnVrgFzNsTlCKCEQpTpGzo9S0yod2qqAcUz1mYPakuw6CR1QTTfHZltaaze9MgmIgW6CG6NBWXYuurp+6rQPMoRsbH5Bd13HYoPPsyKCO2SL7wTRLbH74XgVefNy3fOukQiOwEIjdRy8VnGnFpxEuVuBsysp7m5Ru/CQM6BALQfvgG7Pei8Lwrjdg17Y/VI/C//5jqz3rI0Sg87RxTdeOtFHj5GbQ/6o632aDWJ+D2ZOVVH8yBZDXB+GY434CCAwHSWadLS+cuSqkVltflbCDAmaoJy/tNJfJOOLnrg01yYCvhqNhiOAt6Tasv4uzmVZ4GYkZL7SzjnoQ3tkAX/kAi+LdIVaKoUIpLjMDevLEZ3OwzCEb4RHV4/oXOZ54w1Z86equu3VISQz6IC22RpqXtvpvBHe2m9MiESgxe/hV+2G+S+70BXxgP9niylmDaXZWHdEAXQVeHWwj7Datr/DTVYG6sqbhYY+WWVF4Aq9uMNyLmGz47Ii9RNKIRH3ggAMvW46NG2Be4iOfjjbXng9n8S6rtwCNQIHYVqgWdSx5DxwuLjXxH0Ypl5z1RdGGtUaXt7r8i+PG7pqZFHKkKzrwg5mWv/v3XCP30Q8RwEN1ZENi3AaEvVyD44VumL7RNKZriSgR0UkDdq2T+wl8C7qS4z1SKz1qC8bkq/wnwEapqPWPYnAVxvLkmDqf/bOdprOPBxCXE2VKQS9QIEV0/Gvc3IlRDhDxIoo646Gy745q48h6JGLuF5//FyGMkdgOtt9caO4JIpecxTwQH33jtBXHZrOSf+FvkTfldRPniWb7l8mpjlxTdAT5zw2pEXQFGrhf6rcPdsCDOlZKx1bOWYNbPmFJhIctOjvqGm9OFblfg8GBnuvoz24/Y9RTNumpT9sXwrYw8Qe5bYr7qiJi/4rlc3Wo7WA6cDKVPDODAGy8i8Opz0L79arN9iQh0ZTtgsmGVq/SwJhbpX0Xys9DnnyD4/pubiCHyqMTxMJr7AHvXY+PfrzJyN+VaIUJIgTprWN3C+3JpbFlLMKtmV5XNsy9orq1FKJ0T4qt2doKMW/+MKcJWRaQNEfmUwhWRKzrw4pIuT+QotinW/Q5DQcUfuiLjRQrDqWmbM0KK4491171h3euArr7Fka5vEQZvgU5wix/tj/8TIl9RpGI7/FgU/L4m4u+GY+b9d2RkTJgBLoY2QL/G4V6cQZniBjiiTc2zlmCSM/z4pXhdFd8RKON8nYZd+Q8juFOiBGM79GjkC3IpLgG3t4IKiowdR+jblcDGlq6Ur2O2BhUPMy56RewY4SwpMjYW/K66665IZIP0rYf2/TdAYaFxlyQcMYV1r7ACFulpOx6p65VTqae+sQgmsPRltM+/M+YuLP5ZHbwWzPgOFvXC0jkLPYOnRep6lgQTJ7Zel3MxMab0tlqIU0gKqouXG+vuke1Ioh2RhBtA/u+qoRQUIrDsTXS+uAQFzj8AgU60L34U+pofDI2FEaAIaiUIo/PZhV1HHiIUX36LYb0b+O+TRs5ssVsRz+0ilQl3dhikIGxcbEeeCIRCaH98HkIfv9cPhVhHpMALi9G+4P4UoJd+keJ2TQO7O6BfmS1pYBNBSRJMnKj9PKPiTJtKc/vG7Y1TTNKrC3+kvGOnRj5eRLrkFQRx5T+MJ+eOpxYYKUDEMcp26DGw7nsoAi891StFiXhCN3Y5zV4jraxBPCO3hL7h517+R8IxUhCMJry2H55j1BPpVkRaW0FQrX+7HCLtSM8iyEtE5otU2h+8G4HXX0w6dmkVSGgnYGFHfsHFWwyBHEqSYOJcXSK7QMvqD1r1LuvLjCniklU880YqkZ6pRVaCollXIvDmS8YOpPuORjhcFs68HLpvA9rqbgFEwG/xYrXbRFj23Nd4+hUvS8JpMpwLQb7zD7Bs/6su0vr8481qiYtgy857IPi/5xD85JddjHB2LKy5FJZd9oowBEbLpdOhx2HHkwmTQ0Q6s/4Ng16zEP+tuK5xRSzXgUzQO1k6SIJJAMlM9NyORTCRDO3EUUYEf+p6GeodvsF28FGwHfRriEDgwmhOeG4L+5z8384wyEPsQFqEbU3PmDJEBkkImSK9SOfLz/byZhZP3iJLpe5vQuCFJZvRt4zfGYXn/Cmiq4TYIbVceU4aPKPNLwiRcA3g5wF1vaJy17cUAgKk6QpxE7Hlp5BV/779Z9vKcQsWNJmXnDs1JcEkMJf+syvfZJ0PSKBpUpuIC1SxAxFHGUEEwps5Wml/6B4EXnuhVxUaVoK830w1jh76mlW9m4v0I/sdZsjmZj8C7/wPpFqQV/F7wzZG7GL85528+WikDB8Fyx6TYBm/k7Gr6XzlWaC9jzGqLQ+2g4+EeMLuGTLCdnQFCk6K7Ncn7nva6m9F6OsvgFAwqTgmIkw8xmnFoa1G3Pbkj4m0HyptcppgRFwNWrAgqfEVReoTa1B5msHpzZPac0UKR8Mtxnbdk+wxEcrI0abWqwgwJexI0NkzkgAh74QqhJa9AW3TZW5fYda99oftGKcRqkFv9sO6y55dOw1m+C/4vXHfrWwzHqKeeC0Sr0vBD9+JuNsQtjbipQr6L1bFRRdcHeV41KWRcEUQl8MBkavpq8/6jMMUBEmrRIT19jrPyKQJzFFBOU0w3pqK5aQrn7NOs5PhAOk/p/xYDinCuWZQYnSIewrLr3aH7bBjYNl1n4T8lYQ1rjB+61lEiAVx1yKsbyMVslhg2esA5B05xSATsXsSpWPRgwi88V9j9ySM8oIfvRv3MUY8Zxed8ycjyJbZIgJJBd99zcgyKY5wZmPPmJUfsx7Ro466hgHkiYnZQ05UyG2CmVHxCil0qDC3Z+JPVCh/L3E3PBDvzPlcvx3P3PkgEQvHyrRjJo4jtqPLYd190oBjpoQ+ehet9/UOOCVcDISXdKygTOJupXDG/0FE3RPGc+JFyXiGfvAehN5fGtXPSRm91ebn7r74F519GSx7J37iFHqLS2qxc0p6Tqfwi0ULMCaNqvf0De0X79LK+fpp/1jSiWjzedN20gPaMgBGsNpNHiotpOMTTcWLwVDw31vOe+qTcDp5XeVHEOhIguJi8IgYzi8pGZZwHMw7usLI9wzhYZ2kIgJBdSx+tJc0yx77QvgeCWdCcX8iiKO7KFuMMchNXNyKXU7gpacRXPGRYXcjLoJpmN2w0BX2M8JmRrwuGUXE8R09zojQJ7yZ++6cRBUj5W3NpVH9qEwNW1gMt200fKU6nl0ITdzVpKgwc6uD1AnkXpSOMHkpGkV6xOY0wQgIfTOm3gtFDxNtiHQQd4KxEYQOYvqJwcLW3QFGMRQUgTl/MHYsQm/b5OOQd+JvoQyzJ30liLuM1rpbDBuV7iJ2McrYbbriAYvE9eIiVaR+FfFfxD95BUbc3M7/PQvti+VdRxJFgbrVtrAdfpxBEJrICClCNnS2G5fCglSMf1r8YWPjihAPxZfdFD0Gjq4bNjbC1sZsEZkS2u68Dtr3X5ltkkA9+lGDVq+z+ujI+obUsVkCmmVSk5wnGAG2v9r5FhP2yyTgo+lifHhX3ArFMdyUyuK4InYdIhi3eGomRUHhzMtEeL+I7cXH1zrnZnBT7xQg4vijjt8Z6lbbGAQjFoje4kPos4+iHqFEyE9BNjRySyi2PGg/r4H247ddWQbCFCM8w/TZRjDxiEXE1H33NQReeRaW3ScZmSvJ7og6rm5ZwaUvG35LqS5E5Nd13OEI2m+j+fOFm7csPRAYEgRjkIyr8m0G75sNsy+eeQtnXxMx5snmMQSDxtOxuGTVVvYOh1N03hXGRxmtaN9/bYRgEPYtaS2qirxjYydeC339Odruvn5zojWRMsW63+GwHf6bmKlOgh+9g7Z7bkjbsBjcSkx/ddR7bkxbp1nQ0ZAhGDEXXlfl4wSObIueIRMmnoCHXXuPkYOoXwkFEVr+vmEYF1zxccQo/+r4nVB80bXhPZx7CBUvMO2P1PUjqJRBYctD4SkuWA88IkYwLUbrrVcgFC7+DBHU7SYYOxrLpEOhFA/rp+5gpZlViJ8oqWvM+DWWsvntI3hIEcwmkjlfAdcykJZsAYlOpLhAzSv/fVdkO5Gg/ruvup5l330d7G8Ca1pM0XnHnQRhsh+riB1M5+JH0fnyM7GqDuh3cYwqnHWlqRS34lVIGAYKY77IhQCbDdY990XeYcdCnbCzcXwSr0qtt/wZuhGYKv2FGfNK6z0z0t9z5vU45AhGTMGGc343Tgl1XEegaQCH2SZkxkSRo6zrY2TuetnZ2ByXvQflF6Lg9HNjhqHsYjDNcGoUMXS11avitmWJhpiIV2PZbR/kO081XqpiFUEMrTddGl+K2MIiI9C4Omo0gp8siyv2cCx94v1dvFYqpFxlr1t0fbxtc63+kCSY7knsqK7csQOoZugnKQqNZmbbYL0apWphKWPGoXD6RcYFrJlixID56F10vvy0sRPo+Vxtpn3POkZK2Qm7Iu83Tlh22MUUtKI/kcNI+ybbH2bID9gmOtz/TuVTVrxTkvb6Q5pgeqItjOkIwdPA+q918HgQ7AAVCIBEpseeReQJJZ1COuBXCM0gflNn2ouYd8u0ODFCb3HcKph+kWEgZ7qEQgh98QmCH7xteEMbr03Cg3qTV3VYOYoCsuVDcZQZZv/W/Q+Duu0E012KWDFtc//eKzyE+caZV5MIt9vrPLMzT7P0aSQJJgbW3Rkfe/1lRv8k52svOGWL/PaOTwfVRynKWNQddjai/Yvn4USKvrHFiAEjAlcFnvP03tkQGb5KtokHQdlyq4SN5joWPYTO/yxKRL2MbEOAz+72ZPRdX6qBkwSTRISbXZX/1MFnJlFkUkUJy2CRPVJY5iZaRE6k9rl/7/W6o5SNQOHsa437j4QKMzqeehyBp5+IvkNKSPjAGolg3NDUimBeaIOi0wRotIcqXEaYJjGEIWbkQswdKujA4iHsUiAJZmDrb3Nr7/RpTqjaI7TJLSFJYpMuRvgEiRi6lp32SEw2s5HYXlwIdxfh2V00u9bwpI67hIJodd9i3Puk3WEx5u6VRQLze+zuxvN6VhUpizeusW+vsrJrELiRmbcPl1JYRHSwgC4a5m64M25ccqSBJJgkTGTLmVWHa9bg0wDiuORIQscJihCWwvknnGy4IyRSRPqT4Htv9CIYER5T+BzFU8TzuLhzCX3a27s7HhmprEuET+11nl1j9eFzVVwPpnNBcPSvS/c73A1nxZKRq79LghngzIo7Gl915U9EHPv9dYB9Jbu58CEq+O30yClKInSYDIIRl8atd13fFWohAwsD7SE1eOjIOU/1j04eRt/VZ0zZqdCmPgJg714/E9501HkOysAhpkUlSTADgFnE5/WveX8VmMx74g2gv1Q0Fc6N+SdP7/IJMhmJYkAE09mBzucb0fHsoohWyKkYZ1wyWUChXGN3L+rKgRtH8dc4lzNjl+4mDP641N2Y4Hk0jo4ztKokmAFMTHNNxQKd6aQBiMiYpurW4w2rXyPodgyiSYhgmA2fKRGgyjAYzODCxP9zjN77SKqtTSipX5OrYo0C2lIY3JGuP+qYu3jIBqaSBJPgQm+uLj+LFapjJkuCIjKvmcVqGOSJ9K3CQI5s4Z+04yWY0Kfvo/OlZyD+LWxdMr3ooEPL3A2vJapnc03FFGbFw8zERLeXuhsuSlRWtreTBJPADP502jGjCgoK32ZgmwSaZ3wTwwJ3+x1hO+QYWHbaHSKG7uai612vPn1fkS661jCw23w0EPFzv1qB4DuvIiRM96OE48w0QEIdoa1GPDiwYN6+6orPmGgsgy8pczfWZdoY06WPJJgEkG6qcd6gMC5PoGnWNbHssLORtcA68SBAtRixe9sfq4f2+S/BqkTqk6Lz/2LEgkGLv8vb+7XnDYLJxqIS7zqsrrF3/Is4B7JhxoknkaIeFSwovHooJFiLBI8kmDgXjqjuczl/BpB1r0YJDPWXJkSw7rIXaMzWCInYtz0SoIlodiL8gshZLeKwiJSz2VwY+q9L3YtfGugY3nVNLJzkfi9yJPWBdpAF7SXBxDlJ62dMqbCQ2hDOsKqvKGYGEX2lQX8Imv6jRbXcx0BXOH5ZMhYBZrq2tL7h6oxVMIsUkwQT52R5XRUfEij2syNhPan6aSWj9nmh+zVCWPuSqj0u/A/j7FZWTyMCDFpQ6m44OY1d5mxXkmDimNrHq6psR5cG2yj6LiTIxI1au3ZhuItCn6uiBkx3gjIrt3UcMOR8VWb+tJ30w8e4l6zP+cGmeICSYOIA2D9j2vGsaE9FbMLwWS3KqUVzFkWuI0J31kyZRbp6qySZOMBPZ1Xmjnwoe+bLbAEDRl0STBwQeqsrHiCi0yM0WddZULC72RcDb03FmcTkFqmB4lBBVk0TAlZVOTHWH4o0qZLV3UiCMTl9L02enL/PBMcyJuzctwmBVpaM2XOXeC0/m2oqphCThyCcdmXJLAT4MYe78ZTM0in7tJEEY3LO1p9+4lhLgWUluCtL5ObC8NnH7jUyXnLpbt86c+oJoZD2BBNFjS1iUk1ZLQoCIlecSXcrkWv4h+d8lvEnL1iwKU2lhDYRBCTBmERNxO/tJP6Ee7wAiYBCwWJthxG3DdDq01XxGEC/NamKrJYAAjrzCkVR5oP5CgD985z0kUki7LmKP5bN8TycQHeyySYEJMGYXApraip2yWf6qPsFSTiysYYby+Z5/mxSRMRqfpfzKgZfE8ff14F2OaTaE6gDauiIkjlL3m6uqXyUmU09QRPoHbu7IWsygmbipEqCMTkrLTUVu+hMYgdjYMaMtY56zxjxl86kiIjVvK7yhQRl6kDlyPbhESAgGLTyoSPuaXzr5xknHp9HlgY2ZSZAusJadUn94n9KbBNDQBKMSdyaXJWHKOBXRXWxYHXov0mGObmQ56uuXAXirUyqIqslhAB/Za9r3FE0bampbNDB5WbEMPCDY8xe2yV6x2amj1yuIwnG5Oyur566r4X0t43dC+ApdXsqTTaNWc3vcnYwkBezoqwwMASIL3HUNd4qUtQAnR+ZDXFKoKfs7oYTB9b50GwtCcbkvPvOm7IdBdUvWIeuWqzHDJuz4BWTTaNWW39mxf6qlZbKiUgGmjFkEP3QmZ8/SdgqGUclxfKUuEszU0SOo5W86oqh7rxoBquedeS6NonYateUEYVQPgPR+/Ym64mUpOdLf7XzaSYkFn3bpO6y2i8IhEi/akTdYiOlq9flbADgNPsREPCuolovTtYfl6EwL2axHQpYRB2jcL0fj3GvaazUjKhf9E4yABHJ2vLaOsT9SzzOjxqI1ExL8ZEMPOKVYYSkjLORyBRQUufZvfty3lft/A+AY0wLIrSD6bHOgvzLR60OeZP1hybOYWRN9XjnJ2sGlgpFfWdPvddx36JzkiXbN6O8DoriMiuPdf6flodL1QBVg+gsAg/l+ftC15SLFAvvBuabzGII0MagGpjcM1vAJheQ0+LiKwYzkVez6seL1ynz/Q+tmkN5gcY90zy7qoxuW9AUd8MwDXj26WP9rc2fmTH6Es0JaLG7PSXif6+cdVzJiE7bGwSKmbMnGbpmkgzxggcF0+33eR7q1qupeuo5KvFdDDbjcsE64aayut72S/6aaROg6w8yYT/EkEPAeh3kIVvoBsfdS77JJHwyTRdJMIM0I74Zzjeg4ECT3esWqBcXuxfeJuqLj4FZXwrwL0FwTQrK9mrMeKe03tPP+E14qCus3mYqoBfjP456z7F9seBaWFrXTtulLRiamKfysdCV0SzsnBQw6WgDKe+wFni1IxD4eMuHnhNRDWWJgYAkmEFYIv4a5+2s43wzUfHEBOlMDaX1DZsN8bwu54UEGGQz1IoOvFXm9hwQbtwbZpRfrSpKzFxGzPxtaX3jdkMNu8EYrySYNKPuc5VfClZuAJkLncnEn5bWNfY6CvlqnC+BMTnNqmdGd4z1bUHt0DHzl4SNKO51lb9HUPaJoWyLY9NxMzMGlbtaSIJJ49x2xYDBPLM+Rwxe7nA37tHXHcFXU+kDsz2NqmdMV0QIatD+WFa35NFwSomXOVt7++poITBEWtjVXuuoXRcs2JgxA8tRRSTBpGlim2ZUnKsqdFe3L1O0bsW5n5hvcdQ3/qlvvZYzqw7XrKHngbietn8RQ/wToLRBUbaBpg1aAPJNT8zvqyrPK7YEHvJ35v8d4BlmpkPX9TllcxdHfM3zVVfcRESXRTGia/3Ra91SEowZtAdWRxLMwPCL2bqLEIJzibCDiEcSszC+UNhyacncJxrD1fW7Ku5mpnPM3N/0a094Hpw3c11e87qRbBluCagTAuByIuU4Yt4+pm7JrRBUteA+w+Y9ZSRY+uaMyY7hNvsruomA6grxEyV1jVXR1PHVVDSBqTRcHQa3rvbaJMEkdz7DSpMEkyKQDX8XClxHjEoGRw0mRTAsWjaC6KF11vY/TbjrmYjJm/2uyrcZvG8Can9g91r3j2QY5q+p/JKZx5uXSx3M+nqFSBj+hRj8MzGGM2OCGfIjkA41dLB9zpKl3X16p5cfRqoi8hFFfW6O9JLUU3d/dcXDTPQHSTDmZzQVNSXBJBFVrp2c710zrFKFOguM3XRgWGSAhZ0WBRj8jR6iBnIodaV/X/RdLHV8LqeIdD88Vr2evzNzq4O2GEVud8QkYC01lVM1ZpFSJeaxiYBOTef/84f8/9pu/su+Xh+2q/JJBp8QSz+xmVPA99jdjef1bu8UT80XRmvPwJelbs+EaHVaZlYdrmnB54D+2RvkDibW7CTvd0kwycMS3mqnOAr9sWcgbxKhY4xlpZgJAAANhUlEQVQLBwZB6WRwC5g+UQme9QHvg30/0Fjq+GoqgmAyHyicSRimneCoa3g+hmylyVXxqQL6VSwdAKxr2agePO6RhSv71t20CzHlCMrQl5W6F0/sK8PncnYginc5EX1tr2uIudvyVld8TUThnqPlHYyJSU5GFUkwyUCxjwyurbUALxsk8PLLwLqRI/WqBQtC4v8PJEDVhnN+N86idX7LbMpitUsrxp8d9Z4bzQxzU6YDE8GVKMjgS0vdntv7yhW7uObVpd5Yx8JN7XxfYtXYvh7Kza7KJ/XouyBh1eyIhaXXVfkPAs8OM/b2H+UrkpklMeA6kmAGDGH6BBgxaRR9KdhsFgJeH4S6x0j3ojVmtPy52rmXjSBi3sR2voxAXFxVZfOXBpcD2CFWnwxuduQFxlGfOycjNEZA/SrSi5vRbszew2MFgfK5KqsAfqzvnQ4DvlK3J+wFcCyd5e/xISAJJj68BrV2c3X5WTqUuWYuUQ1FNwVYMqs0u6aMaIHlvzp491htGHRbqbvhon47GEDxVTtfIcIhsWQQkb+kybIVhbFH8bkq1gC0ZXgZ5LeP2XNEbIL57XjmzteJsEVPOcS0zl7fMCqWfvL3gSMgCWbgGKZNgvDmhq7PNNmhzx5wbEfz5/e6hI3V1uuqfJzAUZ+Au2TQIoe7YVo4ed5qp0iNOyvW4tJBP5aO2XPbcEThqymvg664wodRMEcwQjd/TeVrzHxwTz3DWUfHwkX+nhgCsdZAYlJlq6QjYNxt/OhYZDY4FTHuttd7ZsWrSLOr8m86+JJY7YjodXtdQ9hdipFil7QnY+60Ijgdir590088EhbLs+D+mS8Z8DvcnrJYdzBCTrOr4j4dVNOLYHQ8UDrXc0asMcrfB46AJJiBY5gWCVxVVdw8PPg46yai3zHY7vZYiOLPeLDhnJMOUkOh12MOinmpo74xrDe4QQ6qRTwRR7ZnMd6p6U+OuoabI/Xld1Vu4HAe4wyfo97cHUpLTfnZGitzevShMeiiUnfDnTHHKCsMGAFJMAOGMD0C4iIY4p8cdY2jE9HMcMaEEvGj75YZLRC2QTCK5floOxgi7igZ7S+l2pfFk3TY4nc5P2fAyATQsxDjO3u9Z1sz4/PWVE4l5oU96vpULXhotwWxGRmyTuIISIJJHLu0toyLYHRljmNuYpH3/C6n8JfqZfwWdqC6/nfH3MUXh/utZUbFuZpCd0cDiJlfKq1v/HW0Or4a53/AOKZfHaJvHXUNpsItiNS8gZD+ZHfKWCL61F7XMOQCdaV1sfboTBLMYCEfZ78vTZ6cv88EE3cwDFYV3m1YXeOncXZhVPdVO58F4TfR21JQZ+38svrF94Wr53U55xFwVkQZzB0arEcOr3/ijWj9eF3O+QTDcLH3Dkahpfb7GkwF62qqqZiisOLpjlLHjLtK6z3nJ4KNbBM/ApJg4sdsUFowoDTXOB9gxqnRFBAhJe1ujy0RJb3Tp24DVX+RgKhWskxo7wBPGh2GxISePpfzXQL2jqgDUYOj7pcAWpHqRTKUI+B2u9sTzoCunyhBMCpoETMsIoVsMKhPHnG/jKGbyPpIpI0kmERQG6Q2G6rLz7KQMjd6yAf+yuFujGnkFm4IwpDPSvpzDDiiDpH4W0dd+IhwYqe1944OEbe4IJwM4RdlUbCfmR1Wi6vyfI35jj5P1QEF5CpxNzxgZhqMHYxODSLAF4M+cXgtE2UmADPIJaeOJJjk4JgWKYYDXyj4UtTL0wFkIVw/Y0qFqige4d0ddZdEuMNe5wnrkCgCoze3BteHI0EhVSGaNqyuYZEZwDbWTDslxNq/ekX7J/ZaFMvk4jkLRWbGmKXriETiktfKwOxw7g0xhcgKCSMgCSZh6NLfcJ1r6mgL9B8iRmsj6KpO1w+rb7g6Ee18Myv+DI3+Gr0td2ps/XWk+5NNT9QvhN+94EuHz7qr2R1Em6uyqpP539SD8UTyM7vbYzpcRdcOBo+DSLcXFGxPdzy6NhFsZJvEEJAEkxhug9bKV+0MRYrnK8IotBHvE+5uxIzCvurKRSCOmnNbYXqwpL6h38Vrt/yW6sprNOK/hOmPQ0E+MJ77D79r6u911v5F3U9AxlZGucbuXhQzsHd3/15X+REKFA8Yr9nrPTHDSJjBSdYxj4AkGPNYZURNb7WzlQiF4ZQxfHvqGkxZuIZr762uWE5Eu0QaqLhADkDZJpLzpLA29q9xLAbj6J4yjA0I4T57XYNZNwej+UaX88IQ47buExuBOxUtNCkeG5bVZ0zZqcCqLgl0dkzb4sFnTR2rMmKic0QJSTBZNpH+audbXcnB+hcGe0vdjQnlSmqdecLEkGZ9hoGRkSGh+x3uhojPzyKZXHNr8zsM9DLyY+bVjrF7bxPLObFvv/6ayjnMfHb3f2fmF0rrG3uRV6zpY5er0Id114dzzIzVVv4+cAQkwQwcw7RK8FVX3sLEF4ebOJF32V7nSciIrLmmYorOJEIbhN0dAYiZ6mNT/GER8rKneqwHtT+U3R8+C0A08ATBgLmm+8K4DdrIMe4lIqJfXKX5vGk7ldy9MGyak7gEycpxIyAJJm7IBreB4Uioao3hnAAJvNzubtwtEQ2bXBU3KqB+WQyELCN+rsJn9EzXGq6PppoppyisPtLrN8KLjjrPUYno5HNVLgTYSDhHTEvt9eaM6xLpS7ZJDQKSYFKDa0ql+lxOEbt3676dDMQMvslV8agC+l04xRm0uNTdUBFrUN4ZzgtJ+SXjJDEFFIvlmGFzFpgKodlXvjDYA2MiFITsnY6R8YaeiKWv/D31CEiCST3GSe/BW13xABGdnkyC8c6oeIUUOqyvTHF/UlrfONbMIPwu51UMXNtdlxmvltZ7+sk0I0vU8VY7vyXC1jpRXVmcF8Rm+5D1UouAJJjU4psS6eIookJ9UJi/9+xgIDsYr8u5kvqEuSRCCJpaYZ+78GkzA/G7ymsZSpcNjvAZULi8pK5xiZm2fevU1sJy4eqKFToQunNM4261tTBiGsuSXQhIgsmu+er6dkVsmLLQB33zGCWdYIB3S9ye/c0EdhJ69SQY8aQdtPKhI+5JzO/HO718b1ZpekdAvztSHuosnLohp7IkmCyd8r73HWIYAyEYX03FGnDvGLg6ab+PlAM6HGxel/NCwuY7mLagGjxs5Jyn3stSiKXaSUBAEkwSQBwMEcJtwAptBUAl3f0PiGCqnV7QL06ORPRTSaFlV7ptgXBcNFWEL5OFVI/xSE3sDVlwXKI7GFMdykoZj4AkmIyfosgKbkr0Nn2gBMO1sPhXV2zoSVY6uK7M3bjZyM0MTCJdLnPHh0RUxIy1OixTY8V8MSNX1sleBCTBZO/coWX6CbtpqvXD7ti3xPjMXu+JaOofaaiCYJpXO9f1DNOggw4tcze8Fi88vhrnS2BMBvgnja3TJMHEi2Bu1ZcEk+Xz6auuuAlEl4lhMNHXpSZSqvYdcl+CEa9HJTzKHi2XdSTYNpxdWa3q7CZgbYjlDibLl9eA1ZcEM2AIB1+Ar6aiCUylIql7qbuxOF6NBMH4VjubCBi2qe0HDrcnckS6KB0YmR0doY0MfaXNYju9aM4Ceckb74TkUH1JMDkwmetryq+0QLmGmNpK3A12s8/KPYfudzlXb3ZSjCOfdTj4DENAhSYUKnkX2eb8e2kOQCyHkCACkmASBC7TmvmrK98E6SNLimz7xfPy0z0On8u5DJvi6CoBdeeS+Yk7B4qwDb7VjnsKmG7Or2/4ItOwkvqkDwFJMOnDOqU9bTjnd+OgdbiCoeC/t5z31CfxduZzlS8EK1OJSC+pa7AmkrStZ58iTEIidzjx6i3rZzYCkmAye37i1k5Y6Cd2RCq/mqFeDPB6h9tjKudQ3MrJBkMOAUkwQ27Kww94/bkV+1uDyl1gaDIsglwUyUJAEkyykMwBOc3V5WfpUHd21DdckgPDkUPIAAQkwWTAJEgVJAK5ioAkmFydWTkuiUAGICAJJgMmQaogEchVBCTB5OrMynFJBDIAAUkwGTAJUgWJQK4iIAkmV2dWjksikAEISILJgEmQKkgEchUBSTC5OrNyXBKBDEBAEkwGTIJUQSKQqwhIgsnVmZXjkghkAAKSYDJgEqQKEoFcRUASTK7OrByXRCADEJAEkwGTIFWQCOQqApJgcnVm5bgkAhmAgCSYDJgEqYJEIFcRkASTqzMrxyURyAAEJMFkwCRIFSQCuYqAJJhcnVk5LolABiAgCSYDJkGqIBHIVQQkweTqzMpxSQQyAAFJMBkwCVIFiUCuIiAJJldnVo5LIpABCEiCyYBJkCpIBHIVAUkwuTqzclwSgQxAQBJMBkyCVEEikKsISILJ1ZmV45IIZAACkmAyYBKkChKBXEVAEkyuzqwcl0QgAxCQBJMBkyBVkAjkKgKSYHJ1ZuW4JAIZgIAkmAyYBKmCRCBXEZAEk6szK8clEcgABCTBZMAkSBUkArmKgCSYXJ1ZOS6JQAYgIAkmAyZBqiARyFUEJMHk6szKcUkEMgABSTAZMAlSBYlAriIgCSZXZ1aOSyKQAQhIgsmASZAqSARyFQFJMLk6s3JcEoEMQEASTAZMglRBIpCrCEiCydWZleOSCGQAApJgMmASpAoSgVxF4P8BJDBLwZvO5hIAAAAASUVORK5CYII="/>
          <p:cNvSpPr>
            <a:spLocks noChangeAspect="1" noChangeArrowheads="1"/>
          </p:cNvSpPr>
          <p:nvPr/>
        </p:nvSpPr>
        <p:spPr bwMode="auto">
          <a:xfrm>
            <a:off x="1136576" y="5007196"/>
            <a:ext cx="666750" cy="676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" name="AutoShape 6" descr="data:image/png;base64,iVBORw0KGgoAAAANSUhEUgAAARgAAAEcCAYAAAAcH6uaAAAAAXNSR0IArs4c6QAAAp50RVh0bXhmaWxlACUzQ214R3JhcGhNb2RlbCUzRSUzQ3Jvb3QlM0UlM0NteENlbGwlMjBpZCUzRCUyMjAlMjIlMkYlM0UlM0NteENlbGwlMjBpZCUzRCUyMjElMjIlMjBwYXJlbnQlM0QlMjIwJTIyJTJGJTNFJTNDbXhDZWxsJTIwaWQlM0QlMjIyJTIyJTIwdmFsdWUlM0QlMjIlMjIlMjBzdHlsZSUzRCUyMnZlcnRpY2FsTGFiZWxQb3NpdGlvbiUzRGJvdHRvbSUzQnNrZXRjaCUzRDAlM0JodG1sJTNEMSUzQmZpbGxDb2xvciUzRCUyM0YwNjY1MCUzQnN0cm9rZUNvbG9yJTNEJTIzZmZmZmZmJTNCdmVydGljYWxBbGlnbiUzRHRvcCUzQmFsaWduJTNEY2VudGVyJTNCcG9pbnRzJTNEJTVCJTVEJTNCcG9pbnRlckV2ZW50cyUzRDElM0JzaGFwZSUzRG14Z3JhcGguY2lzY29fc2FmZS5jb21wb3NpdGVJY29uJTNCYmdJY29uJTNEdGhyZWF0MSUzQnJlc0ljb24lM0RteGdyYXBoLmNpc2NvX3NhZmUudGhyZWF0LnRocmVhdF9hNiUzQiUyMiUyMHZlcnRleCUzRCUyMjElMjIlMjBwYXJlbnQlM0QlMjIxJTIyJTNFJTNDbXhHZW9tZXRyeSUyMHglM0QlMjItMjAwMCUyMiUyMHklM0QlMjI5NjAlMjIlMjB3aWR0aCUzRCUyMjQ5JTIyJTIwaGVpZ2h0JTNEJTIyNTAlMjIlMjBhcyUzRCUyMmdlb21ldHJ5JTIyJTJGJTNFJTNDJTJGbXhDZWxsJTNFJTNDJTJGcm9vdCUzRSUzQyUyRm14R3JhcGhNb2RlbCUzRV5Rg9QAACAASURBVHhe7V0HeFvV2X6/eyV5xpKdAUkIK4SyV8JeoYyyYssJpqUFCiSWCRAg/IxSoJhRRqFlEywnJYwCJSSWE1YZBcoKK8xAIOxAQkhiSXa8JN37/c+5joOHxpUsyZJ8zvPw0KJzvvOd95z7+oxvEGSRCEgEJAIpQoBSJFeKlQhIBCQCkAQjF4F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0BWI+CvmTbBXrdwZVYPIoeVlwSTw5M7FIbmrXYucRQWzKA7Hl07FMabbWOUBJNtMyb17YWA1+X8UgW/MMzdeA4BuoQnsxCQBJNZ8yG1iQMBBhS/q/J7AHbW9fNL5zbeH0dzWTUNCEiCSQPIsovUIMC1tRbv6g++V4DRAFY53J6tU9OTlJooApJgEkVOtht0BPoQDBNwtd3tuW7QFZMKbEZAEkwGLwaeXVW2trltTLFitbAeDMFi0UPFamsglNfR5l/TuW3ryDZasCCQwUNIqWp9CAYErLa7PWNT2qkUHhcCkmDigis9ldk1ZYSflcdBdETYHhkaEdoAtDDjEyLlgRL3oscy+ZKzqaZiSlld45JkIhiGYKCDLih1N9yZzH6krMQRkASTOHYpb+mrdl7OoNkgHhltohgQf70Z4BaF8Jwe0u5zzHvyxZQrGKMDrqoqbi4NPaYz78bES8vcjb9Lpk59CaZLNv3ocDdslcx+pKzEEZAEkzh2aWkpjkn+1sBFAF0KwGqmUyKEWMeHrGgPlNYtuctMm2TW4dqq4ubV2sU69IsIGEZApwqUF7s9zyW1H0DxVVesIqIxm+Uy0BbUdh4zf8mKZPYlZSWGgCSYxHBLe6ufZ5x4vFWx1BEQz19ncfG50gblmgL3okfSobR3evneiqo8qQNjeiyu7x1uzzap6N/nqvQBbO8pm5kfLK1v/GMq+pMy40NAEkx8eA1qba6dnO9f43gSjCPjUUTsaHQdzzrcngqi1Bmjbag+6SALaS8yOL+Hfkyk/MVet+j6eHQ2W9frcoYIUHsRDNDiCDi2pvnzfWblyHqpQUASTGpwTalU34zyW6GQODbFNX/ilaXE7RmXistg/4xpx7OiLwFY6Tl4AnW0IjRujHvJ+mSDIi7Dfayu64cCA2TRDrTPWbI02X1KefEhENcCjU+0rJ1KBHznnngkBy3PEdDrg47VJzO3QlFOL61rWBSrrtnffTWVR4PxFMD974gIbzrqPAeZlRVPveYZJ1WwGvKwuOXuW5huddQ3XBKPPFk3+QhIgkk+pmmT6KuuuAlElyXQYTtZ9Kn2exc/m0DbXk2WV1UVj3EE1xKhMKws4kscdY23DrSfcO391c6nmHB8WNnMSx31jQemol8p0zwCkmDMY5VxNZmhNJ9d/ijrysninTqeQqCm5iLLhHG3LWiKp13fur5q5/MgHBVOBgP+IGPyqHrPBwPpI6xsl6vQj59/AjAsPLHRD/k6jsyvb/gi2X1LeeYRiHNZmhcsa6YPAb+rci2DR8Xbo868uqy+MWHLV5+rsopZ/zdR+LsgJvqktK5h93j1MlO/ZfoJu2mq9eModYMBTS8fNW/guzQz+sg64RGQBJMDK8M/c8oBrFle73vBamZoBHrK7m440UzdnnW4qsrmLw2KQE8RHQwZ8JS6PZXxyjZT31ddeQuIL45al/FnR73nRjPyZJ3UICAJJjW4pl2qv6ZyDjOfnUDHDGvoaMc98Vn++qZPnQFVrx+MD3yda+poK+kfgTEiWv8EvdbuXnxNApjIJklCQBJMkoAcbDHrZ5841tpq+ZiB0nh10RmflY717UO1L3eYbet3OZcysH+0+opCrpL7GqKTkNkOe9Tzzaj4MxT6a6ymBNxtd3tmxaonf08dApJgUodtTMnGC0yJNrx03qLvYlY2UcHvct7GwIUmqvarwrpycencRX8307bJVXmISvrzzNTToK5XU7GwdOKzSuuSGwRqVVVVWbEjuIwIMS2DFeInSuoaq8yMSdZJDQKSYFKDa0yprTOrJgb14F0WRm2yfHS806duQ4r+AQiOmAr0qUDM35T4bDuZCf9g5v5D2KZYFJo2LIn2NkJls7sXY3iMFxz1nqPjxSKe+sLYj1JgRBiPDplcVxLMIM2O/2zn06zjaCsrBxXVL3onWWp4q8s9REpFAvJ0C6mnFtctfDRWW2+181UiHBKjXiAU5MNG3N/4Vix5Zn8XrhLe1Y6vN0Wwi92M8Zyj3vOb2BUTr7HR5bywCMq/yb1oTeJScrelJJhBmNuWmVWHa6Gg8Cy2tfisw8ctGJgtSs8h+Fy/HQ90fpnIsBhYUur2lMdq66upWAOmLaPVI6A1xJZjhtc/8UYseWZ/97oq/wHos8mk0Q+DFpS6G042Kz+Rel6Xcz4zWsrq5V1POPwkwSSyqgbYxldT+QqYDwOYHe7GuEz9Y3Vt3FGUBlcRIljWRhVATXZ3g4g9EzE6f+v08r2DqvIqgKKoohiBkI0PG3FPcnYwIv8RWF/BfXydoumggG4pcTeIMBcpKz5XxRqAfmrxWo9M5h+KlCmcZsGSYNIM+PrTTxxrybd8BSBPEIw34C/bbv7LSfP6FUGY/D++/yqIDoh3aATSFMLJ0e5NmlwVNRbQnTpgi7GDYY24IhlR7N51TSwcz1t/S8Qj4xlTiPSrRtQtTokXt9CDzzjD4bf5NwD6RpBykqOu4fl49BsKdSXBpHmW/dUVDzPRH7q6ZdahHFbmbngtmWr4XeVXM5TaRGQy8xOl9ZFfXsy+VCXzFak3ZuZGxWAEdZw1KoWpTLwznPNJwR9BCCGkzHTMWzTXnHZDp5YkmDTPta+moglMhq0KgXRd044onbf4f8lUY/25FftbgpRYqAKmHxz1DeMi6eOd4XyBFHPxaJJhByPcEQB+PG58GOutun5M0bzF78fd1kSD2lpYLlzt9AMoZEBnnc8vm9t4j4mmQ6qKJJg0TjdfcMoWvvb2n34BnZksfHwyvJr7DEPxVTs1k3ehfZqS7nA39Arg1LNCVA/mvpJIuWoggaa6wkDwM+gTUMrMlDHwhQPK5FS97mw4u7Ja1dndrYuu83mSYPrPjCQYM6s1SXXChVdIRXhHkfGw2eXsYJMxfHsNj4GOjrYttnzouZ97/nfxRLzuR8dONsITAMabgYRBi0vdDYk8maPlnKknaSFdPJlbzPTVt44CWlCSohcknjw53z+hdCWIN4cvlQQTfpYkwSSyehNoIy5ffas/+JSACb0+XOAHEa82mVHmNhHMBkb8BneGbsQrSEeeTlDBSgGI88mInsd5RLCGDfAUBhMCAgT6l0b6q2D+ttS9+CUz0HlrKs5UQG7mxMjFGIKC0+33eR4y01+8dXyuiusBuqJnO0kwkmDiXUdJrc+zjivxBfJ+JEZxL8HEIXuTrciMBa1ZhbgWFv+Pzh9A2MJsmxTXCzK4XcSgYcZqRcE7pFleYpU//U+T8t3Jm5LHCYz8nfl/J/B0EfUyUZ3E3RbDtqPD/W/xWpfU0mVn1LEMoBJJMLGhTXgSY4uWNXoi8NNpx4zKLyhcHe4+IZ/pV8kMjGTsYKqdqzlzCCbsYhCEozN/quuhB1TYQKpew8Ckga4cBi//4Av/pCNeNu+8abbPZlfl4zq4n3+T3MHIHYzZNZSSelEDJDFesdd7fp3MY1KTq2KNgujWtikZaEYI1S9zuBf/Ldmq+F2V1+vQr+hrSSxCArO85I3wRyTZsyDlhUVA5AsiVVkW7kdiCpQUB7en2578caDwrZt5wkQbW6/TdT62695kaBVxPPqP11LQfexK1uibayqm6EyNXUk0+5WAxvrM4fWL/5ms/nJFzpBbgIM1ca2zyvcOdoYnGKETMf/LXt94aiL6iSPRxpppLo21Cwk0IR5z+kT6y+Q2RPjUXufZNZk6Gl7qqi7Cc4aN/0vAWgqok0vmL5TZJPsALwkmmSsxiqyWmopddKbl4TJsiGY6c0eezgfFYxgmUrS2rdWPCmnabQzaOpGQmWkafnq6YbDGoZOHz31SPKUnpQgfKIb2IhgRjQ/FnU+pu3G3pHSYY0IkwaRpQjec87txaqhDBJaKjDnjP456z7GxVBJWpBesmnYiVO1vxNhBmATHajM0fuevHO7GHZI11o0zp+0RDIU8RLRdVJkm5y1ZemWTHLkw0zRbXU+weSJmSPj8QZv0iBXmsXX61BMCin47EZL2IaUJgtR2Q9AVXa8uSdI9SJehnzYfoOhe48ZfDOUau3tRQr5fqQVl8KVLgknTHBhezqs/+ATAr6J1KY5QShgjMRE5zc/qo6TgKLOGbmkaWkZ0I+5eVvKqfSe532sbqEIi7gyBZ5uRI17+dFWdVjpnocdM/aFWRxJMGmfcW+18UCGcFukeplsVQSC6Sq7hmwJmN9c4b9AYFyQW4yWNAxzUrigILXiOY96TCXs0r6+euq8K/XYCDjJ76BS5pUpJnZQqn6dBhTQJnUuCSQKIZkV4p5cfpqjKK7EIpkse6QR+h4HRBIwbiGWrWf1yoF6AGC+ErPlnD7/3sVVmx7MpSNctBDotbH7tKIIG8vpnVr9sricJJs2z53M5A0jECTHNemZ1d4T1FsYfYgVT59lVZd7WQJVCyp/AvG1CY9ZCRznmxZdTKqF+srSRJJg0T1yziOEK+qMIiCRLChEQABPPdLgb6/r2sto1ZUQ+lP9TgHP6+hTFo5GRiaG+cYdkWmDH03821JUEk+ZZWnvBKVvktbeL7bs1zV0Pze4Y79lJmQL3orXtrsppnaRfoLByAIMjxrwxC5QCOqPE3fCA2fpDsZ4kmEGYdW91xQNEdPogdD1Uu+w04sowVLOXt7GAEo6adnfD8Fj1hvrvkmAGYQWIXYytrW0ZEY0ZhO5llwNFgKCrujJrWP2iewcqKtfbS4IZpBn2VTsvB9H1Q968f5DwT7Rbw2iasdRe33BgojKGUjtJMIM02yK/M7H+YEwz9EHST3YbHgECvCXQdpTpYs2tEEkwMXASnsq+6VPH2YDdWNWDsZ4+zcAuZPpdlXMB/QwMwZAKZjDKzDoUtKjKpOI5Cz/KTP0yTytJMH3mZNXsqrKi1sAlKmgqE7YnQGFmAndBJf6XSMWoAx0K4xMQnizxWm82G/KyKzbvsncJyp6ZtxykRtEQsFksBxfem7xUuEMBbUkwm2bZP2Pa8aSEbtSJdjFeG8zEhBWmLCQM+ykA0Aqm0LzSuiV3RVs4flfl2wzedygsrlwZo7h10UG3l7obLsqVMaVrHEOeYDaFUbgTjONB0dOhxpwUNvY5K8DqxSXK8JfJ7e7leOevmXolWL9OmtjFRDJjKhBEgkhcWur23J4xSmWRIkOaYIRzm0XRnwZjRFLnTBAN0ZetgVD56PlLvvhy1nHFozvzzgox/pH62C0EKijoOs51dghf36QOLR3CyGIB8gqAYAAcECYsg1MY3GoFTU3GvdvgjGDwex2yBCN2E8z61Ykm9jI1dQxxe3M/KbqXdHV2qkNZqqPHwXrIUbDuPtFQT/vuKwSXvYngJ8uMjzXjCxFsh/0Glp33hLrlWOjNPoRWfIzQsjeg/TTgcMWmh298FAotLdFHHtl3F2paiKxoIDAkCcbrci5WgBM3eyizcXmbGjCMe5rUrjbxFz//5OmwHXQkYO3vgaD7vWi94xroP4qAeplZ1O13RMHva6CO276fghwKob3uZgQ/ejflyuvAGmhKddm8RU+lvLMh0EGKl37mIeitrryGwCdsCuD8jaaHniCydOSx4hU3MAHQ5i9UoWCHppGVmMaD9clEJIyrRmba07LtiBOQf9IfQZbI7k3aF8vReue14AzcydCIUSia8X9Qt9sx8oIJBbHxhkugpZgkdfDnpWP23o1qa0OZt3qzT6MhRzAtM6sOJy2Y12nJ/yyemCFiate5po7Op1CFzspVAMZkymVt8VW3Qd0qRrSBUBCtt9citPLTjFuleUeVI7/qzJh6dT69AB2Nj8SsN7AKzLqmTpE7mIGh2N16yBFMcmAD/DXOh3TGKQTjSXvQChUUYtiN9RD/jlqY0fH4P9H53ycHTddIHRe6LoF14kEx9Qq++zra6m+NWW/AFRjrNWv+PvH+ARpwvzkoQBLMACbVP3PKAawpLwOUNwAxA2pKefko/ut9UIbZY8rpeGI+Op8XucMyqxRddB0sv4qd9SOw9GW0339HWpQnoteDhcHfjuhKhqewy5WPOneHuE+T8V/MT4EkGPNYha25sdq5V5Dw/mACWTT7Wlh22j3mDmZj7fnQfvphgCNOfvO831Qif2rs6BXt/7oPgf/9J/kKhJEojOsY+JpZ/4QUZRR0TADBz4wfFPAPUJQW0SykBV9UlaL3He5/f5UWxbKsk8H8LrIMqsjqeqsrFxFx5WANSFyOFlZfDGX4yKgqhD56B20P3A3e2DxYqvbrV3GUoeiym6GURTdF0r77Eq23XJEhl9TcZVIpCrFIWyLeITUGtxPTh4qiLCiuW3SP3Omk/AE1Y9ZxShURzovNLqeXgZKUdhRFuGWHnWH7zVRYd90bUCNfCwXf+C/an5gPbjX+AA9qEce6oouuhTJm64h6iCd2beWnaH+sHtziH1R9zXQuwjmIpBAAt4LwtqpYrxs2Z8ErZtrmYh25g0nSrHpdlfUEnp56q5fIClN+IdRf7QZ17NbgQAB5hx8LZdTofg0Cr72AjoUPgNs2Jmn08YuhEgeKzr0C6rb988cF3n0dvPZH8MYWaD98i9DK5V0HluwsRqaDYGfINeJB4z5nSBVJMEma7g1nV1arzHeA0WWnnwFFvCwVzboK6vid+pPMW6+g46F7B+XIoZQ4UDjzT1C375+DLiguch+6B8K4LpcKgToooOxdMn/hilwaV6yxSIKJhZDJ3/2uyie5y4AvowrlF6Dw7MsM8/u+JfTh22i97+a0+ispxSUonH1NWLudwGvPo/3hOdm8W4kx96QT8Q32Oo+woxoSJasJRsRu2aq1tGOw/UXWn37iWGuB5VtmWDJx1YijU6HrYljE/UyfEvrsQ+N+Q4/L16fvsjF3fKGiYSi+5K9QRo/rp0fni0vQ2fDwoOyo0jlnRAhpuj6rrH7xfensd7D6ymqC8bkqrmfGuNL6xj8OFoCiX5/L2QCGM9U+RwMaY34Bis67EpYJu/QTI+45xM5B++aL3r+pKtRtJ8Aybjso2+wAKiruMugj6gqD012YobduhP7zGmjffwV93U/QVq8CQsHNVcSFbuHsa437ob4l8MISdCx5FNzRPqAhDn5j6gA4SMAGJu7QdTJAElfuTGwjUop01tZayDJvWN2iqHGDBn8sydEg2wnmUQIdWeL2bDlYT4LfnDHZUWpzrEupV3Zy5hrCKK/wgqthCXMnI0im86nHoX37JWiYHdbd9oa6wy7GC494So6n6OvXIvTlZwh9/B70H78FCopQ8HtXWEfGwMvPoGPRg12hJbKsiNciBfCzjhW6Qq9B549Um77efu/iZ7NsKClTN6sJxu9yLmXG/jrjtLK5nodThlIUwSKhPRFOG4y+E+nTIJnz/wLxrN2viJ2I3xs3oUTVQ+x0dA1Q+58ejSfzh+eAtey60CWQrrP+MCnKw466hucTmYeh0iarCcZX7fwchB0HKwnWylnHlYzozPuJkDkvR6YWbl6+8URsxjzflLwEKgVef9F4Lcq252cGfCEou4x0L1qTwLCHXJOsJhi/y/kOA5PErGmEO4bXeS5M5ww21ThvUBiXp7PPZPVFZSNQePp5YV+XktVHJDniGNZ2383QvetT3VXy5YtLWi10yvC5Tz6RfOG5JzG7Caba+RQTjhfTQoAW0kO/S9fEs2vKCD/U9wBENkPN4PVi2f5XyD/FBXXr/gGeUq62phk+RR1P/juj3BZMj5voUUddw+9N1x/CFbObYFwVdzPo3O75I9DP7VrgyC3nPfVJqufUf075sRxSnkl1P6mQr249HgUnnwU1zItSKvoLK5MZoa9WoH3eP6A3Zd1OZoPD7UluHOe0AZ/ejrKaYDZMP3GGqlrqe0FGWMUh5dDSeYtSGh8yWxPYi8BUBWdeEDtAVZrWob5hHTbeegW4STzEZU1hnZXzymRu6pgTltUE01FduWMHsciy1ysei9jJ/JzXMWHCXc+kxG3Yf7bzNNZx/yYTh5ggZ0oFZeSWKLrgaoh/Z1LRfU1ovfUKw34mWwoBb9ndngP66ltbC8vhL0+2TJ7cfyQLlo/UP911gX51LfTBMqtIN75ZTTAvTZ6cv8+Ojle7L3p7gicsJsG42+72zE4GqN7p5YcpVuVPuo7JJPyNsgw5stpQfNU/oGwxNhlwJF2G9tUKIzB5FtnDaKRqh+iaZT8CHwHmnUDKKDDbjfgNYYybxZIRmUEhwjoQNWma/prFynfa5yxZmnRAM0Rgln0m/VFrqik/W2FlTkQ8GesJeKykuOQmuu1B096s66ord7SSfgQznagQDmSGsDYT3vhZWay7TUThrCszV/f2VrTe9zeEVmRP2mci6MwiIgwL2+b4sTUyTpAu8i8R83KLqj5RVKDeT7ctaIpfWGa2SACVzBoIV1UV+0uDqzdlCQivnJhIBe3EWMXE70PHtyqUzqDCm8PwM+sBYioj0HYKMJ6JxgBcnG3HoEizQ8LJ8PTzQKPHQi0dGTa9yWDMrIjxIi55A2+9gsCrzwGDmGhtMMbfs08RxgqAn4jvCUK9JxdsbbKeYMQEbahxXmdhXGnO5W6wl9Eg9i/+zg4fCeuOu8OyxyQjXILwLRLHJ+FflJYizg6dHdB8G6Ct+BjBd1413Apk6YGAOESB1oH5htK52Z2yNk2rKrXLR1ysXbDa+Q0BW6W2p+ySLrynleGjEPzwHbA/zK5btUDYw1j22g+WX+1uXP4KVwKjJItwui8jxLP05x8j+PF7CH36AXQRGzhCEKl856mGEV7w9RfBPRwmswv95GhLTEtLOoor6KGHfk6OxPRKyQmCEZCtPf3YPfLy85flypFmoMtARIwr/svtXdkGQkGIcAiBN17q+rAjFVseVOHcWDYC6jY7GIGqRJxfQ4bY5Zgo4pJW5JPWPv/YiEbH639G6MfvoK9ZFd0tQLUg79BjYD30aKhjtwG3taL1tquhrfraRK+5XoU26jrPHCx/u4GgmzMEI0DwucovBSs3Ze9V7C9TSfbSrjzN43cCqRaEVn+H4NJX+odUiDD7BafOhO3QY3r9Kj5+7cvPEHjnNYgA4BHj8oqYvuI4JTJFWqwgq9XwsI4awpl1cDDY9Qokdh0d7WBN63J0jFDEbkkc06x77w/LbhOhlPVOminuZdr/eXv09U1kZIS07rW/8W+y2RD471PGnU4uFQJpOvMjpfWe2OkXMmjgOUUwm0kGyl+zIXxC5HVARoAo694HAIqyuZpIBq+vW4PQR+8aRw199fdhdwUibkvJjfVA93GnT0cifSw3rYe2ZhVCy9+Hvna1cSTh9WvBup6y5SnuesQdkLrlVkYsXnWHnaGO2caIMxOu6L4NaJtzkxFCom8RxznhrGnZc39Ytt8R4hJ7c9E0tN51HUQwrWwqPT/GvveJxolVXAIzXrfXew7NlnHlHMEI4IUZP0LKwwwMz5aJ6KknOcow7Np7frkPCTMIvWkdQis+RuiDtxD6egW4RWQJ6FqWecc4kT8tjhhcgU6Evv8a+s+ru4JFff050NkJvdPIM9ZFOp3t4PZ2cEdb5B1JYRHIlg8RplN8CWIHJHYp4rgmdipK6XAjml3MNLc9euiZC8nY8YzfCdY994Nlx92gjOkfGa+7aXDZm2ir+1vmTL8ARIEGRicxNhLxWp1J3KvoTPQ9MX9tIbSHiC3M0BSiMtJpax1sWEUSYVsGxjLwUzu0A8a4l2SFf0VOEoyYEK6ttfhWfzAXwGkkHqmzqCgjt0Bx7V1Rk9n3HI4gheDb/+s6FoSCKLrwmrDZBOKGQNeM4NukhYynZO2nH41djziC9DpeqSpEfmnx8atlI0Eik4E4YlmtAA0M+uD7S9E+7zZYD5hs/BM2jk2YgRnxhu+9Me4hJ7sBQdyf6MusKpZ0tGuPDrXMAjlLMN0LZXlVVfFoe+ffSKEziClrLHALz/0zrHvsG996jxLcKT5BkWtzexva629FcPn7myuJ1CjFf741dn7sZClhQk7n00+go/FfJmomv4rIIMCEZ/J1/Cm/vqFPHNLk95fJEnOeYLrB56oqm79UGacgcKNGmEjM22T6i5M46uQdX5VRH67AUxw9xBGkuwj3A8PHKUZmyXR8CHqLH6E3X0K7CHAoLpnTWAjw6qD5joD9Wpo/35fGrjO2qyFDMD1ngC84ZYuNgdBOmhbYSVWVMSENY8BMuoKtVaZRBH1zfEeGInyavmYSmUFpKiXLPsTMkiCC4hhuXGZaDz7SeL4VkfkHu7S5b0HwvTd6EYzYcalbjBk01cSTuDhOBd96BSImcJoj5ekMnL5NPgAAIABJREFUPOQoKLiM7nh07aCBkIEdD0mCSWQe2OUq9NO6tWDDfSDtRby0KGO3NbI1qtvvCMVeFjVFbMoUZO7awbz/i3+e2MEUX3QtxOV0OovITBla+WnXRfeKjyEuvgejEPCF3e3pn0VuMJTJsD4lwZicEO//Td2GWngl8Iv/ksmmSa8m8hzZ9j8MlokHd116RslFnezOxUfcNvcfEN7Pm49IpSO6ckyHSVOb7P6FPOMY9MHbCL7xIkLixWvwyxcOSTBhZ0ESTBhYRDL7nv9ZxO4Qr1LNaz7YyNw79sxgr22yl8F20BHIO/w4UGmKXuU72qCtXWNY1RpHkTf+2zusAhFskw6ButPuRt4lEi9JJi1/48FPJIfreHoBQsvezKgEbTrjs7J6T/+EU/EMLkfrDmmC2Tjz2D1CWsEsZp4EsF0hGs6EQsNioUchw4SVhFt+xi4D4XdkeEsn6Ziir1uL4CfvIvT2qwit+lrEJOhKLxItCb24nxKGgYpivIBZ9jkQtokHJ8evSdPQfLkrvE/VIM+KJJjIEzCkCGb9uRX720JUoQOnks4jmcgqPgmOagM/yKvXZPfC+KzgjPNBhUUmW4Svpq3+HsFXnkXwg7ehN3sHlLdaGNop47ZD3lFTDOM4s/5MkQbQ/KcZYO+GAY0vFY0lwQxxgmmqmXKKCnWWzthzUw6jnCNW8ZydXzGAQPcd7YahXudznq5XmGQWVYVlwq6GdfFAshi03Xsjgh++nUzNkiJLEswQJRhfTeXRxHyDDuyTbda88a78grMuhG3/w+NtZtQX9yodT8xPue8O2fKQf/J02A7+NaCIjM3xlc6nF6Cj8ZH4GqWhtiSYIUgwPldlPZin54JntZlvpPjyvxmJ6uMtIkZLm/vW9OUnIkJ+5anIO6Yy7ruZ4DuvoW3u3+MdYsrrS4IZQgQjXAPGOkKfgXjIBJ8iVUXRlf8wYrnEU4T/Utu82+Jpkpy6ioq846Yhv/yUuOQJgml/tA7cujGudqmuLAlmiBDM2gtO2SKvvV0c0uP70lK9AlMs3zB0+7/rIGLImC2hLz5Bu/tWw6ZkUIpqQUHVGbAdcYLp7kNfLEf7/DsgcillVGF84aiXhnbh5iRnLjt5dlVZc2twGQPCx2hIFetu+6Cw+mIgv8DUuIVHdPv9d0L7rn+clYgChNvCFmON2C09jexEfRGeQUTAE69OwlbFrJm+CL9QJI52oyOHXeipj5E/6ebLMi4TJIHWldQ1bCmyDJiaABOVmKE0V087VmdenuokgibUSbhKzhCMz+X8BsC2CSORIQ1FEG4RNwUFRYjl9yRCKYiwCfmVp8E68SBTIxDBptofutfw2TFdrDYj+JVSOsIwthMxdXsXgnW/Q6GOGdeVIeC1500/b4s0tkVi92WSHDsWPoDQJ8tiPsezCNHv3QBBStGi6pnGIGpFZmI8UkJbuMjtjhwwx2RnIlNGU1lwkcLYnmza0Y67l4i1nZUlJwjGf7bzadZxXOQZEMuNNhK4k4E26LSSVF6vi3w2OvKIlN1EcCoCRFg0ReS4GQyjOusek5B30pkpdRoMffwuWufcZNrTmAqLjbsSESiq9e7rgWAgIszKlmORX/57w9DOCPYUzSivh5RC1yWmCTKur4zZ8Pru8DwM/ec1cTVNrDI3Q+F6+5bNV1Ltyx3xyhAW5P7qihtANAtAoVirpW7PwAyb4lUiyfWznmC8NZVTSecnwrwWtYrwgiHW7h1eEHoJdz2zEbW1CtXWhgxXgFphrVsL1NYaaTy73QN+vuCUkQWdHeW6xidD4YlgMn+xMYDJEfFoi86/yviQU1Z0Ha3/+AtCK5eb7qLg1HNgO+BwbLzpMuM5O1YRxx1x7BH2NJ1PPW6KZMTxqujcP8d1hxRLj56/i2RuIoB4GkuQGW/ZLMpNhXMWPRMrTazvvCnb6QHlMgV0KoDNhMLAA6Vuzxlp1DvpXWU1wXDt5Hzfj/ZPiWg7AxlhkquQX2f804GRVw5ku2oQzuwqR+fG0IgO8DSAzgF4bKqeva2TDkbBKa7esWWTPN3aV5+h9Y5rTadnFc6Lhef8GUqJHc0X9Yk1rShQiorBbW1gEdi7e7eiqCi+5k7DF6n19muiZzHouYuZdSVE9slUFBHxr+XKmakQHV2mWI+EIDOtZdKbANKI8TMr3ALm7QlKEcEIhSlSNvT6FpnQblXUA4rnLMyeVJdh0Mhqgmk+u7Ja09m9aRBMRAv0EF2aikux9dVT91WgeRQj42PyizpuOxSefRmUEVskX/gmie0P34vAq8+blm+ddAhEdgKRm6jl4jONuDTipUrcDRlZT/Pyjd+EAR0CAWg/fAP2e1F43pVG7Jr2x+oR+N9/TPVnPeRoFJ52jqm68VYKvPwM2h91x9tsUOsTcHuy8qoP5kCymmB8M5xvQMGBAOms06Wlcxel1ArL63I2EOBM1YTl/aYSeSec3PXBJjmwlXBUbDGcBb2m1RdxdvMqTwMxo6V2lnFPwhtboAt/IBH8W6QqUVQoxSVGYG/e2Axu9hkEI3yiOjz/QuczT5jqTx29VdduKYkhH8SFtkjT0nbfzeCOdlN6ZEIlBi//Cj/sN8n93oAvjAd7PFlLMO2uykM6oIugq8MthP2G1TV+mmowN9ZUXKyxcksqL4DVbcYbEfMNnx2Rlyga0YgPPBCAZevxUSPsC1zE8/HG2vPBbP4l1XbgESgQuwrVgs4lj6HjhcVGvqNoxbLznii6sNao0nb3XxH8+F1T0yKOVAVnXhDzslf//muEfvohYjiI7iwI7NuA0JcrEPzwLdMX2qYUTXElAjopoO5VMn/hLwF3UtxnKsVnLcH4XJX/BPgIVbWeMWzOgjjeXBOH03+28zTW8WDiEuJsKcglaoSIrh+N+xsRqiFCHiRRR1x0tt1xTVx5j0SM3cLz/2LkMRK7gdbba40dQaTS85gngoNvvPaCuGxW8k/8LfKm/C6ifPEs33J5tbFLiu4An7lhNaKuACPXC/3W4W5YEOdKydjqWUsw62dMqbCQZSdHfcPN6UK3K3B4sDNd/ZntR+x6imZdtSn7YvhWRp4g9y0xX3VEzF/xXK5utR0sB06G0icGcOCNFxF49Tlo33612b5EBLqyHTDZsMpVelgTi/SvIvlZ6PNPEHz/zU3EEHlU4ngYzX2Aveux8e9XGbmbcq0QIaRAnTWsbuF9uTS2rCWYVbOryubZFzTX1iKUzgnxVTs7Qcatf8YUYasi0oaIfErhisgVHXhxSZcnchTbFOt+h6Gg4g9dkfEiheHUtM0ZIcXxx7rr3rDudUBX3+JI17cIg7dAJ7jFj/bH/wmRryhSsR1+LAp+XxPxd8Mx8/47MjImzAAXQxugX+NwL86gTHEDHNGm5llLMMkZfvxSvK6K7wiUcb5Ow678hxHcKVGCsR16NPIFuRSXgNtbQQVFxo4j9O1KYGNLV8rXMVuDiocZF70idoxwlhQZGwt+V911VySyQfrWQ/v+G6Cw0LhLEo6YwrpXWAGL9LQdj9T1yqnUU99YBBNY+jLa598ZcxcW/6wOXgtmfAeLemHpnIWewdMidT1LgokTW6/LuZgYU3pbLcQpJAXVxcuNdffIdiTRjkjCDSD/d9VQCgoRWPYmOl9cggLnH4BAJ9oXPwp9zQ+GxsIIUAS1EoTR+ezCriMPEYovv8Ww3g3890kjZ7bYrYjndpHKhDs7DFIQNi62I08EQiG0Pz4PoY/f64dCrCNS4IXFaF9wfwrQS79Icbumgd0d0K/MljSwiaAkCSZO1H6eUXGmTaW5feP2xikm6dWFP1LesVMjHy8iXfIKgrjyH8aTc8dTC4wUIOIYZTv0GFj3PRSBl57qlaJEPKEbu5xmr5FW1iCekVtC3/BzL/8j4RgpCEYTXtsPzzHqiXQrIq2tIKjWv10OkXakZxHkJSLzRSrtD96NwOsvJh27tAoktBOwsCO/4OIthkAOJUkwca4ukV2gZfUHrXqX9WXGFHHJKp55I5VIz9QiK0HRrCsRePMlYwfSfUcjHC4LZ14O3bcBbXW3ACLgt3ix2m0iLHvuazz9ipcl4TQZzoUg3/kHWLb/VRdpff7xZrXERbBl5z0Q/N9zCH7yyy5GODsW1lwKyy57RRgCo+XS6dDjsOPJhMkhIp1Z/4ZBr1mI/1Zc17gilutAJuidLB0kwSSAZCZ6bscimEiGduIoI4I/db0M9Q7fYDv4KNgO+jVEIHBhNCc8t4V9Tv5vZxjkIXYgLcK2pmdMGSKDJIRMkV6k8+Vne3kziydvkaVS9zch8MKSzehbxu+MwnP+FNFVQuyQWq48Jw2e0eYXhEi4BvDzgLpeUbnrWwoBAdJ0hbiJ2PJTyKp/3/6zbeW4BQuazEvOnZqSYBKYS//ZlW+yzgck0DSpTcQFqtiBiKOMIALhzRyttD90DwKvvdCrCg0rQd5vphpHD33Nqt7NRfqR/Q4zZHOzH4F3/gdSLcir+L1hGyN2Mf7zTt58NFKGj4Jlj0mwjN/J2NV0vvIs0N7HGNWWB9vBR0I8YfcMGWE7ugIFJ0X26xP3PW31tyL09RdAKJhUHBMRJh7jtOLQViNue/LHRNoPlTY5TTAirgYtWJDU+Ioi9Yk1qDzN4PTmSe25IoWj4RZju+5J9pgIZeRoU+tVBJgSdiTo7BlJgJB3QhVCy96Atukyt68w6177w3aM0wjVoDf7Yd1lz66dBjP8F/zeuO9WthkPUU+8FonXpeCH70TcbQhbG/FSBf0Xq+KiC66Ocjzq0ki4IojL4YDI1fTVZ33GYQqCpFUiwnp7nWdk0gTmqKCcJhhvTcVy0pXPWafZyXCA9J9TfiyHFOFcMygxOsQ9heVXu8N22DGw7LpPQv5KwhpXGL/1LCLEgrhrEda3kQpZLLDsdQDyjpxikInYPYnSsehBBN74r7F7EkZ5wY/ejfsYI56zi875kxFky2wRgaSC775mZJkURzizsWfMyo9Zj+hRR13DAPLExOwhJyrkNsHMqHiFFDpUmNsz8ScqlL+XuBseiHfmfK7fjmfufJCIhWNl2jETxxHb0eWw7j5pwDFTQh+9i9b7egecEi4Gwks6VlAmcbdSOOP/IKLuCeM58aJkPEM/eA9C7y+N6uekjN5q83N3X/yLzr4Mlr0TP3EKvcUltdg5JT2nU/jFogUYk0bVe/qG9ot3aeV8/bR/LOlEtPm8aTvpAW0ZACNY7SYPlRbS8Ymm4sVgKPjvLec99Uk4nbyu8iMIdCRBcTF4RAznl5QMSzgO5h1dYeR7hvCwTlIRgaA6Fj/aS5plj30hfI+EM6G4PxHE0V2ULcYY5CYubsUuJ/DS0wiu+MiwuxEXwTTMbljoCvsZYTMjXpeMIuL4jh5nROgT3sx9d06iipHytubSqH5UpoYtLIbbNhq+Uh3PLoQm7mpSVJi51UHqBHIvSkeYvBSNIj1ic5pgBIS+GVPvhaKHiTZEOog7wdgIQgcx/cRgYevuAKMYCorAnD8YOxaht23yccg78bdQhtmTvhLEXUZr3S2GjUp3EbsYZew2XfGAReJ6cZEqUr+K+C/in7wCI25u5/+ehfbF8q4jiaJA3Wpb2A4/ziAITWSEFCEbOtuNS2FBKsY/Lf6wsXFFiIfiy26KHgNH1w0bG2FrY7aITAltd14H7fuvzDZJoB79qEGr11l9dGR9Q+rYLAHNMqlJzhOMANtf7XyLCftlEvDRdDE+vCtuheIYbkplcVwRuw4RjFs8NZOioHDmZSK8X8T24uNrnXMzuKl3ChBx/FHH7wx1q20MghELRG/xIfTZR1GPUCLkpyAbGrklFFsetJ/XQPvx264sA2GKEZ5h+mwjmHjEImLqvvsaAq88C8vuk4zMlWR3RB1Xt6zg0pcNv6VUFyLy6zrucATtt9H8+cLNW5YeCAwJgjFIxlX5NoP3zYbZF8+8hbOviRjzZPMYgkHj6Vhcsmore4fDKTrvCuOjjFa07782QjAI+5a0FlVF3rGxE6+Fvv4cbXdfvznRmkiZYt3vcNgO/03MVCfBj95B2z03pG1YDG4lpr866j03pq3TLOhoyBCMmAuvq/JxAke2Rc+QCRNPwMOuvcfIQdSvhIIILX/fMIwLrvg4YpR/dfxOKL7o2vAezj2EiheY9kfq+hFUyqCw5aHwFBesBx4RI5gWo/XWKxAKF3+GCOp2E4wdjWXSoVCKh/VTd7DSzCrET5TUNWb8GkvZ/PYRPKQIZhPJnK+AaxlIS7aARCdSXKDmlf++K7KdSFD/3Vddz7Lvvg72N4E1LabovONOgjDZj1XEDqZz8aPofPmZWFUH9Ls4RhXOutJUilvxKiQMA4UxX+RCgM0G6577Iu+wY6FO2Nk4PolXpdZb/gzdCEyV/sKMeaX1nhnp7znzehxyBCOmYMM5vxunhDquI9A0gMNsEzJjoshR1vUxMne97Gxsjsveg/ILUXD6uTHDUHYxmGY4NYoYutrqVXHbskRDTMSrsey2D/KdpxovVbGKIIbWmy6NL0VsYZERaFwdNRrBT5bFFXs4lj7x/i5eKxVSrrLXLbo+3ra5Vn9IEkz3JHZUV+7YAVQz9JMUhUYzs22wXo1StbCUMeNQOP0i4wLWTDFiwHz0LjpfftrYCfR8rjbTvmcdI6XshF2R9xsnLDvsYgpa0Z/IYaR9k+0PM+QHbBMd7n+n8ikr3ilJe/0hTTA90RbGdITgaWD91zp4PAh2gAoEQCLTY88i8oSSTiEd8CuEZhC/qTPtRcy7ZVqcGKG3OG4VTL/IMJAzXUIhhL74BMEP3ja8oY3XJuFBvcmrOqwcRQHZ8qE4ygyzf+v+h0HddoLpLkWsmLa5f+8VHsJ848yrSYTb7XWe2ZmnWfo0kgQTA+vujI+9/jKjf5LztRecskV+e8eng+qjFGUs6g47G9H+xfNwIkXf2GLEgBGBqwLPeXrvbIgMXyXbxIOgbLlVwkZzHYseQud/FiWiXka2IcBnd3sy+q4v1cBJgkkiws2uyn/q4DOTKDKpooRlsMgeKSxzEy0iJ1L73L/3et1RykagcPa1xv1HQoUZHU89jsDTT0TfISUkfGCNRDBuaGpFMC+0QdFpAjTaQxUuI0yTGMIQM3Ih5g4VdGDxEHYpkAQzsPW3ubV3+jQnVO0R2uSWkCSxSRcjfIJEDF3LTnskJpvZSGwvLoS7i/DsLppda3hSx11CQbS6bzHufdLusBhz98oigfk9dnfjeT2ripTFG9fYt1dZ2TUI3MjM24dLKSwiOlhAFw1zN9wZNy450kASTBImsuXMqsM1a/BpAHFcciSh4wRFCEvh/BNONtwREiki/UnwvTd6EYwIjyl8juIp4nlc3LmEPu3t3R2PjFTWJcKn9jrPrrH68LkqrgfTuSA4+tel+x3uhrNiycjV3yXBDHBmxR2Nr7ryJyKO/f46wL6S3Vz4EBX8dnrkFCUROkwGwYhL49a7ru8KtZCBhYH2kBo8dOScp/pHJw+j7+ozpuxUaFMfAbB3r58JbzrqPAdl4BDTopIkmAHALOLz+te8vwpM5j3xBtBfKpoK58b8k6d3+QSZjEQxIILp7EDn843oeHZRRCvkVIwzLpksoFCusbsXdeXAjaP4a5zLmbFLdxMGf1zqbkzwPBpHxxlaVRLMACamuaZigc500gBEZExTdevxhtWvEXQ7BtEkRDDMhs+UCFBlGAxmcGHi/zlG730k1dYmlNSvyVWxRgFtKQzuSNcfdcxdPGQDU0mCSXChN1eXn8UK1TGTJUERmdfMYjUM8kT6VmEgR7bwT9rxEkzo0/fR+dIzEP8Wti6ZXnTQoWXuhtcS1bO5pmIKs+JhZmKi20vdDRclKivb20mCSWAGfzrtmFEFBYVvM7BNAs0zvolhgbv9jrAdcgwsO+0OEUN3c9H1rlefvq9IF11rGNhtPhqI+LlfrUDwnVcREqb7UcJxZhogoY7QViMeHFgwb191xWdMNJbBl5S5G+sybYzp0kcSTAJIN9U4b1AYlyfQNOuaWHbY2chaYJ14EKBajNi97Y/VQ/v8l2BVIvVJ0fl/MWLBoMXf5e392vMGwWRjUYl3HVbX2Dv+RZwD2TDjxJNIUY8KFhRePRQSrEWCRxJMnAtHVPe5nD8DyLpXowSG+ksTIlh32Qs0ZmuEROzbHgnQRDQ7EX5B5KwWcVhEytlsLgz916XuxS8NdAzvuiYWTnK/FzmS+kA7yIL2kmDinKT1M6ZUWEhtCGdY1VcUM4OIvtKgPwRN/9GiWu5joCscvywZiwAzXVta33B1xiqYRYpJgolzsryuig8JFPvZkbCeVP20klH7vND9GiGsfUnVHhf+h3F2K6unEQEGLSh1N5ycxi5ztitJMHFM7eNVVbajS4NtFH0XEmTiRq1duzDcRaHPVVEDpjtBmZXbOg4Ycr4qM3/aTvrhY9xL1uf8YFM8QEkwcQDsnzHteFa0pyI2YfisFuXUojmLItcRoTtrpswiXb1Vkkwc4KezKnNHPpQ982W2gAGjLgkmDgi91RUPENHpEZqs6ywo2N3si4G3puJMYnKL1EBxqCCrpgkBq6qcGOsPRZpUyepuJMGYnL6XJk/O32eCYxkTdu7bhEArS8bsuUu8lp9NNRVTiMlDEE67smQWAvyYw914SmbplH3aSIIxOWfrTz9xrKXAshLclSVyc2H47GP3GhkvuXS3b5059YRQSHuCiaLGFjGppqwWBQGRK86ku5XINfzDcz7L+JMXLNiUplJCmwgCkmBMoibi93YSf8I9XoBEQKFgsbbDiNsGaPXpqngMoN+aVEVWSwABnXmFoijzwXwFgP55TvrIJBH2XMUfy+Z4Hk6gO9lkEwKSYEwuhTU1FbvkM33U/YIkHNlYw41l8zx/NikiYjW/y3kVg6+J4+/rQLscUu0J1AE1dETJnCVvN9dUPsrMpp6gCfSO3d2QNRlBM3FSJcGYnJWWmopddCaxgzEwY8ZaR71njPhLZ1JExGpeV/lCgjJ1oHJk+/AIEBAMWvnQEfc0vvXzjBOPzyNLA5syEyBdYa26pH7xPyW2iSEgCcYkbk2uykMU8KuiuliwOvTfJMOcXMjzVVeuAvFWJlWR1RJCgL+y1zXuKJq21FQ26OByM2IY+MExZq/tEr1jM9NHLteRBGNydtdXT93XQvrbxu4F8JS6PZUmm8as5nc5OxjIi1lRVhgYAsSXOOoabxUpaoDOj8yGOCXQU3Z3w4kD63xotpYEY3LefedN2Y6C6hesQ1ct1mOGzVnwismmUautP7Nif9VKS+VEJAPNGDKIfujMz58kbJWMo5JieUrcpZkpIsfRSl51xVB3XjSDVc86cl2bRGy1a8qIQiifgeh9e5P1RErS86W/2vk0ExKLvm1Sd1ntFwRCpF81om6xkdLV63I2AHCa/QgIeFdRrRcn64/LUJgXs9gOBSyijlG43o/HuNc0VmpG1C96JxmAiGRteW0d4v4lHudHDURqpqX4SAYe8cowQlLG2UhkCiip8+zefTnvq3b+B8AxpgUR2sH0WGdB/uWjVoe8yfpDE+cwsqZ6vPOTNQNLhaK+s6fe67hv0TnJku2bUV4HRXGZlcc6/0/Lw6VqgKpBdBaBh/L8faFrykWKhXcD801mMQRoY1ANTO6ZLWCTC8hpcfEVg5nIq1n148XrlPn+h1bNobxA455pnl1VRrctaIq7YZgGPPv0sf7W5s/MGH2J5gS02N2eEvG/V846rmREp+0NAsXM2ZMMXTNJhnjBg4Lp9vs8D3Xr1VQ99RyV+C4Gm3G5YJ1wU1ldb/slf820CdD1B5mwH2LIIWC9DvKQLXSD4+4l32QSPpmmiySYQZoR3wznG1BwoMnudQvUi4vdC28T9cXHwKwvBfiXILgmBWV7NWa8U1rv6Wf8JjzUFVZvMxXQi/EfR73n2L5YcC0srWun7dIWDE3MU/lY6MpoFnZOCph0tIGUd1gLvNoRCHy85UPPiaiGssRAQBLMICwRf43zdtZxvpmoeGKCdKaG0vqGzYZ4XpfzQgIMshlqRQfeKnN7Dgg37g0zyq9WFSVmLiNm/ra0vnG7oYbdYIxXEkyaUfe5yi8FKzeAzIXOZOJPS+saex2FfDXOl8CYnGbVM6M7xvq2oHbomPlLwkYU97rK3yMo+8RQtsWx6biZGYPKXS0kwaRxbrtiwGCeWZ8jBi93uBv36OuO4Kup9IHZnkbVM6YrIgQ1aH8sq1vyaDilxMucrb19dbQQGCIt7GqvddSuCxZszJiB5agikmDSNLFNMyrOVRW6q9uXKVq34txPzLc46hv/1Ldey5lVh2vW0PNAXE/bv4gh/glQ2qAo20DTBi0A+aYn5vdVlecVWwIP+Tvz/w7wDDPToev6nLK5iyO+5vmqK24iosuiGNG1/ui1bikJxgzaA6sjCWZg+MVs3UUIwblE2EHEI4lZGF8obLm0ZO4TjeHq+l0VdzPTOWbub/q1JzwPzpu5Lq953Ui2DLcE1AkBcDmRchwxbx9Tt+RWCKpacJ9h854yEix9c8Zkx3Cb/RXdREB1hfiJkrrGqmjq+GoqmsBUGq4Og1tXe22SYJI7n2GlSYJJEciGvwsFriNGJYOjBpMiGBYtG0H00Dpr+58m3PVMxOTNflfl2wzeNwG1P7B7rftHMgzz11R+yczjzculDmZ9vUIkDP9CDP6ZGMOZMcEM+RFIhxo62D5nydLuPr3Tyw8jVRH5iKI+N0d6Seqpu7+64mEm+oMkGPMzmoqakmCSiCrXTs73rhlWqUKdBcZuOjAsMsDCTosCDP5GD1EDOZS60r8v+i6WOj6XU0S6Hx6rXs/fmbnVQVuMIrc7YhKwlprKqRqzSKkS89hEQKem8//5Q/5/bTf/ZV+vD9tV+SSDT4iln9jMKeB77O7G83q3d4qn5gujtWfgy1K3Z0K0Oi0zqw7XtOBzQP/sDXIHE2t2kve7JJjkYQlvtVMchf7YM5A3idAxxoUKX7olAAANg0lEQVQDg6B0MrgFTJ+oBM/6gPfBvh9oLHV8NRVBMJkPFM4kDNNOcNQ1PB9DttLkqvhUAf0qlg4A1rVsVA8e98jClX3rbtqFmHIEZejLSt2LJ/aV4XM5OxDFu5yIvrbXNcTcbXmrK74monDP0fIOxsQkJ6OKJJhkoNhHBtfWWoCXDRJ4+WVg3ciRetWCBSHx/wcSoGrDOb8bZ9E6v2U2ZbHapRXjz456z41mhrkp04GJ4EoUZPClpW7P7X3lil1c8+pSb6xj4aZ2vi+xamxfD+VmV+WTevRdkLBqdsTC0uuq/AeBZ4cZe/uP8hXJzJIYcB1JMAOGMH0CjJg0ir4UbDYLAa8PQt1jpHvRGjNa/lzt3MtGEDFvYjtfRiAurqqy+UuDywHsEKtPBjc78gLjqM+dkxEaI6B+FenFzWg3Zu/hsYJA+VyVVQA/1vdOhwFfqdsT9gI4ls7y9/gQkAQTH16DWru5uvwsHcpcM5eohqKbAiyZVZpdU0a0wPJfHbx7rDYMuq3U3XBRvx0MoPiqna8Q4ZBYMojIX9Jk2YrC2KP4XBVrANoyvAzy28fsOSI2wfx2PHPn60TYoqccYlpnr28YFUs/+fvAEZAEM3AM0yZBeHND12ea7NBnDzi2o/nze13CxmrrdVU+TuCoT8BdMmiRw90wLZw8b7VTpMadFWtx6aAfS8fsuW04ovDVlNdBV1zhwyiYIxihm7+m8jVmPrinnuGso2PhIn9PDIFYayAxqbJV0hEw7jZ+dCwyG5yKGHfb6z2z4lWk2VX5Nx18Sax2RPS6va4h7C7FSLFL2pMxd1oRnA5F377pJx4Ji+VZcP/Mlwz4HW5PWaw7GCGn2VVxnw6q6UUwOh4ones5I9YY5e8DR0ASzMAxTIsErqoqbh4efJx1E9HvGGx3eyxE8Wc82HDOSQepodDrMQfFvNRR3xjWG9wgB9Uinogj27MY79T0J0ddw82R+vK7KjdwOI9xhs9Rb+4OpaWm/GyNlTk9+tAYdFGpu+HOmGOUFQaMgCSYAUOYHgFxEQzxT466xtGJaGY4Y0KJ+NF3y4wWCNsgGMXyfLQdDBF3lIz2l1Lty+JJOmzxu5yfM2BkAuhZiPGdvd6zrZnxeWsqpxLzwh51faoWPLTbgtiMDFkncQQkwSSOXVpbxkUwujLHMTexyHt+l1P4S/Uyfgs7UF3/u2Pu4ovD/dYyo+JcTaG7owHEzC+V1jf+OlodX43zP2Ac068O0beOugZT4RZEat5ASH+yO2UsEX1qr2sYcoG60rpYe3QmCWawkI+z35cmT87fZ4KJOxgGqwrvNqyu8dM4uzCq+6qdz4Lwm+htKaizdn5Z/eL7wtXzupzzCDgrogzmDg3WI4fXP/FGtH68Lud8gmG42HsHo9BS+30NpoJ1NdVUTFFY8XRHqWPGXaX1nvMTwUa2iR8BSTDxYzYoLRhQmmucDzDj1GgKiJCSdrfHloiS3ulTt4Gqv0hAVCtZJrR3gCeNDkNiQk+fy/kuAXtH1IGowVH3SwCtSPUiGcoRcLvd7QlnQNdPlCAYFbSIGRaRQjYY1CePuF/G0E1kfSTSRhJMIqgNUpsN1eVnWUiZGz3kA3/lcDfGNHILNwRhyGcl/TkGHFGHSPytoy58RDix09p7R4eIW1wQTobwi7Io2M/MDqvFVXm+xnxHn6fqgAJylbgbHjAzDcYORqcGEeCLQZ84vJaJMhOAGeSSU0cSTHJwTIsUw4EvFHwp6uXpALIQrp8xpUJVFI/w7o66SyLcYa/zhHVIFIHRm1uD68ORoJCqEE0bVtewyAxgG2umnRJi7V+9ov0Tey2KZXLxnIUiM2PM0nVEInHJa2Vgdjj3hphCZIWEEZAEkzB06W+4zjV1tAX6DxGjtRF0Vafrh9U3XJ2Idr6ZFX+GRn+N3pY7Nbb+OtL9yaYn6hfC717wpcNn3dXsDqLNVVnVyfxv6sF4IvmZ3e0xHa6iaweDx0Gk2wsKtqc7Hl2bCDayTWIISIJJDLdBa+WrdoYixfMVYRTaiPcJdzdiRmFfdeUiEEfNua0wPVhS39Dv4rVbfkt15TUa8V/C9MehIB8Yz/2H3zX19zpr/6LuJyBjK6NcY3cvihnYu7t/r6v8CAWKB4zX7PWemGEkzOAk65hHQBKMeawyoqa32tlKhMJwyhi+PXUNpixcw7X3VlcsJ6JdIg1UXCAHoGwTyXlSWBv71zgWg3F0TxnGBoRwn72uwaybg9F8o8t5YYhxW/eJjcCdihaaFI8Ny+ozpuxUYFWXBDo7pm3x4LOmjlUZMdE5ooQkmCybSH+1862u5GD9C4O9pe7GhHIltc48YWJIsz7DwMjIkND9DndDxOdnkUyuubX5HQZ6Gfkx82rH2L23ieWc2Ldff03lHGY+u/u/M/MLpfWNvcgr1vSxy1Xow7rrwzlmxmorfx84ApJgBo5hWiX4qitvYeKLw02cyLtsr/MkZETWXFMxRWcSoQ3C7o4AxEz1sSn+sAh52VM91oPaH8ruD58FIBp4gmDAXNN9YdwGbeQY9xIR0S+u0nzetJ1K7l4YNs1JXIJk5bgRkAQTN2SD28BwJFS1xnBOgARebnc37paIhk2uihsVUL8sBkKWET9X4TN6pmsN10dTzZRTFFYf6fUb4UVHneeoRHTyuSoXAmwknCOmpfZ6c8Z1ifQl26QGAUkwqcE1pVJ9LqeI3bt1304GYgbf5Kp4VAH9LpziDFpc6m6oiDUo7wznhaT8knGSmAKKxXLMsDkLTIXQ7CtfGOyBMREKQvZOx8h4Q0/E0lf+nnoEJMGkHuOk9+CtrniAiE5PJsF4Z1S8Qgod1lemuD8prW8ca2YQfpfzKgau7a7LjFdL6z39ZJqRJep4q53fEmFrnaiuLM4LYrN9yHqpRUASTGrxTYl0cRRRoT4ozN97djCQHYzX5VxJfcJcEiEETa2wz134tJmB+F3ltQylywZH+AwoXF5S17jETNu+dWprYblwdcUKHQjdOaZxt9paGDGNZckuBCTBZNd8dX27IjZMWeiDvnmMkk4wwLslbs/+ZgI7Cb16Eox40g5a+dAR9yTm9+OdXr43qzS9I6DfHSkPdRZO3ZBTWRJMlk553/sOMYyBEIyvpmINuHcMXJ2030fKAR0ONq/LeSFh8x1MW1ANHjZyzlPvZSnEUu0kICAJJgkgDoYI4TZghbYCoJLu/gdEMNVOL+gXJ0ci+qmk0LIr3bZAOC6aKsKXyUKqx3ikJvaGLDgu0R2MqQ5lpYxHQBJMxk9RZAU3JXqbPlCC4VpY/KsrNvQkKx1cV+Zu3GzkZgYmkS6XueNDIipixlodlqmxYr6YkSvrZC8CkmCyd+7QMv2E3TTV+mF37FtifGav90Q09Y80VEEwzaud63qGadBBh5a5G16LFx5fjfMlMCYD/JPG1mmSYOJFMLfqS4LJ8vn0VVfcBKLLxDCY6OtSEylV+w65L8GI16MSHmWPlss6Emwbzq6sVnV2E7A2xHIHk+XLa8DqS4IZMISDL8BXU9EEplKR1L3U3Vgcr0aCYHyrnU0EDNvU9gOH2xM5Il2UDozMjo7QRoa+0maxnV40Z4G85I13QnKoviSYHJjM9TXlV1qgXENMbSXuBrvZZ+WeQ/e7nKs3OynGkc86HHyGIaBCEwqVvItsc/69NAcglkNIEAFJMAkCl2nN/NWVb4L0kSVFtv3iefnpHofP5VyGTXF0lYC6c8n8xJ0DRdgG32rHPQVMN+fXN3yRaVhJfdKHgCSY9GGd0p42nPO7cdA6XMFQ8N9bznvqk3g787nKF4KVqUSkl9Q1WBNJ2tazTxEmIZE7nHj1lvUzGwFJMJk9P3FrJyz0EzsilV/NUC8GeL3D7TGVcyhu5WSDIYeAJJghN+XhB7z+3Ir9rUHlLjA0GRZBLopkISAJJllI5oCc5urys3SoOzvqGy7JgeHIIWQAApJgMmASpAoSgVxFQBJMrs6sHJdEIAMQkASTAZMgVZAI5CoCkmBydWbluCQCGYCAJJgMmASpgkQgVxGQBJOrMyvHJRHIAAQkwWTAJEgVJAK5ioAkmFydWTkuiUAGICAJJgMmQaogEchVBCTB5OrMynFJBDIAAUkwGTAJUgWJQK4iIAkmV2dWjksikAEISILJgEmQKkgEchUBSTC5OrNyXBKBDEBAEkwGTIJUQSKQqwhIgsnVmZXjkghkAAKSYDJgEqQKEoFcRUASTK7OrByXRCADEJAEkwGTIFWQCOQqApJgcnVm5bgkAhmAgCSYDJgEqYJEIFcRkASTqzMrxyURyAAEJMFkwCRIFSQCuYqAJJhcnVk5LolABiAgCSYDJkGqIBHIVQQkweTqzMpxSQQyAAFJMBkwCVIFiUCuIiAJJldnVo5LIpABCEiCyYBJkCpIBHIVAUkwuTqzclwSgQxAQBJMBkyCVEEikKsISILJ1ZmV45IIZAACkmAyYBKkChKBXEVAEkyuzqwcl0QgAxCQBJMBkyBVkAjkKgKSYHJ1ZuW4JAIZgIAkmAyYBKmCRCBXEZAEk6szK8clEcgABCTBZMAkSBUkArmKgCSYXJ1ZOS6JQAYgIAkmAyZBqiARyFUEJMHk6szKcUkEMgABSTAZMAlSBYlAriLw/yQkS8FADfW/AAAAAElFTkSuQmCC"/>
          <p:cNvSpPr>
            <a:spLocks noChangeAspect="1" noChangeArrowheads="1"/>
          </p:cNvSpPr>
          <p:nvPr/>
        </p:nvSpPr>
        <p:spPr bwMode="auto">
          <a:xfrm>
            <a:off x="307975" y="-166688"/>
            <a:ext cx="666750" cy="676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" name="TextBox 1"/>
          <p:cNvSpPr txBox="1"/>
          <p:nvPr/>
        </p:nvSpPr>
        <p:spPr>
          <a:xfrm>
            <a:off x="451032" y="775780"/>
            <a:ext cx="839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API Gateway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그리고 </a:t>
            </a:r>
            <a:r>
              <a:rPr lang="en-US" altLang="ko-KR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Zuul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032" y="1742855"/>
            <a:ext cx="4358215" cy="24221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22325" y="4630488"/>
            <a:ext cx="8187278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500" dirty="0">
                <a:latin typeface="+mj-ea"/>
                <a:ea typeface="+mj-ea"/>
              </a:rPr>
              <a:t>점진적으로 </a:t>
            </a:r>
            <a:r>
              <a:rPr lang="ko-KR" altLang="en-US" sz="1500" dirty="0" err="1">
                <a:latin typeface="+mj-ea"/>
                <a:ea typeface="+mj-ea"/>
              </a:rPr>
              <a:t>레거시</a:t>
            </a:r>
            <a:r>
              <a:rPr lang="ko-KR" altLang="en-US" sz="1500" dirty="0">
                <a:latin typeface="+mj-ea"/>
                <a:ea typeface="+mj-ea"/>
              </a:rPr>
              <a:t> 시스템을 신규 시스템으로 교체</a:t>
            </a:r>
            <a:endParaRPr lang="en-US" altLang="ko-KR" sz="1500" dirty="0">
              <a:latin typeface="+mj-ea"/>
              <a:ea typeface="+mj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500" dirty="0">
              <a:latin typeface="+mj-ea"/>
              <a:ea typeface="+mj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500" dirty="0">
                <a:latin typeface="+mj-ea"/>
                <a:ea typeface="+mj-ea"/>
              </a:rPr>
              <a:t>트래픽 일부만 새로운 서비스로 라우팅</a:t>
            </a:r>
            <a:endParaRPr lang="en-US" altLang="ko-KR" sz="1500" dirty="0">
              <a:latin typeface="+mj-ea"/>
              <a:ea typeface="+mj-ea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5008" y="2129826"/>
            <a:ext cx="4654194" cy="1648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61920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1BEF1B6D-EDD0-46B0-8C4B-4503BA8E5168}"/>
              </a:ext>
            </a:extLst>
          </p:cNvPr>
          <p:cNvSpPr txBox="1">
            <a:spLocks/>
          </p:cNvSpPr>
          <p:nvPr/>
        </p:nvSpPr>
        <p:spPr>
          <a:xfrm>
            <a:off x="294114" y="264068"/>
            <a:ext cx="7444968" cy="42862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400" b="1" kern="1200" baseline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</a:lstStyle>
          <a:p>
            <a:r>
              <a:rPr lang="en-US" altLang="ko-KR" sz="2000" dirty="0">
                <a:solidFill>
                  <a:prstClr val="black"/>
                </a:solidFill>
                <a:latin typeface="+mj-lt"/>
                <a:ea typeface="+mn-ea"/>
                <a:cs typeface="Arial" charset="0"/>
              </a:rPr>
              <a:t>4. </a:t>
            </a:r>
            <a:r>
              <a:rPr lang="en-US" altLang="ko-KR" sz="2000" dirty="0">
                <a:solidFill>
                  <a:prstClr val="black"/>
                </a:solidFill>
                <a:cs typeface="Arial" charset="0"/>
              </a:rPr>
              <a:t>Netflix OSS</a:t>
            </a:r>
            <a:endParaRPr lang="ko-KR" altLang="en-US" sz="2200" dirty="0"/>
          </a:p>
        </p:txBody>
      </p:sp>
      <p:sp>
        <p:nvSpPr>
          <p:cNvPr id="9" name="AutoShape 2" descr="data:image/png;base64,iVBORw0KGgoAAAANSUhEUgAAARgAAAEcCAYAAAAcH6uaAAAAAXNSR0IArs4c6QAAAp50RVh0bXhmaWxlACUzQ214R3JhcGhNb2RlbCUzRSUzQ3Jvb3QlM0UlM0NteENlbGwlMjBpZCUzRCUyMjAlMjIlMkYlM0UlM0NteENlbGwlMjBpZCUzRCUyMjElMjIlMjBwYXJlbnQlM0QlMjIwJTIyJTJGJTNFJTNDbXhDZWxsJTIwaWQlM0QlMjIyJTIyJTIwdmFsdWUlM0QlMjIlMjIlMjBzdHlsZSUzRCUyMnZlcnRpY2FsTGFiZWxQb3NpdGlvbiUzRGJvdHRvbSUzQnNrZXRjaCUzRDAlM0JodG1sJTNEMSUzQmZpbGxDb2xvciUzRCUyM0YwNjY1MCUzQnN0cm9rZUNvbG9yJTNEJTIzZmZmZmZmJTNCdmVydGljYWxBbGlnbiUzRHRvcCUzQmFsaWduJTNEY2VudGVyJTNCcG9pbnRzJTNEJTVCJTVEJTNCcG9pbnRlckV2ZW50cyUzRDElM0JzaGFwZSUzRG14Z3JhcGguY2lzY29fc2FmZS5jb21wb3NpdGVJY29uJTNCYmdJY29uJTNEdGhyZWF0MSUzQnJlc0ljb24lM0RteGdyYXBoLmNpc2NvX3NhZmUudGhyZWF0LnRocmVhdF9hNiUzQiUyMiUyMHZlcnRleCUzRCUyMjElMjIlMjBwYXJlbnQlM0QlMjIxJTIyJTNFJTNDbXhHZW9tZXRyeSUyMHglM0QlMjItMjAwMCUyMiUyMHklM0QlMjI5NjAlMjIlMjB3aWR0aCUzRCUyMjQ5JTIyJTIwaGVpZ2h0JTNEJTIyNTAlMjIlMjBhcyUzRCUyMmdlb21ldHJ5JTIyJTJGJTNFJTNDJTJGbXhDZWxsJTNFJTNDJTJGcm9vdCUzRSUzQyUyRm14R3JhcGhNb2RlbCUzRV5Rg9QAACAASURBVHhe7V0HeFvV2X6/eyV5xpKdAUkIK4SyV8JeoYyyYssJpqUFCiSWCRAg/IxSoJhRRqFlEywnJYwCJSSWE1YZBcoKK8xAIOxAQkhiSXa8JN37/c+5joOHxpUsyZJ8zvPw0KJzvvOd95z7+oxvEGSRCEgEJAIpQoBSJFeKlQhIBCQCkAQjF4F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0BWI+CvmTbBXrdwZVYPIoeVlwSTw5M7FIbmrXYucRQWzKA7Hl07FMabbWOUBJNtMyb17YWA1+X8UgW/MMzdeA4BuoQnsxCQBJNZ8yG1iQMBBhS/q/J7AHbW9fNL5zbeH0dzWTUNCEiCSQPIsovUIMC1tRbv6g++V4DRAFY53J6tU9OTlJooApJgEkVOtht0BPoQDBNwtd3tuW7QFZMKbEZAEkwGLwaeXVW2trltTLFitbAeDMFi0UPFamsglNfR5l/TuW3ryDZasCCQwUNIqWp9CAYErLa7PWNT2qkUHhcCkmDigis9ldk1ZYSflcdBdETYHhkaEdoAtDDjEyLlgRL3oscy+ZKzqaZiSlld45JkIhiGYKCDLih1N9yZzH6krMQRkASTOHYpb+mrdl7OoNkgHhltohgQf70Z4BaF8Jwe0u5zzHvyxZQrGKMDrqoqbi4NPaYz78bES8vcjb9Lpk59CaZLNv3ocDdslcx+pKzEEZAEkzh2aWkpjkn+1sBFAF0KwGqmUyKEWMeHrGgPlNYtuctMm2TW4dqq4ubV2sU69IsIGEZApwqUF7s9zyW1H0DxVVesIqIxm+Uy0BbUdh4zf8mKZPYlZSWGgCSYxHBLe6ufZ5x4vFWx1BEQz19ncfG50gblmgL3okfSobR3evneiqo8qQNjeiyu7x1uzzap6N/nqvQBbO8pm5kfLK1v/GMq+pMy40NAEkx8eA1qba6dnO9f43gSjCPjUUTsaHQdzzrcngqi1Bmjbag+6SALaS8yOL+Hfkyk/MVet+j6eHQ2W9frcoYIUHsRDNDiCDi2pvnzfWblyHqpQUASTGpwTalU34zyW6GQODbFNX/ilaXE7RmXistg/4xpx7OiLwFY6Tl4AnW0IjRujHvJ+mSDIi7Dfayu64cCA2TRDrTPWbI02X1KefEhENcCjU+0rJ1KBHznnngkBy3PEdDrg47VJzO3QlFOL61rWBSrrtnffTWVR4PxFMD974gIbzrqPAeZlRVPveYZJ1WwGvKwuOXuW5huddQ3XBKPPFk3+QhIgkk+pmmT6KuuuAlElyXQYTtZ9Kn2exc/m0DbXk2WV1UVj3EE1xKhMKws4kscdY23DrSfcO391c6nmHB8WNnMSx31jQemol8p0zwCkmDMY5VxNZmhNJ9d/ijrysninTqeQqCm5iLLhHG3LWiKp13fur5q5/MgHBVOBgP+IGPyqHrPBwPpI6xsl6vQj59/AjAsPLHRD/k6jsyvb/gi2X1LeeYRiHNZmhcsa6YPAb+rci2DR8Xbo868uqy+MWHLV5+rsopZ/zdR+LsgJvqktK5h93j1MlO/ZfoJu2mq9eModYMBTS8fNW/guzQz+sg64RGQBJMDK8M/c8oBrFle73vBamZoBHrK7m440UzdnnW4qsrmLw2KQE8RHQwZ8JS6PZXxyjZT31ddeQuIL45al/FnR73nRjPyZJ3UICAJJjW4pl2qv6ZyDjOfnUDHDGvoaMc98Vn++qZPnQFVrx+MD3yda+poK+kfgTEiWv8EvdbuXnxNApjIJklCQBJMkoAcbDHrZ5841tpq+ZiB0nh10RmflY717UO1L3eYbet3OZcysH+0+opCrpL7GqKTkNkOe9Tzzaj4MxT6a6ymBNxtd3tmxaonf08dApJgUodtTMnGC0yJNrx03qLvYlY2UcHvct7GwIUmqvarwrpycencRX8307bJVXmISvrzzNTToK5XU7GwdOKzSuuSGwRqVVVVWbEjuIwIMS2DFeInSuoaq8yMSdZJDQKSYFKDa0yprTOrJgb14F0WRm2yfHS806duQ4r+AQiOmAr0qUDM35T4bDuZCf9g5v5D2KZYFJo2LIn2NkJls7sXY3iMFxz1nqPjxSKe+sLYj1JgRBiPDplcVxLMIM2O/2zn06zjaCsrBxXVL3onWWp4q8s9REpFAvJ0C6mnFtctfDRWW2+181UiHBKjXiAU5MNG3N/4Vix5Zn8XrhLe1Y6vN0Wwi92M8Zyj3vOb2BUTr7HR5bywCMq/yb1oTeJScrelJJhBmNuWmVWHa6Gg8Cy2tfisw8ctGJgtSs8h+Fy/HQ90fpnIsBhYUur2lMdq66upWAOmLaPVI6A1xJZjhtc/8UYseWZ/97oq/wHos8mk0Q+DFpS6G042Kz+Rel6Xcz4zWsrq5V1POPwkwSSyqgbYxldT+QqYDwOYHe7GuEz9Y3Vt3FGUBlcRIljWRhVATXZ3g4g9EzE6f+v08r2DqvIqgKKoohiBkI0PG3FPcnYwIv8RWF/BfXydoumggG4pcTeIMBcpKz5XxRqAfmrxWo9M5h+KlCmcZsGSYNIM+PrTTxxrybd8BSBPEIw34C/bbv7LSfP6FUGY/D++/yqIDoh3aATSFMLJ0e5NmlwVNRbQnTpgi7GDYY24IhlR7N51TSwcz1t/S8Qj4xlTiPSrRtQtTokXt9CDzzjD4bf5NwD6RpBykqOu4fl49BsKdSXBpHmW/dUVDzPRH7q6ZdahHFbmbngtmWr4XeVXM5TaRGQy8xOl9ZFfXsy+VCXzFak3ZuZGxWAEdZw1KoWpTLwznPNJwR9BCCGkzHTMWzTXnHZDp5YkmDTPta+moglMhq0KgXRd044onbf4f8lUY/25FftbgpRYqAKmHxz1DeMi6eOd4XyBFHPxaJJhByPcEQB+PG58GOutun5M0bzF78fd1kSD2lpYLlzt9AMoZEBnnc8vm9t4j4mmQ6qKJJg0TjdfcMoWvvb2n34BnZksfHwyvJr7DEPxVTs1k3ehfZqS7nA39Arg1LNCVA/mvpJIuWoggaa6wkDwM+gTUMrMlDHwhQPK5FS97mw4u7Ja1dndrYuu83mSYPrPjCQYM6s1SXXChVdIRXhHkfGw2eXsYJMxfHsNj4GOjrYttnzouZ97/nfxRLzuR8dONsITAMabgYRBi0vdDYk8maPlnKknaSFdPJlbzPTVt44CWlCSohcknjw53z+hdCWIN4cvlQQTfpYkwSSyehNoIy5ffas/+JSACb0+XOAHEa82mVHmNhHMBkb8BneGbsQrSEeeTlDBSgGI88mInsd5RLCGDfAUBhMCAgT6l0b6q2D+ttS9+CUz0HlrKs5UQG7mxMjFGIKC0+33eR4y01+8dXyuiusBuqJnO0kwkmDiXUdJrc+zjivxBfJ+JEZxL8HEIXuTrciMBa1ZhbgWFv+Pzh9A2MJsmxTXCzK4XcSgYcZqRcE7pFleYpU//U+T8t3Jm5LHCYz8nfl/J/B0EfUyUZ3E3RbDtqPD/W/xWpfU0mVn1LEMoBJJMLGhTXgSY4uWNXoi8NNpx4zKLyhcHe4+IZ/pV8kMjGTsYKqdqzlzCCbsYhCEozN/quuhB1TYQKpew8Ckga4cBi//4Av/pCNeNu+8abbPZlfl4zq4n3+T3MHIHYzZNZSSelEDJDFesdd7fp3MY1KTq2KNgujWtikZaEYI1S9zuBf/Ldmq+F2V1+vQr+hrSSxCArO85I3wRyTZsyDlhUVA5AsiVVkW7kdiCpQUB7en2578caDwrZt5wkQbW6/TdT62695kaBVxPPqP11LQfexK1uibayqm6EyNXUk0+5WAxvrM4fWL/5ms/nJFzpBbgIM1ca2zyvcOdoYnGKETMf/LXt94aiL6iSPRxpppLo21Cwk0IR5z+kT6y+Q2RPjUXufZNZk6Gl7qqi7Cc4aN/0vAWgqok0vmL5TZJPsALwkmmSsxiqyWmopddKbl4TJsiGY6c0eezgfFYxgmUrS2rdWPCmnabQzaOpGQmWkafnq6YbDGoZOHz31SPKUnpQgfKIb2IhgRjQ/FnU+pu3G3pHSYY0IkwaRpQjec87txaqhDBJaKjDnjP456z7GxVBJWpBesmnYiVO1vxNhBmATHajM0fuevHO7GHZI11o0zp+0RDIU8RLRdVJkm5y1ZemWTHLkw0zRbXU+weSJmSPj8QZv0iBXmsXX61BMCin47EZL2IaUJgtR2Q9AVXa8uSdI9SJehnzYfoOhe48ZfDOUau3tRQr5fqQVl8KVLgknTHBhezqs/+ATAr6J1KY5QShgjMRE5zc/qo6TgKLOGbmkaWkZ0I+5eVvKqfSe532sbqEIi7gyBZ5uRI17+dFWdVjpnocdM/aFWRxJMGmfcW+18UCGcFukeplsVQSC6Sq7hmwJmN9c4b9AYFyQW4yWNAxzUrigILXiOY96TCXs0r6+euq8K/XYCDjJ76BS5pUpJnZQqn6dBhTQJnUuCSQKIZkV4p5cfpqjKK7EIpkse6QR+h4HRBIwbiGWrWf1yoF6AGC+ErPlnD7/3sVVmx7MpSNctBDotbH7tKIIG8vpnVr9sricJJs2z53M5A0jECTHNemZ1d4T1FsYfYgVT59lVZd7WQJVCyp/AvG1CY9ZCRznmxZdTKqF+srSRJJg0T1yziOEK+qMIiCRLChEQABPPdLgb6/r2sto1ZUQ+lP9TgHP6+hTFo5GRiaG+cYdkWmDH03821JUEk+ZZWnvBKVvktbeL7bs1zV0Pze4Y79lJmQL3orXtrsppnaRfoLByAIMjxrwxC5QCOqPE3fCA2fpDsZ4kmEGYdW91xQNEdPogdD1Uu+w04sowVLOXt7GAEo6adnfD8Fj1hvrvkmAGYQWIXYytrW0ZEY0ZhO5llwNFgKCrujJrWP2iewcqKtfbS4IZpBn2VTsvB9H1Q968f5DwT7Rbw2iasdRe33BgojKGUjtJMIM02yK/M7H+YEwz9EHST3YbHgECvCXQdpTpYs2tEEkwMXASnsq+6VPH2YDdWNWDsZ4+zcAuZPpdlXMB/QwMwZAKZjDKzDoUtKjKpOI5Cz/KTP0yTytJMH3mZNXsqrKi1sAlKmgqE7YnQGFmAndBJf6XSMWoAx0K4xMQnizxWm82G/KyKzbvsncJyp6ZtxykRtEQsFksBxfem7xUuEMBbUkwm2bZP2Pa8aSEbtSJdjFeG8zEhBWmLCQM+ykA0Aqm0LzSuiV3RVs4flfl2wzedygsrlwZo7h10UG3l7obLsqVMaVrHEOeYDaFUbgTjONB0dOhxpwUNvY5K8DqxSXK8JfJ7e7leOevmXolWL9OmtjFRDJjKhBEgkhcWur23J4xSmWRIkOaYIRzm0XRnwZjRFLnTBAN0ZetgVD56PlLvvhy1nHFozvzzgox/pH62C0EKijoOs51dghf36QOLR3CyGIB8gqAYAAcECYsg1MY3GoFTU3GvdvgjGDwex2yBCN2E8z61Ykm9jI1dQxxe3M/KbqXdHV2qkNZqqPHwXrIUbDuPtFQT/vuKwSXvYngJ8uMjzXjCxFsh/0Glp33hLrlWOjNPoRWfIzQsjeg/TTgcMWmh298FAotLdFHHtl3F2paiKxoIDAkCcbrci5WgBM3eyizcXmbGjCMe5rUrjbxFz//5OmwHXQkYO3vgaD7vWi94xroP4qAeplZ1O13RMHva6CO276fghwKob3uZgQ/ejflyuvAGmhKddm8RU+lvLMh0EGKl37mIeitrryGwCdsCuD8jaaHniCydOSx4hU3MAHQ5i9UoWCHppGVmMaD9clEJIyrRmba07LtiBOQf9IfQZbI7k3aF8vReue14AzcydCIUSia8X9Qt9sx8oIJBbHxhkugpZgkdfDnpWP23o1qa0OZt3qzT6MhRzAtM6sOJy2Y12nJ/yyemCFiate5po7Op1CFzspVAMZkymVt8VW3Qd0qRrSBUBCtt9citPLTjFuleUeVI7/qzJh6dT69AB2Nj8SsN7AKzLqmTpE7mIGh2N16yBFMcmAD/DXOh3TGKQTjSXvQChUUYtiN9RD/jlqY0fH4P9H53ycHTddIHRe6LoF14kEx9Qq++zra6m+NWW/AFRjrNWv+PvH+ARpwvzkoQBLMACbVP3PKAawpLwOUNwAxA2pKefko/ut9UIbZY8rpeGI+Op8XucMyqxRddB0sv4qd9SOw9GW0339HWpQnoteDhcHfjuhKhqewy5WPOneHuE+T8V/MT4EkGPNYha25sdq5V5Dw/mACWTT7Wlh22j3mDmZj7fnQfvphgCNOfvO831Qif2rs6BXt/7oPgf/9J/kKhJEojOsY+JpZ/4QUZRR0TADBz4wfFPAPUJQW0SykBV9UlaL3He5/f5UWxbKsk8H8LrIMqsjqeqsrFxFx5WANSFyOFlZfDGX4yKgqhD56B20P3A3e2DxYqvbrV3GUoeiym6GURTdF0r77Eq23XJEhl9TcZVIpCrFIWyLeITUGtxPTh4qiLCiuW3SP3Omk/AE1Y9ZxShURzovNLqeXgZKUdhRFuGWHnWH7zVRYd90bUCNfCwXf+C/an5gPbjX+AA9qEce6oouuhTJm64h6iCd2beWnaH+sHtziH1R9zXQuwjmIpBAAt4LwtqpYrxs2Z8ErZtrmYh25g0nSrHpdlfUEnp56q5fIClN+IdRf7QZ17NbgQAB5hx8LZdTofg0Cr72AjoUPgNs2Jmn08YuhEgeKzr0C6rb988cF3n0dvPZH8MYWaD98i9DK5V0HluwsRqaDYGfINeJB4z5nSBVJMEma7g1nV1arzHeA0WWnnwFFvCwVzboK6vid+pPMW6+g46F7B+XIoZQ4UDjzT1C375+DLiguch+6B8K4LpcKgToooOxdMn/hilwaV6yxSIKJhZDJ3/2uyie5y4AvowrlF6Dw7MsM8/u+JfTh22i97+a0+ispxSUonH1NWLudwGvPo/3hOdm8W4kx96QT8Q32Oo+woxoSJasJRsRu2aq1tGOw/UXWn37iWGuB5VtmWDJx1YijU6HrYljE/UyfEvrsQ+N+Q4/L16fvsjF3fKGiYSi+5K9QRo/rp0fni0vQ2fDwoOyo0jlnRAhpuj6rrH7xfensd7D6ymqC8bkqrmfGuNL6xj8OFoCiX5/L2QCGM9U+RwMaY34Bis67EpYJu/QTI+45xM5B++aL3r+pKtRtJ8Aybjso2+wAKiruMugj6gqD012YobduhP7zGmjffwV93U/QVq8CQsHNVcSFbuHsa437ob4l8MISdCx5FNzRPqAhDn5j6gA4SMAGJu7QdTJAElfuTGwjUop01tZayDJvWN2iqHGDBn8sydEg2wnmUQIdWeL2bDlYT4LfnDHZUWpzrEupV3Zy5hrCKK/wgqthCXMnI0im86nHoX37JWiYHdbd9oa6wy7GC494So6n6OvXIvTlZwh9/B70H78FCopQ8HtXWEfGwMvPoGPRg12hJbKsiNciBfCzjhW6Qq9B549Um77efu/iZ7NsKClTN6sJxu9yLmXG/jrjtLK5nodThlIUwSKhPRFOG4y+E+nTIJnz/wLxrN2viJ2I3xs3oUTVQ+x0dA1Q+58ejSfzh+eAtey60CWQrrP+MCnKw466hucTmYeh0iarCcZX7fwchB0HKwnWylnHlYzozPuJkDkvR6YWbl6+8URsxjzflLwEKgVef9F4Lcq252cGfCEou4x0L1qTwLCHXJOsJhi/y/kOA5PErGmEO4bXeS5M5ww21ThvUBiXp7PPZPVFZSNQePp5YV+XktVHJDniGNZ2383QvetT3VXy5YtLWi10yvC5Tz6RfOG5JzG7Caba+RQTjhfTQoAW0kO/S9fEs2vKCD/U9wBENkPN4PVi2f5XyD/FBXXr/gGeUq62phk+RR1P/juj3BZMj5voUUddw+9N1x/CFbObYFwVdzPo3O75I9DP7VrgyC3nPfVJqufUf075sRxSnkl1P6mQr249HgUnnwU1zItSKvoLK5MZoa9WoH3eP6A3Zd1OZoPD7UluHOe0AZ/ejrKaYDZMP3GGqlrqe0FGWMUh5dDSeYtSGh8yWxPYi8BUBWdeEDtAVZrWob5hHTbeegW4STzEZU1hnZXzymRu6pgTltUE01FduWMHsciy1ysei9jJ/JzXMWHCXc+kxG3Yf7bzNNZx/yYTh5ggZ0oFZeSWKLrgaoh/Z1LRfU1ovfUKw34mWwoBb9ndngP66ltbC8vhL0+2TJ7cfyQLlo/UP911gX51LfTBMqtIN75ZTTAvTZ6cv8+Ojle7L3p7gicsJsG42+72zE4GqN7p5YcpVuVPuo7JJPyNsgw5stpQfNU/oGwxNhlwJF2G9tUKIzB5FtnDaKRqh+iaZT8CHwHmnUDKKDDbjfgNYYybxZIRmUEhwjoQNWma/prFynfa5yxZmnRAM0Rgln0m/VFrqik/W2FlTkQ8GesJeKykuOQmuu1B096s66ord7SSfgQznagQDmSGsDYT3vhZWay7TUThrCszV/f2VrTe9zeEVmRP2mci6MwiIgwL2+b4sTUyTpAu8i8R83KLqj5RVKDeT7ctaIpfWGa2SACVzBoIV1UV+0uDqzdlCQivnJhIBe3EWMXE70PHtyqUzqDCm8PwM+sBYioj0HYKMJ6JxgBcnG3HoEizQ8LJ8PTzQKPHQi0dGTa9yWDMrIjxIi55A2+9gsCrzwGDmGhtMMbfs08RxgqAn4jvCUK9JxdsbbKeYMQEbahxXmdhXGnO5W6wl9Hg9U+KApSNgHXH3WHZY5IRLkH4Fonjk/AvSksRZ4fODmi+DdBWfIzgO68abgWy9EBAHKJA68B8Q+nc7E5Zm6ZVldrlIy7WLljt/IaArVLbU3ZJF97TyvBRCH74DtgfZtetWiDsYSx77QfLr3Y3Ln+FK4FRkkU43ZcR4ln6848R/Pg9hD79ALqIDRwhiFS+81TDCC/4+ovgHg6T2YV+crQlpqUlHcUV9NBDPydHYnql5ATBCMjWnn7sHnn5+cty5Ugz0GUgIsYV/+X2rmwDoSBEOITAGy91fdiRii0PqnBuLBsBdZsdjEBVIs6vIUPsckwUcUkr8klrn39sRKPj9T8j9ON30Nesiu4WoFqQd+gxsB56NNSx24DbWtF629XQVn1totdcr0IbdZ1nDpa/3UDQzRmCESD4XOWXgpWbsvcq9pepJHtpV57m8TuBVAtCq79DcOkr/UMqRJj9glNnwnboMb1+FR+/9uVnCLzzGkQA8IhxeUVMX3FtKTJFWqwgq9XwsI4awpl1cDDY9Qokdh0d7WBN63J0jFDEbkkc06x77w/LbhOhlPVOminuZdr/eXv09U1kZIS07rW/8W+y2RD471PGnU4uFQJpOvMjpfWe2OkXMmjgOUUwm0kGyl+zIXxC5HVARoAo694HAOLeZFMRyeD1dWsQ+uhd46ihr/4+7K5AxG0pubEe6D7u9OlIpI/lpvXQ1qxCaPn70NeuNo4kvH4tWNdTtjzFXQ8NHwl1y62MWLzqDjtDHbONEWcmXNF9G9A25yYjhETfIo5zwlnTsuf+sGy/I8Ql9uaiaWi96zqIYFrZVHp+jH3vE40Tq7gEZrxur/ccmi3jyjmCEcALM36ElIcZGJ4tE9FTT3KUYdi19/xyHxJmEHrTOoRWfIzQB28h9PUKcIvIEtC1LPOOcSJ/WhwxuAKdCH3/NfSfV3cFi/r6c6CzE3qnkWesi3Q628Ht7eCOtsg7ksIikC0fIkyn+BLEDkjsUsRxTexUlNLhRjS7mGlue/TQMxeSseMZvxOse+4Hy467QRnTPzJed9PgsjfRVve3zJl+AYgCDYxOYmwk4rU6k7hX0Znoe2L+2kJoDxFbmKEpRGWk09Y62LCKJMK2DIxl4Kd2aAeMcS/JCv+KnCQYMSFcW2vxrf5gLoDTSDxSZ1FRRm6B4tq7oiaz7zkcQQrBt//XdSwIBVF04TVhswnEDYGuGcG3SQsZT8naTz8aux5xBOl1vFJViPzS4uNXy0aCRCYDccSyWgEaGPTB95eifd5tsB4w2fgnbBybMAMz4g3fe2PcQ052A4K4P9GXWVUs6WjXHh1qmQVylmC6F8ryqqri0fbOv5FCZxBT1ljgFp77Z1j32De+9R4luFN8giLX5vY2tNffiuDy9zdXEqlRiv98a+z82MlSwoSczqefQEfjv0zUTH4VkUGACc/k6/hTfn1Dnzikye8vkyXmPMF0g89VVTZ/qTJOQeBGjTCRmLfJ9BcncdTJO74qoz5cgac4eogjSHcR7geGj1OMzJLp+BD0Fj9Cb76EdhHgUFwyp7EQ4NVB8x0B+7U0f74vjV1nbFdDhmB6zgBfcMoWGwOhnTQtsJOqKmNCGsaAmXQFW6tMowj65viODEX4NH3NJDKD0lRKln2ImSVBBMUx3LjMtB58pPF8KyLzD3Zpc9+C4Htv9CIYseNStxgzaKqJJ3FxnAq+9QpETOA0R8rTSv9fwAAAIABJREFUGXjIUVBwGd3x6NpBAyEDOx6SBJPIPLDLVeindWvBhvtA2ot4aVHGbmtka1S33xGKvSxqitiUKcjctYN5/xf/PLGDKb7oWojL6XQWkZkytPLTrovuFR9DXHwPRiHgC7vb0z+L3GAok2F9SoIxOSHe/5u6DbXwSuAX/yWTTZNeTeQ5su1/GCwTD+669IySizrZnYuPuG3uPyC8nzcfkUpHdOWYDpOmNtn9C3nGMeiDtxF840WExIvX4JcvHJJgws6CJJgwsIhk9j3/s4jdIV6lmtd8sJG5d+yZwV7bZC+D7aAjkHf4caDSFL3Kd7RBW7vGsKo1jiJv/Ld3WAUi2CYdAnWn3Y28SyRekkxa/saDn0gO1/H0AoSWvZlRCdp0xmdl9Z7+CafiGVyO1h3SBLNx5rF7hLSCWcw8CWC7QjScCYWGxUKPQoYJKwm3/IxdBsLvyPCWTtIxRV+3FsFP3kXo7VcRWvW1iEnQlV4kWhJ6cT8lDAMVxXgBs+xzIGwTD06OX5OmoflyV3ifqkGeFUkwkSdgSBHM+nMr9reFqEIHTiWdRzKRVXwSHNUGfpBXr8nuhfFZwRnngwqLTLYIX01b/T2CrzyL4AdvQ2/2DihvtTC0U8Zth7yjphjGcWb9mSINoPlPM8DeDQMaXyoaS4IZ4gTTVDPlFBXqLJ2x56YcRjlHrOI5O79iAIHuO9oNQ73O5zxdrzDJLKoKy4RdDevigWQxaLv3RgQ/fDuZmiVFliSYIUowvprKo4n5Bh3YJ9useeNd+QVnXQjb/ofH28yoL+5VOp6Yn3LfHbLlIf/k6bAd/GtAERmb4yudTy9AR+Mj8TVKQ21JMEOQYHyuynowT88Fz2oz30jx5X8zEtXHW0SMljb3renLT0SE/MpTkXdMZdx3M8F3XkPb3L/HO8SU15cEM4QIRrgGjHWEPgPxkAk+RaqKoiv/YcRyiacI/6W2ebfF0yQ5dRUVecdNQ375KXHJEwTT/mgduHVjXO1SXVkSzBAhmLUXnLJFXnu7OKTH96WlegWmWL5h6PZ/10HEkDFbQl98gnb3rYZNyaAU1YKCqjNgO+IE092HvliO9vl3QORSyqjC+MJRLw3tws1Jzlx28uyqsubW4DIGhI/RkCrW3fZBYfXFQH6BqXELj+j2+++E9l3/OCsRBQi3hS3GGrFbehrZifoiPIOIgCdenYStilkzfRF+oUgc7UZHDrvQUx8jf9LNl2VcJkgCrSupa9hSZBkwNQEmKjFDaa6edqzOvDzVSQRNqJNwlZwhGJ/L+Q2AbRNGIkMaiiDcIm4KCooQy+9JhFIQYRPyK0+DdeJBpkYggk21P3Sv4bNjulhtRvArpXSEYWwnYur2LgTrfodCHTOuK0PAa8+bft4WaWyLxO7LJDl2LHwAoU+WxXyOZxGi37sBgpSiRdUzjUHUiszEeKSEtnCR2x05YI7JzkSmjKay4CKFsT3ZtKMddy8RazsrS04QjP9s59Os47jIMyCWG20kcCcDbdBpJam8Xhf5bHTkESm7ieBUBIiwaIrIcTMYRnXWPSYh76QzU+o0GPr4XbTOucm0pzEVFht3JSJQVOvd1wPBQESYlS3HIr/894ahnRHsKZpRXg8pha5LTBNkXF8Zs+H13eF5GPrPa+JqmlhlbobC9fYtm6+k2pc74pUhLMj91RU3gGgWgEKxVkvdnoEZNsWrRJLrZz3BeGsqp5LOT4R5LWoV4QVDrN07vCD0Eu56ZiNqaxWqrQ0ZrgC1wlq3FqitNdJ4drsH/HzBKSMLOjvKdY1PhsITwWT+YmMAkyPi0Radf5XxIaes6Dpa//EXhFYuN91FwannwHbA4dh402XGc3asIo474tgj7Gk6n3rcFMmI41XRuX+O6w4plh49fxfJ3EQA8TSWIDPeslmUmwrnLHomVppY33lTttMDymUK6FQAmwmFgQdK3Z4z0qh30rvKaoLh2sn5vh/tnxLRdgYywiRXIb/O+KcDI68cyHbVIJzZVY7OjaERHeBpAJ0D8NhUPXtbJx2MglNcvWPLJnm6ta8+Q+sd15pOzyqcFwvP+TOUEjuaL+oTa1pRoBQVg9vawCKwd/duRVFRfM2dhi9S6+3XRM9i0HMXM+tKiOyTqSgi4l/LlTNTITq6TLEeCUFmWsukNwGkEeNnVrgFzNsTlCKCEQpTpGzo9S0yod2qqAcUz1mYPakuw6CR1QTTfHZltaaze9MgmIgW6CG6NBWXYuurp+6rQPMoRsbH5Bd13HYoPPsyKCO2SL7wTRLbH74XgVefNy3fOukQiOwEIjdRy8VnGnFpxEuVuBsysp7m5Ru/CQM6BALQfvgG7Pei8Lwrjdg17Y/VI/C//5jqz3rI0Sg87RxTdeOtFHj5GbQ/6o632aDWJ+D2ZOVVH8yBZDXB+GY434CCAwHSWadLS+cuSqkVltflbCDAmaoJy/tNJfJOOLnrg01yYCvhqNhiOAt6Tasv4uzmVZ4GYkZL7SzjnoQ3tkAX/kAi+LdIVaKoUIpLjMDevLEZ3OwzCEb4RHV4/oXOZ54w1Z86equu3VISQz6IC22RpqXtvpvBHe2m9MiESgxe/hV+2G+S+70BXxgP9niylmDaXZWHdEAXQVeHWwj7Datr/DTVYG6sqbhYY+WWVF4Aq9uMNyLmGz47Ii9RNKIRH3ggAMvW46NG2Be4iOfjjbXng9n8S6rtwCNQIHYVqgWdSx5DxwuLjXxH0Ypl5z1RdGGtUaXt7r8i+PG7pqZFHKkKzrwg5mWv/v3XCP30Q8RwEN1ZENi3AaEvVyD44VumL7RNKZriSgR0UkDdq2T+wl8C7qS4z1SKz1qC8bkq/wnwEapqPWPYnAVxvLkmDqf/bOdprOPBxCXE2VKQS9QIEV0/Gvc3IlRDhDxIoo646Gy745q48h6JGLuF5//FyGMkdgOtt9caO4JIpecxTwQH33jtBXHZrOSf+FvkTfldRPniWb7l8mpjlxTdAT5zw2pEXQFGrhf6rcPdsCDOlZKx1bOWYNbPmFJhIctOjvqGm9OFblfg8GBnuvoz24/Y9RTNumpT9sXwrYw8Qe5bYr7qiJi/4rlc3Wo7WA6cDKVPDODAGy8i8Opz0L79arN9iQh0ZTtgsmGVq/SwJhbpX0Xys9DnnyD4/pubiCHyqMTxMJr7AHvXY+PfrzJyN+VaIUJIgTprWN3C+3JpbFlLMKtmV5XNsy9orq1FKJ0T4qt2doKMW/+MKcJWRaQNEfmUwhWRKzrw4pIuT+QotinW/Q5DQcUfuiLjRQrDqWmbM0KK4491171h3euArr7Fka5vEQZvgU5wix/tj/8TIl9RpGI7/FgU/L4m4u+GY+b9d2RkTJgBLoY2QL/G4V6cQZniBjiiTc2zlmCSM/z4pXhdFd8RKON8nYZd+Q8juFOiBGM79GjkC3IpLgG3t4IKiowdR+jblcDGlq6Ur2O2BhUPMy56RewY4SwpMjYW/K66665IZIP0rYf2/TdAYaFxlyQcMYV1r7ACFulpOx6p65VTqae+sQgmsPRltM+/M+YuLP5ZHbwWzPgOFvXC0jkLPYOnRep6lgQTJ7Zel3MxMab0tlqIU0gKqouXG+vuke1Ioh2RhBtA/u+qoRQUIrDsTXS+uAQFzj8AgU60L34U+pofDI2FEaAIaiUIo/PZhV1HHiIUX36LYb0b+O+TRs5ssVsRz+0ilQl3dhikIGxcbEeeCIRCaH98HkIfv9cPhVhHpMALi9G+4P4UoJd+keJ2TQO7O6BfmS1pYBNBSRJMnKj9PKPiTJtKc/vG7Y1TTNKrC3+kvGOnRj5eRLrkFQRx5T+MJ+eOpxYYKUDEMcp26DGw7nsoAi891StFiXhCN3Y5zV4jraxBPCO3hL7h517+R8IxUhCMJry2H55j1BPpVkRaW0FQrX+7HCLtSM8iyEtE5otU2h+8G4HXX0w6dmkVSGgnYGFHfsHFWwyBHEqSYOJcXSK7QMvqD1r1LuvLjCniklU880YqkZ6pRVaCollXIvDmS8YOpPuORjhcFs68HLpvA9rqbgFEwG/xYrXbRFj23Nd4+hUvS8JpMpwLQb7zD7Bs/6su0vr8481qiYtgy857IPi/5xD85JddjHB2LKy5FJZd9oowBEbLpdOhx2HHkwmTQ0Q6s/4Ng16zEP+tuK5xRSzXgUzQO1k6SIJJAMlM9NyORTCRDO3EUUYEf+p6GeodvsF28FGwHfRriEDgwmhOeG4L+5z8384wyEPsQFqEbU3PmDJEBkkImSK9SOfLz/byZhZP3iJLpe5vQuCFJZvRt4zfGYXn/Cmiq4TYIbVceU4aPKPNLwiRcA3g5wF1vaJy17cUAgKk6QpxE7Hlp5BV/779Z9vKcQsWNJmXnDs1JcEkMJf+syvfZJ0PSKBpUpuIC1SxAxFHGUEEwps5Wml/6B4EXnuhVxUaVoK830w1jh76mlW9m4v0I/sdZsjmZj8C7/wPpFqQV/F7wzZG7GL85528+WikDB8Fyx6TYBm/k7Gr6XzlWaC9jzGqLQ+2g4+EeMLuGTLCdnQFCk6K7Ncn7nva6m9F6OsvgFAwqTgmIkw8xmnFoa1G3Pbkj4m0HyptcppgRFwNWrAgqfEVReoTa1B5msHpzZPac0UKR8Mtxnbdk+wxEcrI0abWqwgwJexI0NkzkgAh74QqhJa9AW3TZW5fYda99oftGKcRqkFv9sO6y55dOw1m+C/4vXHfrWwzHqKeeC0Sr0vBD9+JuNsQtjbipQr6L1bFRRdcHeV41KWRcEUQl8MBkavpq8/6jMMUBEmrRIT19jrPyKQJzFFBOU0w3pqK5aQrn7NOs5PhAOk/p/xYDinCuWZQYnSIewrLr3aH7bBjYNl1n4T8lYQ1rjB+61lEiAVx1yKsbyMVslhg2esA5B05xSATsXsSpWPRgwi88V9j9ySM8oIfvRv3MUY8Zxed8ycjyJbZIgJJBd99zcgyKY5wZmPPmJUfsx7Ro466hgHkiYnZQ05UyG2CmVHxCil0qDC3Z+JPVCh/L3E3PBDvzPlcvx3P3PkgEQvHyrRjJo4jtqPLYd190oBjpoQ+ehet9/UOOCVcDISXdKygTOJupXDG/0FE3RPGc+JFyXiGfvAehN5fGtXPSRm91ebn7r74F519GSx7J37iFHqLS2qxc0p6Tqfwi0ULMCaNqvf0De0X79LK+fpp/1jSiWjzedN20gPaMgBGsNpNHiotpOMTTcWLwVDw31vOe+qTcDp5XeVHEOhIguJi8IgYzi8pGZZwHMw7usLI9wzhYZ2kIgJBdSx+tJc0yx77QvgeCWdCcX8iiKO7KFuMMchNXNyKXU7gpacRXPGRYXcjLoJpmN2w0BX2M8JmRrwuGUXE8R09zojQJ7yZ++6cRBUj5W3NpVH9qEwNW1gMt200fKU6nl0ITdzVpKgwc6uD1AnkXpSOMHkpGkV6xOY0wQgIfTOm3gtFDxNtiHQQd4KxEYQOYvqJwcLW3QFGMRQUgTl/MHYsQm/b5OOQd+JvoQyzJ30liLuM1rpbDBuV7iJ2McrYbbriAYvE9eIiVaR+FfFfxD95BUbc3M7/PQvti+VdRxJFgbrVtrAdfpxBEJrICClCNnS2G5fCglSMf1r8YWPjihAPxZfdFD0Gjq4bNjbC1sZsEZkS2u68Dtr3X5ltkkA9+lGDVq+z+ujI+obUsVkCmmVSk5wnGAG2v9r5FhP2yyTgo+lifHhX3ArFMdyUyuK4InYdIhi3eGomRUHhzMtEeL+I7cXH1zrnZnBT7xQg4vijjt8Z6lbbGAQjFoje4kPos4+iHqFEyE9BNjRySyi2PGg/r4H247ddWQbCFCM8w/TZRjDxiEXE1H33NQReeRaW3ScZmSvJ7og6rm5ZwaUvG35LqS5E5Nd13OEI2m+j+fOFm7csPRAYEgRjkIyr8m0G75sNsy+eeQtnXxMx5snmMQSDxtOxuGTVVvYOh1N03hXGRxmtaN9/bYRgEPYtaS2qirxjYydeC339Odruvn5zojWRMsW63+GwHf6bmKlOgh+9g7Z7bkjbsBjcSkx/ddR7bkxbp1nQ0ZAhGDEXXlfl4wSObIueIRMmnoCHXXuPkYOoXwkFEVr+vmEYF1zxccQo/+r4nVB80bXhPZx7CBUvMO2P1PUjqJRBYctD4SkuWA88IkYwLUbrrVcgFC7+DBHU7SYYOxrLpEOhFA/rp+5gpZlViJ8oqWvM+DWWsvntI3hIEcwmkjlfAdcykJZsAYlOpLhAzSv/fVdkO5Gg/ruvup5l330d7G8Ca1pM0XnHnQRhsh+riB1M5+JH0fnyM7GqDuh3cYwqnHWlqRS34lVIGAYKY77IhQCbDdY990XeYcdCnbCzcXwSr0qtt/wZuhGYKv2FGfNK6z0z0t9z5vU45AhGTMGGc343Tgl1XEegaQCH2SZkxkSRo6zrY2TuetnZ2ByXvQflF6Lg9HNjhqHsYjDNcGoUMXS11avitmWJhpiIV2PZbR/kO081XqpiFUEMrTddGl+K2MIiI9C4Omo0gp8siyv2cCx94v1dvFYqpFxlr1t0fbxtc63+kCSY7knsqK7csQOoZugnKQqNZmbbYL0apWphKWPGoXD6RcYFrJlixID56F10vvy0sRPo+Vxtpn3POkZK2Qm7Iu83Tlh22MUUtKI/kcNI+ybbH2bID9gmOtz/TuVTVrxTkvb6Q5pgeqItjOkIwdPA+q918HgQ7AAVCIBEpseeReQJJZ1COuBXCM0gflNn2ouYd8u0ODFCb3HcKph+kWEgZ7qEQgh98QmCH7xteEMbr03Cg3qTV3VYOYoCsuVDcZQZZv/W/Q+Duu0E012KWDFtc//eKzyE+caZV5MIt9vrPLMzT7P0aSQJJgbW3Rkfe/1lRv8k52svOGWL/PaOTwfVRynKWNQddjai/Yvn4USKvrHFiAEjAlcFnvP03tkQGb5KtokHQdlyq4SN5joWPYTO/yxKRL2MbEOAz+72ZPRdX6qBkwSTRISbXZX/1MFnJlFkUkUJy2CRPVJY5iZaRE6k9rl/7/W6o5SNQOHsa437j4QKMzqeehyBp5+IvkNKSPjAGolg3NDUimBeaIOi0wRotIcqXEaYJjGEIWbkQswdKujA4iHsUiAJZmDrb3Nr7/RpTqjaI7TJLSFJYpMuRvgEiRi6lp32SEw2s5HYXlwIdxfh2V00u9bwpI67hIJodd9i3Puk3WEx5u6VRQLze+zuxvN6VhUpizeusW+vsrJrELiRmbcPl1JYRHSwgC4a5m64M25ccqSBJJgkTGTLmVWHa9bg0wDiuORIQscJihCWwvknnGy4IyRSRPqT4Htv9CIYER5T+BzFU8TzuLhzCX3a27s7HhmprEuET+11nl1j9eFzVVwPpnNBcPSvS/c73A1nxZKRq79LghngzIo7Gl915U9EHPv9dYB9Jbu58CEq+O30yClKInSYDIIRl8atd13fFWohAwsD7SE1eOjIOU/1j04eRt/VZ0zZqdCmPgJg714/E9501HkOysAhpkUlSTADgFnE5/WveX8VmMx74g2gv1Q0Fc6N+SdP7/IJMhmJYkAE09mBzucb0fHsoohWyKkYZ1wyWUChXGN3L+rKgRtH8dc4lzNjl+4mDP641N2Y4Hk0jo4ztKokmAFMTHNNxQKd6aQBiMiYpurW4w2rXyPodgyiSYhgmA2fKRGgyjAYzODCxP9zjN77SKqtTSipX5OrYo0C2lIY3JGuP+qYu3jIBqaSBJPgQm+uLj+LFapjJkuCIjKvmcVqGOSJ9K3CQI5s4Z+04yWY0Kfvo/OlZyD+LWxdMr3ooEPL3A2vJapnc03FFGbFw8zERLeXuhsuSlRWtreTBJPADP502jGjCgoK32ZgmwSaZ3wTwwJ3+x1hO+QYWHbaHSKG7uai612vPn1fkS661jCw23w0EPFzv1qB4DuvIiRM96OE48w0QEIdoa1GPDiwYN6+6orPmGgsgy8pczfWZdoY06WPJJgEkG6qcd6gMC5PoGnWNbHssLORtcA68SBAtRixe9sfq4f2+S/BqkTqk6Lz/2LEgkGLv8vb+7XnDYLJxqIS7zqsrrF3/Is4B7JhxoknkaIeFSwovHooJFiLBI8kmDgXjqjuczl/BpB1r0YJDPWXJkSw7rIXaMzWCInYtz0SoIlodiL8gshZLeKwiJSz2VwY+q9L3YtfGugY3nVNLJzkfi9yJPWBdpAF7SXBxDlJ62dMqbCQ2hDOsKqvKGYGEX2lQX8Imv6jRbXcx0BXOH5ZMhYBZrq2tL7h6oxVMIsUkwQT52R5XRUfEij2syNhPan6aSWj9nmh+zVCWPuSqj0u/A/j7FZWTyMCDFpQ6m44OY1d5mxXkmDimNrHq6psR5cG2yj6LiTIxI1au3ZhuItCn6uiBkx3gjIrt3UcMOR8VWb+tJ30w8e4l6zP+cGmeICSYOIA2D9j2vGsaE9FbMLwWS3KqUVzFkWuI0J31kyZRbp6qySZOMBPZ1Xmjnwoe+bLbAEDRl0STBwQeqsrHiCi0yM0WddZULC72RcDb03FmcTkFqmB4lBBVk0TAlZVOTHWH4o0qZLV3UiCMTl9L02enL/PBMcyJuzctwmBVpaM2XOXeC0/m2oqphCThyCcdmXJLAT4MYe78ZTM0in7tJEEY3LO1p9+4lhLgWUluCtL5ObC8NnH7jUyXnLpbt86c+oJoZD2BBNFjS1iUk1ZLQoCIlecSXcrkWv4h+d8lvEnL1iwKU2lhDYRBCTBmERNxO/tJP6Ee7wAiYBCwWJthxG3DdDq01XxGEC/NamKrJYAAjrzCkVR5oP5CgD985z0kUki7LmKP5bN8TycQHeyySYEJMGYXApraip2yWf6qPsFSTiysYYby+Z5/mxSRMRqfpfzKgZfE8ff14F2OaTaE6gDauiIkjlL3m6uqXyUmU09QRPoHbu7IWsygmbipEqCMTkrLTUVu+hMYgdjYMaMtY56zxjxl86kiIjVvK7yhQRl6kDlyPbhESAgGLTyoSPuaXzr5xknHp9HlgY2ZSZAusJadUn94n9KbBNDQBKMSdyaXJWHKOBXRXWxYHXov0mGObmQ56uuXAXirUyqIqslhAB/Za9r3FE0bampbNDB5WbEMPCDY8xe2yV6x2amj1yuIwnG5Oyur566r4X0t43dC+ApdXsqTTaNWc3vcnYwkBezoqwwMASIL3HUNd4qUtQAnR+ZDXFKoKfs7oYTB9b50GwtCcbkvPvOm7IdBdUvWIeuWqzHDJuz4BWTTaNWW39mxf6qlZbKiUgGmjFkEP3QmZ8/SdgqGUclxfKUuEszU0SOo5W86oqh7rxoBquedeS6NonYateUEYVQPgPR+/Ym64mUpOdLf7XzaSYkFn3bpO6y2i8IhEi/akTdYiOlq9flbADgNPsREPCuolovTtYfl6EwL2axHQpYRB2jcL0fj3GvaazUjKhf9E4yABHJ2vLaOsT9SzzOjxqI1ExL8ZEMPOKVYYSkjLORyBRQUufZvfty3lft/A+AY0wLIrSD6bHOgvzLR60OeZP1hybOYWRN9XjnJ2sGlgpFfWdPvddx36JzkiXbN6O8DoriMiuPdf6flodL1QBVg+gsAg/l+ftC15SLFAvvBuabzGII0MagGpjcM1vAJheQ0+LiKwYzkVez6seL1ynz/Q+tmkN5gcY90zy7qoxuW9AUd8MwDXj26WP9rc2fmTH6Es0JaLG7PSXif6+cdVzJiE7bGwSKmbMnGbpmkgzxggcF0+33eR7q1qupeuo5KvFdDDbjcsE64aayut72S/6aaROg6w8yYT/EkEPAeh3kIVvoBsfdS77JJHwyTRdJMIM0I74Zzjeg4ECT3esWqBcXuxfeJuqLj4FZXwrwL0FwTQrK9mrMeKe03tPP+E14qCus3mYqoBfjP456z7F9seBaWFrXTtulLRiamKfysdCV0SzsnBQw6WgDKe+wFni1IxD4eMuHnhNRDWWJgYAkmEFYIv4a5+2s43wzUfHEBOlMDaX1DZsN8bwu54UEGGQz1IoOvFXm9hwQbtwbZpRfrSpKzFxGzPxtaX3jdkMNu8EYrySYNKPuc5VfClZuAJkLncnEn5bWNfY6CvlqnC+BMTnNqmdGd4z1bUHt0DHzl4SNKO51lb9HUPaJoWyLY9NxMzMGlbtaSIJJ49x2xYDBPLM+Rwxe7nA37tHXHcFXU+kDsz2NqmdMV0QIatD+WFa35NFwSomXOVt7++poITBEWtjVXuuoXRcs2JgxA8tRRSTBpGlim2ZUnKsqdFe3L1O0bsW5n5hvcdQ3/qlvvZYzqw7XrKHngbietn8RQ/wToLRBUbaBpg1aAPJNT8zvqyrPK7YEHvJ35v8d4BlmpkPX9TllcxdHfM3zVVfcRESXRTGia/3Ra91SEowZtAdWRxLMwPCL2bqLEIJzibCDiEcSszC+UNhyacncJxrD1fW7Ku5mpnPM3N/0a094Hpw3c11e87qRbBluCagTAuByIuU4Yt4+pm7JrRBUteA+w+Y9ZSRY+uaMyY7hNvsruomA6grxEyV1jVXR1PHVVDSBqTRcHQa3rvbaJMEkdz7DSpMEkyKQDX8XClxHjEoGRw0mRTAsWjaC6KF11vY/TbjrmYjJm/2uyrcZvG8Can9g91r3j2QY5q+p/JKZx5uXSx3M+nqFSBj+hRj8MzGGM2OCGfIjkA41dLB9zpKl3X16p5cfRqoi8hFFfW6O9JLUU3d/dcXDTPQHSTDmZzQVNSXBJBFVrp2c710zrFKFOguM3XRgWGSAhZ0WBRj8jR6iBnIodaV/X/RdLHV8LqeIdD88Vr2evzNzq4O2GEVud8QkYC01lVM1ZpFSJeaxiYBOTef/84f8/9pu/su+Xh+2q/JJBp8QSz+xmVPA99jdjef1bu8UT80XRmvPwJelbs+EaHVaZlYdrmnB54D+2RvkDibW7CTvd0kwycMS3mqnOAr9sWcgbxKhY4xlpZgJAAANhUlEQVQLBwZB6WRwC5g+UQme9QHvg30/0Fjq+GoqgmAyHyicSRimneCoa3g+hmylyVXxqQL6VSwdAKxr2agePO6RhSv71t20CzHlCMrQl5W6F0/sK8PncnYginc5EX1tr2uIudvyVld8TUThnqPlHYyJSU5GFUkwyUCxjwyurbUALxsk8PLLwLqRI/WqBQtC4v8PJEDVhnN+N86idX7LbMpitUsrxp8d9Z4bzQxzU6YDE8GVKMjgS0vdntv7yhW7uObVpd5Yx8JN7XxfYtXYvh7Kza7KJ/XouyBh1eyIhaXXVfkPAs8OM/b2H+UrkpklMeA6kmAGDGH6BBgxaRR9KdhsFgJeH4S6x0j3ojVmtPy52rmXjSBi3sR2voxAXFxVZfOXBpcD2CFWnwxuduQFxlGfOycjNEZA/SrSi5vRbszew2MFgfK5KqsAfqzvnQ4DvlK3J+wFcCyd5e/xISAJJj68BrV2c3X5WTqUuWYuUQ1FNwVYMqs0u6aMaIHlvzp491htGHRbqbvhon47GEDxVTtfIcIhsWQQkb+kybIVhbFH8bkq1gC0ZXgZ5LeP2XNEbIL57XjmzteJsEVPOcS0zl7fMCqWfvL3gSMgCWbgGKZNgvDmhq7PNNmhzx5wbEfz5/e6hI3V1uuqfJzAUZ+Au2TQIoe7YVo4ed5qp0iNOyvW4tJBP5aO2XPbcEThqymvg664wodRMEcwQjd/TeVrzHxwTz3DWUfHwkX+nhgCsdZAYlJlq6QjYNxt/OhYZDY4FTHuttd7ZsWrSLOr8m86+JJY7YjodXtdQ9hdipFil7QnY+60Ijgdir590088EhbLs+D+mS8Z8DvcnrJYdzBCTrOr4j4dVNOLYHQ8UDrXc0asMcrfB46AJJiBY5gWCVxVVdw8PPg46yai3zHY7vZYiOLPeLDhnJMOUkOh12MOinmpo74xrDe4QQ6qRTwRR7ZnMd6p6U+OuoabI/Xld1Vu4HAe4wyfo97cHUpLTfnZGitzevShMeiiUnfDnTHHKCsMGAFJMAOGMD0C4iIY4p8cdY2jE9HMcMaEEvGj75YZLRC2QTCK5floOxgi7igZ7S+l2pfFk3TY4nc5P2fAyATQsxDjO3u9Z1sz4/PWVE4l5oU96vpULXhotwWxGRmyTuIISIJJHLu0toyLYHRljmNuYpH3/C6n8JfqZfwWdqC6/nfH3MUXh/utZUbFuZpCd0cDiJlfKq1v/HW0Or4a53/AOKZfHaJvHXUNpsItiNS8gZD+ZHfKWCL61F7XMOQCdaV1sfboTBLMYCEfZ78vTZ6cv88EE3cwDFYV3m1YXeOncXZhVPdVO58F4TfR21JQZ+38svrF94Wr53U55xFwVkQZzB0arEcOr3/ijWj9eF3O+QTDcLH3Dkahpfb7GkwF62qqqZiisOLpjlLHjLtK6z3nJ4KNbBM/ApJg4sdsUFowoDTXOB9gxqnRFBAhJe1ujy0RJb3Tp24DVX+RgKhWskxo7wBPGh2GxISePpfzXQL2jqgDUYOj7pcAWpHqRTKUI+B2u9sTzoCunyhBMCpoETMsIoVsMKhPHnG/jKGbyPpIpI0kmERQG6Q2G6rLz7KQMjd6yAf+yuFujGnkFm4IwpDPSvpzDDiiDpH4W0dd+IhwYqe1944OEbe4IJwM4RdlUbCfmR1Wi6vyfI35jj5P1QEF5CpxNzxgZhqMHYxODSLAF4M+cXgtE2UmADPIJaeOJJjk4JgWKYYDXyj4UtTL0wFkIVw/Y0qFqige4d0ddZdEuMNe5wnrkCgCoze3BteHI0EhVSGaNqyuYZEZwDbWTDslxNq/ekX7J/ZaFMvk4jkLRWbGmKXriETiktfKwOxw7g0xhcgKCSMgCSZh6NLfcJ1r6mgL9B8iRmsj6KpO1w+rb7g6Ee18Myv+DI3+Gr0td2ps/XWk+5NNT9QvhN+94EuHz7qr2R1Em6uyqpP539SD8UTyM7vbYzpcRdcOBo+DSLcXFGxPdzy6NhFsZJvEEJAEkxhug9bKV+0MRYrnK8IotBHvE+5uxIzCvurKRSCOmnNbYXqwpL6h38Vrt/yW6sprNOK/hOmPQ0E+MJ77D79r6u911v5F3U9AxlZGucbuXhQzsHd3/15X+REKFA8Yr9nrPTHDSJjBSdYxj4AkGPNYZURNb7WzlQiF4ZQxfHvqGkxZuIZr762uWE5Eu0QaqLhADkDZJpLzpLA29q9xLAbj6J4yjA0I4T57XYNZNwej+UaX88IQ47buExuBOxUtNCkeG5bVZ0zZqcCqLgl0dkzb4sFnTR2rMmKic0QJSTBZNpH+audbXcnB+hcGe0vdjQnlSmqdecLEkGZ9hoGRkSGh+x3uhojPzyKZXHNr8zsM9DLyY+bVjrF7bxPLObFvv/6ayjnMfHb3f2fmF0rrG3uRV6zpY5er0Id114dzzIzVVv4+cAQkwQwcw7RK8FVX3sLEF4ebOJF32V7nSciIrLmmYorOJEIbhN0dAYiZ6mNT/GER8rKneqwHtT+U3R8+C0A08ATBgLmm+8K4DdrIMe4lIqJfXKX5vGk7ldy9MGyak7gEycpxIyAJJm7IBreB4Uioao3hnAAJvNzubtwtEQ2bXBU3KqB+WQyELCN+rsJn9EzXGq6PppoppyisPtLrN8KLjjrPUYno5HNVLgTYSDhHTEvt9eaM6xLpS7ZJDQKSYFKDa0ql+lxOEbt3676dDMQMvslV8agC+l04xRm0uNTdUBFrUN4ZzgtJ+SXjJDEFFIvlmGFzFpgKodlXvjDYA2MiFITsnY6R8YaeiKWv/D31CEiCST3GSe/BW13xABGdnkyC8c6oeIUUOqyvTHF/UlrfONbMIPwu51UMXNtdlxmvltZ7+sk0I0vU8VY7vyXC1jpRXVmcF8Rm+5D1UouAJJjU4psS6eIookJ9UJi/9+xgIDsYr8u5kvqEuSRCCJpaYZ+78GkzA/G7ymsZSpcNjvAZULi8pK5xiZm2fevU1sJy4eqKFToQunNM4261tTBiGsuSXQhIgsmu+er6dkVsmLLQB33zGCWdYIB3S9ye/c0EdhJ69SQY8aQdtPKhI+5JzO/HO718b1ZpekdAvztSHuosnLohp7IkmCyd8r73HWIYAyEYX03FGnDvGLg6ab+PlAM6HGxel/NCwuY7mLagGjxs5Jyn3stSiKXaSUBAEkwSQBwMEcJtwAptBUAl3f0PiGCqnV7QL06ORPRTSaFlV7ptgXBcNFWEL5OFVI/xSE3sDVlwXKI7GFMdykoZj4AkmIyfosgKbkr0Nn2gBMO1sPhXV2zoSVY6uK7M3bjZyM0MTCJdLnPHh0RUxIy1OixTY8V8MSNX1sleBCTBZO/coWX6CbtpqvXD7ti3xPjMXu+JaOofaaiCYJpXO9f1DNOggw4tcze8Fi88vhrnS2BMBvgnja3TJMHEi2Bu1ZcEk+Xz6auuuAlEl4lhMNHXpSZSqvYdcl+CEa9HJTzKHi2XdSTYNpxdWa3q7CZgbYjlDibLl9eA1ZcEM2AIB1+Ar6aiCUylIql7qbuxOF6NBMH4VjubCBi2qe0HDrcnckS6KB0YmR0doY0MfaXNYju9aM4Ceckb74TkUH1JMDkwmetryq+0QLmGmNpK3A12s8/KPYfudzlXb3ZSjCOfdTj4DENAhSYUKnkX2eb8e2kOQCyHkCACkmASBC7TmvmrK98E6SNLimz7xfPy0z0On8u5DJvi6CoBdeeS+Yk7B4qwDb7VjnsKmG7Or2/4ItOwkvqkDwFJMOnDOqU9bTjnd+OgdbiCoeC/t5z31CfxduZzlS8EK1OJSC+pa7AmkrStZ58iTEIidzjx6i3rZzYCkmAye37i1k5Y6Cd2RCq/mqFeDPB6h9tjKudQ3MrJBkMOAUkwQ27Kww94/bkV+1uDyl1gaDIsglwUyUJAEkyykMwBOc3V5WfpUHd21DdckgPDkUPIAAQkwWTAJEgVJAK5ioAkmFydWTkuiUAGICAJJgMmQaogEchVBCTB5OrMynFJBDIAAUkwGTAJUgWJQK4iIAkmV2dWjksikAEISILJgEmQKkgEchUBSTC5OrNyXBKBDEBAEkwGTIJUQSKQqwhIgsnVmZXjkghkAAKSYDJgEqQKEoFcRUASTK7OrByXRCADEJAEkwGTIFWQCOQqApJgcnVm5bgkAhmAgCSYDJgEqYJEIFcRkASTqzMrxyURyAAEJMFkwCRIFSQCuYqAJJhcnVk5LolABiAgCSYDJkGqIBHIVQQkweTqzMpxSQQyAAFJMBkwCVIFiUCuIiAJJldnVo5LIpABCEiCyYBJkCpIBHIVAUkwuTqzclwSgQxAQBJMBkyCVEEikKsISILJ1ZmV45IIZAACkmAyYBKkChKBXEVAEkyuzqwcl0QgAxCQBJMBkyBVkAjkKgKSYHJ1ZuW4JAIZgIAkmAyYBKmCRCBXEZAEk6szK8clEcgABCTBZMAkSBUkArmKgCSYXJ1ZOS6JQAYgIAkmAyZBqiARyFUEJMHk6szKcUkEMgABSTAZMAlSBYlAriIgCSZXZ1aOSyKQAQhIgsmASZAqSARyFQFJMLk6s3JcEoEMQEASTAZMglRBIpCrCEiCydWZleOSCGQAApJgMmASpAoSgVxF4P8BJDBLwZvO5hIAAAAASUVORK5CYII="/>
          <p:cNvSpPr>
            <a:spLocks noChangeAspect="1" noChangeArrowheads="1"/>
          </p:cNvSpPr>
          <p:nvPr/>
        </p:nvSpPr>
        <p:spPr bwMode="auto">
          <a:xfrm>
            <a:off x="155575" y="-319088"/>
            <a:ext cx="666750" cy="676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0" name="AutoShape 4" descr="data:image/png;base64,iVBORw0KGgoAAAANSUhEUgAAARgAAAEcCAYAAAAcH6uaAAAAAXNSR0IArs4c6QAAAp50RVh0bXhmaWxlACUzQ214R3JhcGhNb2RlbCUzRSUzQ3Jvb3QlM0UlM0NteENlbGwlMjBpZCUzRCUyMjAlMjIlMkYlM0UlM0NteENlbGwlMjBpZCUzRCUyMjElMjIlMjBwYXJlbnQlM0QlMjIwJTIyJTJGJTNFJTNDbXhDZWxsJTIwaWQlM0QlMjIyJTIyJTIwdmFsdWUlM0QlMjIlMjIlMjBzdHlsZSUzRCUyMnZlcnRpY2FsTGFiZWxQb3NpdGlvbiUzRGJvdHRvbSUzQnNrZXRjaCUzRDAlM0JodG1sJTNEMSUzQmZpbGxDb2xvciUzRCUyM0YwNjY1MCUzQnN0cm9rZUNvbG9yJTNEJTIzZmZmZmZmJTNCdmVydGljYWxBbGlnbiUzRHRvcCUzQmFsaWduJTNEY2VudGVyJTNCcG9pbnRzJTNEJTVCJTVEJTNCcG9pbnRlckV2ZW50cyUzRDElM0JzaGFwZSUzRG14Z3JhcGguY2lzY29fc2FmZS5jb21wb3NpdGVJY29uJTNCYmdJY29uJTNEdGhyZWF0MSUzQnJlc0ljb24lM0RteGdyYXBoLmNpc2NvX3NhZmUudGhyZWF0LnRocmVhdF9hNiUzQiUyMiUyMHZlcnRleCUzRCUyMjElMjIlMjBwYXJlbnQlM0QlMjIxJTIyJTNFJTNDbXhHZW9tZXRyeSUyMHglM0QlMjItMjAwMCUyMiUyMHklM0QlMjI5NjAlMjIlMjB3aWR0aCUzRCUyMjQ5JTIyJTIwaGVpZ2h0JTNEJTIyNTAlMjIlMjBhcyUzRCUyMmdlb21ldHJ5JTIyJTJGJTNFJTNDJTJGbXhDZWxsJTNFJTNDJTJGcm9vdCUzRSUzQyUyRm14R3JhcGhNb2RlbCUzRV5Rg9QAACAASURBVHhe7V0HeFvV2X6/eyV5xpKdAUkIK4SyV8JeoYyyYssJpqUFCiSWCRAg/IxSoJhRRqFlEywnJYwCJSSWE1YZBcoKK8xAIOxAQkhiSXa8JN37/c+5joOHxpUsyZJ8zvPw0KJzvvOd95z7+oxvEGSRCEgEJAIpQoBSJFeKlQhIBCQCkAQjF4F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0BWI+CvmTbBXrdwZVYPIoeVlwSTw5M7FIbmrXYucRQWzKA7Hl07FMabbWOUBJNtMyb17YWA1+X8UgW/MMzdeA4BuoQnsxCQBJNZ8yG1iQMBBhS/q/J7AHbW9fNL5zbeH0dzWTUNCEiCSQPIsovUIMC1tRbv6g++V4DRAFY53J6tU9OTlJooApJgEkVOtht0BPoQDBNwtd3tuW7QFZMKbEZAEkwGLwaeXVW2trltTLFitbAeDMFi0UPFamsglNfR5l/TuW3ryDZasCCQwUNIqWp9CAYErLa7PWNT2qkUHhcCkmDigis9ldk1ZYSflcdBdETYHhkaEdoAtDDjEyLlgRL3oscy+ZKzqaZiSlld45JkIhiGYKCDLih1N9yZzH6krMQRkASTOHYpb+mrdl7OoNkgHhltohgQf70Z4BaF8Jwe0u5zzHvyxZQrGKMDrqoqbi4NPaYz78bES8vcjb9Lpk59CaZLNv3ocDdslcx+pKzEEZAEkzh2aWkpjkn+1sBFAF0KwGqmUyKEWMeHrGgPlNYtuctMm2TW4dqq4ubV2sU69IsIGEZApwqUF7s9zyW1H0DxVVesIqIxm+Uy0BbUdh4zf8mKZPYlZSWGgCSYxHBLe6ufZ5x4vFWx1BEQz19ncfG50gblmgL3okfSobR3evneiqo8qQNjeiyu7x1uzzap6N/nqvQBbO8pm5kfLK1v/GMq+pMy40NAEkx8eA1qba6dnO9f43gSjCPjUUTsaHQdzzrcngqi1Bmjbag+6SALaS8yOL+Hfkyk/MVet+j6eHQ2W9frcoYIUHsRDNDiCDi2pvnzfWblyHqpQUASTGpwTalU34zyW6GQODbFNX/ilaXE7RmXistg/4xpx7OiLwFY6Tl4AnW0IjRujHvJ+mSDIi7Dfayu64cCA2TRDrTPWbI02X1KefEhENcCjU+0rJ1KBHznnngkBy3PEdDrg47VJzO3QlFOL61rWBSrrtnffTWVR4PxFMD974gIbzrqPAeZlRVPveYZJ1WwGvKwuOXuW5huddQ3XBKPPFk3+QhIgkk+pmmT6KuuuAlElyXQYTtZ9Kn2exc/m0DbXk2WV1UVj3EE1xKhMKws4kscdY23DrSfcO391c6nmHB8WNnMSx31jQemol8p0zwCkmDMY5VxNZmhNJ9d/ijrysninTqeQqCm5iLLhHG3LWiKp13fur5q5/MgHBVOBgP+IGPyqHrPBwPpI6xsl6vQj59/AjAsPLHRD/k6jsyvb/gi2X1LeeYRiHNZmhcsa6YPAb+rci2DR8Xbo868uqy+MWHLV5+rsopZ/zdR+LsgJvqktK5h93j1MlO/ZfoJu2mq9eModYMBTS8fNW/guzQz+sg64RGQBJMDK8M/c8oBrFle73vBamZoBHrK7m440UzdnnW4qsrmLw2KQE8RHQwZ8JS6PZXxyjZT31ddeQuIL45al/FnR73nRjPyZJ3UICAJJjW4pl2qv6ZyDjOfnUDHDGvoaMc98Vn++qZPnQFVrx+MD3yda+poK+kfgTEiWv8EvdbuXnxNApjIJklCQBJMkoAcbDHrZ5841tpq+ZiB0nh10RmflY717UO1L3eYbet3OZcysH+0+opCrpL7GqKTkNkOe9Tzzaj4MxT6a6ymBNxtd3tmxaonf08dApJgUodtTMnGC0yJNrx03qLvYlY2UcHvct7GwIUmqvarwrpycencRX8307bJVXmISvrzzNTToK5XU7GwdOKzSuuSGwRqVVVVWbEjuIwIMS2DFeInSuoaq8yMSdZJDQKSYFKDa0yprTOrJgb14F0WRm2yfHS806duQ4r+AQiOmAr0qUDM35T4bDuZCf9g5v5D2KZYFJo2LIn2NkJls7sXY3iMFxz1nqPjxSKe+sLYj1JgRBiPDplcVxLMIM2O/2zn06zjaCsrBxXVL3onWWp4q8s9REpFAvJ0C6mnFtctfDRWW2+181UiHBKjXiAU5MNG3N/4Vix5Zn8XrhLe1Y6vN0Wwi92M8Zyj3vOb2BUTr7HR5bywCMq/yb1oTeJScrelJJhBmNuWmVWHa6Gg8Cy2tfisw8ctGJgtSs8h+Fy/HQ90fpnIsBhYUur2lMdq66upWAOmLaPVI6A1xJZjhtc/8UYseWZ/97oq/wHos8mk0Q+DFpS6G042Kz+Rel6Xcz4zWsrq5V1POPwkwSSyqgbYxldT+QqYDwOYHe7GuEz9Y3Vt3FGUBlcRIljWRhVATXZ3g4g9EzE6f+v08r2DqvIqgKKoohiBkI0PG3FPcnYwIv8RWF/BfXydoumggG4pcTeIMBcpKz5XxRqAfmrxWo9M5h+KlCmcZsGSYNIM+PrTTxxrybd8BSBPEIw34C/bbv7LSfP6FUGY/D++/yqIDoh3aATSFMLJ0e5NmlwVNRbQnTpgi7GDYY24IhlR7N51TSwcz1t/S8Qj4xlTiPSrRtQtTokXt9CDzzjD4bf5NwD6RpBykqOu4fl49BsKdSXBpHmW/dUVDzPRH7q6ZdahHFbmbngtmWr4XeVXM5TaRGQy8xOl9ZFfXsy+VCXzFak3ZuZGxWAEdZw1KoWpTLwznPNJwR9BCCGkzHTMWzTXnHZDp5YkmDTPta+moglMhq0KgXRd044onbf4f8lUY/25FftbgpRYqAKmHxz1DeMi6eOd4XyBFHPxaJJhByPcEQB+PG58GOutun5M0bzF78fd1kSD2lpYLlzt9AMoZEBnnc8vm9t4j4mmQ6qKJJg0TjdfcMoWvvb2n34BnZksfHwyvJr7DEPxVTs1k3ehfZqS7nA39Arg1LNCVA/mvpJIuWoggaa6wkDwM+gTUMrMlDHwhQPK5FS97mw4u7Ja1dndrYuu83mSYPrPjCQYM6s1SXXChVdIRXhHkfGw2eXsYJMxfHsNj4GOjrYttnzouZ97/nfxRLzuR8dONsITAMabgYRBi0vdDYk8maPlnKknaSFdPJlbzPTVt44CWlCSohcknjw53z+hdCWIN4cvlQQTfpYkwSSyehNoIy5ffas/+JSACb0+XOAHEa82mVHmNhHMBkb8BneGbsQrSEeeTlDBSgGI88mInsd5RLCGDfAUBhMCAgT6l0b6q2D+ttS9+CUz0HlrKs5UQG7mxMjFGIKC0+33eR4y01+8dXyuiusBuqJnO0kwkmDiXUdJrc+zjivxBfJ+JEZxL8HEIXuTrciMBa1ZhbgWFv+Pzh9A2MJsmxTXCzK4XcSgYcZqRcE7pFleYpU//U+T8t3Jm5LHCYz8nfl/J/B0EfUyUZ3E3RbDtqPD/W/xWpfU0mVn1LEMoBJJMLGhTXgSY4uWNXoi8NNpx4zKLyhcHe4+IZ/pV8kMjGTsYKqdqzlzCCbsYhCEozN/quuhB1TYQKpew8Ckga4cBi//4Av/pCNeNu+8abbPZlfl4zq4n3+T3MHIHYzZNZSSelEDJDFesdd7fp3MY1KTq2KNgujWtikZaEYI1S9zuBf/Ldmq+F2V1+vQr+hrSSxCArO85I3wRyTZsyDlhUVA5AsiVVkW7kdiCpQUB7en2578caDwrZt5wkQbW6/TdT62695kaBVxPPqP11LQfexK1uibayqm6EyNXUk0+5WAxvrM4fWL/5ms/nJFzpBbgIM1ca2zyvcOdoYnGKETMf/LXt94aiL6iSPRxpppLo21Cwk0IR5z+kT6y+Q2RPjUXufZNZk6Gl7qqi7Cc4aN/0vAWgqok0vmL5TZJPsALwkmmSsxiqyWmopddKbl4TJsiGY6c0eezgfFYxgmUrS2rdWPCmnabQzaOpGQmWkafnq6YbDGoZOHz31SPKUnpQgfKIb2IhgRjQ/FnU+pu3G3pHSYY0IkwaRpQjec87txaqhDBJaKjDnjP456z7GxVBJWpBesmnYiVO1vxNhBmATHajM0fuevHO7GHZI11o0zp+0RDIU8RLRdVJkm5y1ZemWTHLkw0zRbXU+weSJmSPj8QZv0iBXmsXX61BMCin47EZL2IaUJgtR2Q9AVXa8uSdI9SJehnzYfoOhe48ZfDOUau3tRQr5fqQVl8KVLgknTHBhezqs/+ATAr6J1KY5QShgjMRE5zc/qo6TgKLOGbmkaWkZ0I+5eVvKqfSe532sbqEIi7gyBZ5uRI17+dFWdVjpnocdM/aFWRxJMGmfcW+18UCGcFukeplsVQSC6Sq7hmwJmN9c4b9AYFyQW4yWNAxzUrigILXiOY96TCXs0r6+euq8K/XYCDjJ76BS5pUpJnZQqn6dBhTQJnUuCSQKIZkV4p5cfpqjKK7EIpkse6QR+h4HRBIwbiGWrWf1yoF6AGC+ErPlnD7/3sVVmx7MpSNctBDotbH7tKIIG8vpnVr9sricJJs2z53M5A0jECTHNemZ1d4T1FsYfYgVT59lVZd7WQJVCyp/AvG1CY9ZCRznmxZdTKqF+srSRJJg0T1yziOEK+qMIiCRLChEQABPPdLgb6/r2sto1ZUQ+lP9TgHP6+hTFo5GRiaG+cYdkWmDH03821JUEk+ZZWnvBKVvktbeL7bs1zV0Pze4Y79lJmQL3orXtrsppnaRfoLByAIMjxrwxC5QCOqPE3fCA2fpDsZ4kmEGYdW91xQNEdPogdD1Uu+w04sowVLOXt7GAEo6adnfD8Fj1hvrvkmAGYQWIXYytrW0ZEY0ZhO5llwNFgKCrujJrWP2iewcqKtfbS4IZpBn2VTsvB9H1Q968f5DwT7Rbw2iasdRe33BgojKGUjtJMIM02yK/M7H+YEwz9EHST3YbHgECvCXQdpTpYs2tEEkwMXASnsq+6VPH2YDdWNWDsZ4+zcAuZPpdlXMB/QwMwZAKZjDKzDoUtKjKpOI5Cz/KTP0yTytJMH3mZNXsqrKi1sAlKmgqE7YnQGFmAndBJf6XSMWoAx0K4xMQnizxWm82G/KyKzbvsncJyp6ZtxykRtEQsFksBxfem7xUuEMBbUkwm2bZP2Pa8aSEbtSJdjFeG8zEhBWmLCQM+ykA0Aqm0LzSuiV3RVs4flfl2wzedygsrlwZo7h10UG3l7obLsqVMaVrHEOeYDaFUbgTjONB0dOhxpwUNvY5K8DqxSXK8JfJ7e7leOevmXolWL9OmtjFRDJjKhBEgkhcWur23J4xSmWRIkOaYIRzm0XRnwZjRFLnTBAN0ZetgVD56PlLvvhy1nHFozvzzgox/pH62C0EKijoOs51dghf36QOLR3CyGIB8gqAYAAcECYsg1MY3GoFTU3GvdvgjGDwex2yBCN2E8z61Ykm9jI1dQxxe3M/KbqXdHV2qkNZqqPHwXrIUbDuPtFQT/vuKwSXvYngJ8uMjzXjCxFsh/0Glp33hLrlWOjNPoRWfIzQsjeg/TTgcMWmh298FAotLdFHHtl3F2paiKxoIDAkCcbrci5WgBM3eyizcXmbGjCMe5rUrjbxFz//5OmwHXQkYO3vgaD7vWi94xroP4qAeplZ1O13RMHva6CO276fghwKob3uZgQ/ejflyuvAGmhKddm8RU+lvLMh0EGKl37mIeitrryGwCdsCuD8jaaHniCydOSx4hU3MAHQ5i9UoWCHppGVmMaD9clEJIyrRmba07LtiBOQf9IfQZbI7k3aF8vReue14AzcydCIUSia8X9Qt9sx8oIJBbHxhkugpZgkdfDnpWP23o1qa0OZt3qzT6MhRzAtM6sOJy2Y12nJ/yyemCFiate5po7Op1CFzspVAMZkymVt8VW3Qd0qRrSBUBCtt9citPLTjFuleUeVI7/qzJh6dT69AB2Nj8SsN7AKzLqmTpE7mIGh2N16yBFMcmAD/DXOh3TGKQTjSXvQChUUYtiN9RD/jlqY0fH4P9H53ycHTddIHRe6LoF14kEx9Qq++zra6m+NWW/AFRjrNWv+PvH+ARpwvzkoQBLMACbVP3PKAawpLwOUNwAxA2pKefko/ut9UIbZY8rpeGI+Op8XucMyqxRddB0sv4qd9SOw9GW0339HWpQnoteDhcHfjuhKhqewy5WPOneHuE+T8V/MT4EkGPNYha25sdq5V5Dw/mACWTT7Wlh22j3mDmZj7fnQfvphgCNOfvO831Qif2rs6BXt/7oPgf/9J/kKhJEojOsY+JpZ/4QUZRR0TADBz4wfFPAPUJQW0SykBV9UlaL3He5/f5UWxbKsk8H8LrIMqsjqeqsrFxFx5WANSFyOFlZfDGX4yKgqhD56B20P3A3e2DxYqvbrV3GUoeiym6GURTdF0r77Eq23XJEhl9TcZVIpCrFIWyLeITUGtxPTh4qiLCiuW3SP3Omk/AE1Y9ZxShURzovNLqeXgZKUdhRFuGWHnWH7zVRYd90bUCNfCwXf+C/an5gPbjX+AA9qEce6oouuhTJm64h6iCd2beWnaH+sHtziH1R9zXQuwjmIpBAAt4LwtqpYrxs2Z8ErZtrmYh25g0nSrHpdlfUEnp56q5fIClN+IdRf7QZ17NbgQAB5hx8LZdTofg0Cr72AjoUPgNs2Jmn08YuhEgeKzr0C6rb988cF3n0dvPZH8MYWaD98i9DK5V0HluwsRqaDYGfINeJB4z5nSBVJMEma7g1nV1arzHeA0WWnnwFFvCwVzboK6vid+pPMW6+g46F7B+XIoZQ4UDjzT1C375+DLiguch+6B8K4LpcKgToooOxdMn/hilwaV6yxSIKJhZDJ3/2uyie5y4AvowrlF6Dw7MsM8/u+JfTh22i97+a0+ispxSUonH1NWLudwGvPo/3hOdm8W4kx96QT8Q32Oo+woxoSJasJRsRu2aq1tGOw/UXWn37iWGuB5VtmWDJx1YijU6HrYljE/UyfEvrsQ+N+Q4/L16fvsjF3fKGiYSi+5K9QRo/rp0fni0vQ2fDwoOyo0jlnRAhpuj6rrH7xfensd7D6ymqC8bkqrmfGuNL6xj8OFoCiX5/L2QCGM9U+RwMaY34Bis67EpYJu/QTI+45xM5B++aL3r+pKtRtJ8Aybjso2+wAKiruMugj6gqD012YobduhP7zGmjffwV93U/QVq8CQsHNVcSFbuHsa437ob4l8MISdCx5FNzRPqAhDn5j6gA4SMAGJu7QdTJAElfuTGwjUop01tZayDJvWN2iqHGDBn8sydEg2wnmUQIdWeL2bDlYT4LfnDHZUWpzrEupV3Zy5hrCKK/wgqthCXMnI0im86nHoX37JWiYHdbd9oa6wy7GC494So6n6OvXIvTlZwh9/B70H78FCopQ8HtXWEfGwMvPoGPRg12hJbKsiNciBfCzjhW6Qq9B549Um77efu/iZ7NsKClTN6sJxu9yLmXG/jrjtLK5nodThlIUwSKhPRFOG4y+E+nTIJnz/wLxrN2viJ2I3xs3oUTVQ+x0dA1Q+58ejSfzh+eAtey60CWQrrP+MCnKw466hucTmYeh0iarCcZX7fwchB0HKwnWylnHlYzozPuJkDkvR6YWbl6+8URsxjzflLwEKgVef9F4Lcq252cGfCEou4x0L1qTwLCHXJOsJhi/y/kOA5PErGmEO4bXeS5M5ww21ThvUBiXp7PPZPVFZSNQePp5YV+XktVHJDniGNZ2383QvetT3VXy5YtLWi10yvC5Tz6RfOG5JzG7Caba+RQTjhfTQoAW0kO/S9fEs2vKCD/U9wBENkPN4PVi2f5XyD/FBXXr/gGeUq62phk+RR1P/juj3BZMj5voUUddw+9N1x/CFbObYFwVdzPo3O75I9DP7VrgyC3nPfVJqufUf075sRxSnkl1P6mQr249HgUnnwU1zItSKvoLK5MZoa9WoH3eP6A3Zd1OZoPD7UluHOe0AZ/ejrKaYDZMP3GGqlrqe0FGWMUh5dDSeYtSGh8yWxPYi8BUBWdeEDtAVZrWob5hHTbeegW4STzEZU1hnZXzymRu6pgTltUE01FduWMHsciy1ysei9jJ/JzXMWHCXc+kxG3Yf7bzNNZx/yYTh5ggZ0oFZeSWKLrgaoh/Z1LRfU1ovfUKw34mWwoBb9ndngP66ltbC8vhL0+2TJ7cfyQLlo/UP911gX51LfTBMqtIN75ZTTAvTZ6cv8+Ojle7L3p7gicsJsG42+72zE4GqN7p5YcpVuVPuo7JJPyNsgw5stpQfNU/oGwxNhlwJF2G9tUKIzB5FtnDaKRqh+iaZT8CHwHmnUDKKDDbjfgNYYybxZIRmUEhwjoQNWma/prFynfa5yxZmnRAM0Rgln0m/VFrqik/W2FlTkQ8GesJeKykuOQmuu1B096s66ord7SSfgQznagQDmSGsDYT3vhZWay7TUThrCszV/f2VrTe9zeEVmRP2mci6MwiIgwL2+b4sTUyTpAu8i8R83KLqj5RVKDeT7ctaIpfWGa2SACVzBoIV1UV+0uDqzdlCQivnJhIBe3EWMXE70PHtyqUzqDCm8PwM+sBYioj0HYKMJ6JxgBcnG3HoEizQ8LJ8PTzQKPHQi0dGTa9yWDMrIjxIi55A2+9gsCrzwGDmGhtMMbfs08RxgqAn4jvCUK9JxdsbbKeYMQEbahxXmdhXGnO5W6wl9Hg9U+KApSNgHXH3WHZY5IRLkH4Fonjk/AvSksRZ4fODmi+DdBWfIzgO68abgWy9EBAHKJA68B8Q+nc7E5Zm6ZVldrlIy7WLljt/IaArVLbU3ZJF97TyvBRCH74DtgfZtetWiDsYSx77QfLr3Y3Ln+FK4FRkkU43ZcR4ln6848R/Pg9hD79ALqIDRwhiFS+81TDCC/4+ovgHg6T2YV+crQlpqUlHcUV9NBDPydHYnql5ATBCMjWnn7sHnn5+cty5Ugz0GUgIsYV/+X2rmwDoSBEOITAGy91fdiRii0PqnBuLBsBdZsdjEBVIs6vIUPsckwUcUkr8klrn39sRKPj9T8j9ON30Nesiu4WoFqQd+gxsB56NNSx24DbWtF629XQVn1totdcr0IbdZ1nDpa/3UDQzRmCESD4XOWXgpWbsvcq9pepJHtpV57m8TuBVAtCq79DcOkr/UMqRJj9glNnwnboMb1+FR+/9uVnCLzzGkQA8IhxeUVMX3FtKTJFWqwgq9XwsI4awpl1cDDY9Qokdh0d7WBN63J0jFDEbkkc06x77w/LbhOhlPVOminuZdr/eXv09U1kZIS07rW/8W+y2RD471PGnU4uFQJpOvMjpfWe2OkXMmjgOUUwm0kGyl+zIXxC5HVARoAo694HAOLeZFMRyeD1dWsQ+uhd46ihr/4+7K5AxG0pubEe6D7u9OlIpI/lpvXQ1qxCaPn70NeuNo4kvH4tWNdTtjzFXQ8NHwl1y62MWLzqDjtDHbONEWcmXNF9G9A25yYjhETfIo5zwlnTsuf+sGy/I8Ql9uaiaWi96zqIYFrZVHp+jH3vE40Tq7gEZrxur/ccmi3jyjmCEcALM36ElIcZGJ4tE9FTT3KUYdi19/xyHxJmEHrTOoRWfIzQB28h9PUKcIvIEtC1LPOOcSJ/WhwxuAKdCH3/NfSfV3cFi/r6c6CzE3qnkWesi3Q628Ht7eCOtsg7ksIikC0fIkyn+BLEDkjsUsRxTexUlNLhRjS7mGlue/TQMxeSseMZvxOse+4Hy467QRnTPzJed9PgsjfRVve3zJl+AYgCDYxOYmwk4rU6k7hX0Znoe2L+2kJoDxFbmKEpRGWk09Y62LCKJMK2DIxl4Kd2aAeMcS/JCv+KnCQYMSFcW2vxrf5gLoDTSDxSZ1FRRm6B4tq7oiaz7zkcQQrBt//XdSwIBVF04TVhswnEDYGuGcG3SQsZT8naTz8aux5xBOl1vFJViPzS4uNXy0aCRCYDccSyWgEaGPTB95eifd5tsB4w2fgnbBybMAMz4g3fe2PcQ052A4K4P9GXWVUs6WjXHh1qmQVylmC6F8ryqqri0fbOv5FCZxBT1ljgFp77Z1j32De+9R4luFN8giLX5vY2tNffiuDy9zdXEqlRiv98a+z82MlSwoSczqefQEfjv0zUTH4VkUGACc/k6/hTfn1Dnzikye8vkyXmPMF0g89VVTZ/qTJOQeBGjTCRmLfJ9BcncdTJO74qoz5cgac4eogjSHcR7geGj1OMzJLp+BD0Fj9Cb76EdhHgUFwyp7EQ4NVB8x0B+7U0f74vjV1nbFdDhmB6zgBfcMoWGwOhnTQtsJOqKmNCGsaAmXQFW6tMowj65viODEX4NH3NJDKD0lRKln2ImSVBBMUx3LjMtB58pPF8KyLzD3Zpc9+C4Htv9CIYseNStxgzaKqJJ3FxnAq+9QpETOA0R8rTSv9fwAAAIABJREFUGXjIUVBwGd3x6NpBAyEDOx6SBJPIPLDLVeindWvBhvtA2ot4aVHGbmtka1S33xGKvSxqitiUKcjctYN5/xf/PLGDKb7oWojL6XQWkZkytPLTrovuFR9DXHwPRiHgC7vb0z+L3GAok2F9SoIxOSHe/5u6DbXwSuAX/yWTTZNeTeQ5su1/GCwTD+669IySizrZnYuPuG3uPyC8nzcfkUpHdOWYDpOmNtn9C3nGMeiDtxF840WExIvX4JcvHJJgws6CJJgwsIhk9j3/s4jdIV6lmtd8sJG5d+yZwV7bZC+D7aAjkHf4caDSFL3Kd7RBW7vGsKo1jiJv/Ld3WAUi2CYdAnWn3Y28SyRekkxa/saDn0gO1/H0AoSWvZlRCdp0xmdl9Z7+CafiGVyO1h3SBLNx5rF7hLSCWcw8CWC7QjScCYWGxUKPQoYJKwm3/IxdBsLvyPCWTtIxRV+3FsFP3kXo7VcRWvW1iEnQlV4kWhJ6cT8lDAMVxXgBs+xzIGwTD06OX5OmoflyV3ifqkGeFUkwkSdgSBHM+nMr9reFqEIHTiWdRzKRVXwSHNUGfpBXr8nuhfFZwRnngwqLTLYIX01b/T2CrzyL4AdvQ2/2DihvtTC0U8Zth7yjphjGcWb9mSINoPlPM8DeDQMaXyoaS4IZ4gTTVDPlFBXqLJ2x56YcRjlHrOI5O79iAIHuO9oNQ73O5zxdrzDJLKoKy4RdDevigWQxaLv3RgQ/fDuZmiVFliSYIUowvprKo4n5Bh3YJ9useeNd+QVnXQjb/ofH28yoL+5VOp6Yn3LfHbLlIf/k6bAd/GtAERmb4yudTy9AR+Mj8TVKQ21JMEOQYHyuynowT88Fz2oz30jx5X8zEtXHW0SMljb3renLT0SE/MpTkXdMZdx3M8F3XkPb3L/HO8SU15cEM4QIRrgGjHWEPgPxkAk+RaqKoiv/YcRyiacI/6W2ebfF0yQ5dRUVecdNQ375KXHJEwTT/mgduHVjXO1SXVkSzBAhmLUXnLJFXnu7OKTH96WlegWmWL5h6PZ/10HEkDFbQl98gnb3rYZNyaAU1YKCqjNgO+IE092HvliO9vl3QORSyqjC+MJRLw3tws1Jzlx28uyqsubW4DIGhI/RkCrW3fZBYfXFQH6BqXELj+j2+++E9l3/OCsRBQi3hS3GGrFbehrZifoiPIOIgCdenYStilkzfRF+oUgc7UZHDrvQUx8jf9LNl2VcJkgCrSupa9hSZBkwNQEmKjFDaa6edqzOvDzVSQRNqJNwlZwhGJ/L+Q2AbRNGIkMaiiDcIm4KCooQy+9JhFIQYRPyK0+DdeJBpkYggk21P3Sv4bNjulhtRvArpXSEYWwnYur2LgTrfodCHTOuK0PAa8+bft4WaWyLxO7LJDl2LHwAoU+WxXyOZxGi37sBgpSiRdUzjUHUiszEeKSEtnCR2x05YI7JzkSmjKay4CKFsT3ZtKMddy8RazsrS04QjP9s59Os47jIMyCWG20kcCcDbdBpJam8Xhf5bHTkESm7ieBUBIiwaIrIcTMYRnXWPSYh76QzU+o0GPr4XbTOucm0pzEVFht3JSJQVOvd1wPBQESYlS3HIr/894ahnRHsKZpRXg8pha5LTBNkXF8Zs+H13eF5GPrPa+JqmlhlbobC9fYtm6+k2pc74pUhLMj91RU3gGgWgEKxVkvdnoEZNsWrRJLrZz3BeGsqp5LOT4R5LWoV4QVDrN07vCD0Eu56ZiNqaxWqrQ0ZrgC1wlq3FqitNdJ4drsH/HzBKSMLOjvKdY1PhsITwWT+YmMAkyPi0Radf5XxIaes6Dpa//EXhFYuN91FwannwHbA4dh402XGc3asIo474tgj7Gk6n3rcFMmI41XRuX+O6w4plh49fxfJ3EQA8TSWIDPeslmUmwrnLHomVppY33lTttMDymUK6FQAmwmFgQdK3Z4z0qh30rvKaoLh2sn5vh/tnxLRdgYywiRXIb/O+KcDI68cyHbVIJzZVY7OjaERHeBpAJ0D8NhUPXtbJx2MglNcvWPLJnm6ta8+Q+sd15pOzyqcFwvP+TOUEjuaL+oTa1pRoBQVg9vawCKwd/duRVFRfM2dhi9S6+3XRM9i0HMXM+tKiOyTqSgi4l/LlTNTITq6TLEeCUFmWsukNwGkEeNnVrgFzNsTlCKCEQpTpGzo9S0yod2qqAcUz1mYPakuw6CR1QTTfHZltaaze9MgmIgW6CG6NBWXYuurp+6rQPMoRsbH5Bd13HYoPPsyKCO2SL7wTRLbH74XgVefNy3fOukQiOwEIjdRy8VnGnFpxEuVuBsysp7m5Ru/CQM6BALQfvgG7Pei8Lwrjdg17Y/VI/C//5jqz3rI0Sg87RxTdeOtFHj5GbQ/6o632aDWJ+D2ZOVVH8yBZDXB+GY434CCAwHSWadLS+cuSqkVltflbCDAmaoJy/tNJfJOOLnrg01yYCvhqNhiOAt6Tasv4uzmVZ4GYkZL7SzjnoQ3tkAX/kAi+LdIVaKoUIpLjMDevLEZ3OwzCEb4RHV4/oXOZ54w1Z86equu3VISQz6IC22RpqXtvpvBHe2m9MiESgxe/hV+2G+S+70BXxgP9niylmDaXZWHdEAXQVeHWwj7Datr/DTVYG6sqbhYY+WWVF4Aq9uMNyLmGz47Ii9RNKIRH3ggAMvW46NG2Be4iOfjjbXng9n8S6rtwCNQIHYVqgWdSx5DxwuLjXxH0Ypl5z1RdGGtUaXt7r8i+PG7pqZFHKkKzrwg5mWv/v3XCP30Q8RwEN1ZENi3AaEvVyD44VumL7RNKZriSgR0UkDdq2T+wl8C7qS4z1SKz1qC8bkq/wnwEapqPWPYnAVxvLkmDqf/bOdprOPBxCXE2VKQS9QIEV0/Gvc3IlRDhDxIoo646Gy745q48h6JGLuF5//FyGMkdgOtt9caO4JIpecxTwQH33jtBXHZrOSf+FvkTfldRPniWb7l8mpjlxTdAT5zw2pEXQFGrhf6rcPdsCDOlZKx1bOWYNbPmFJhIctOjvqGm9OFblfg8GBnuvoz24/Y9RTNumpT9sXwrYw8Qe5bYr7qiJi/4rlc3Wo7WA6cDKVPDODAGy8i8Opz0L79arN9iQh0ZTtgsmGVq/SwJhbpX0Xys9DnnyD4/pubiCHyqMTxMJr7AHvXY+PfrzJyN+VaIUJIgTprWN3C+3JpbFlLMKtmV5XNsy9orq1FKJ0T4qt2doKMW/+MKcJWRaQNEfmUwhWRKzrw4pIuT+QotinW/Q5DQcUfuiLjRQrDqWmbM0KK4491171h3euArr7Fka5vEQZvgU5wix/tj/8TIl9RpGI7/FgU/L4m4u+GY+b9d2RkTJgBLoY2QL/G4V6cQZniBjiiTc2zlmCSM/z4pXhdFd8RKON8nYZd+Q8juFOiBGM79GjkC3IpLgG3t4IKiowdR+jblcDGlq6Ur2O2BhUPMy56RewY4SwpMjYW/K66665IZIP0rYf2/TdAYaFxlyQcMYV1r7ACFulpOx6p65VTqae+sQgmsPRltM+/M+YuLP5ZHbwWzPgOFvXC0jkLPYOnRep6lgQTJ7Zel3MxMab0tlqIU0gKqouXG+vuke1Ioh2RhBtA/u+qoRQUIrDsTXS+uAQFzj8AgU60L34U+pofDI2FEaAIaiUIo/PZhV1HHiIUX36LYb0b+O+TRs5ssVsRz+0ilQl3dhikIGxcbEeeCIRCaH98HkIfv9cPhVhHpMALi9G+4P4UoJd+keJ2TQO7O6BfmS1pYBNBSRJMnKj9PKPiTJtKc/vG7Y1TTNKrC3+kvGOnRj5eRLrkFQRx5T+MJ+eOpxYYKUDEMcp26DGw7nsoAi891StFiXhCN3Y5zV4jraxBPCO3hL7h517+R8IxUhCMJry2H55j1BPpVkRaW0FQrX+7HCLtSM8iyEtE5otU2h+8G4HXX0w6dmkVSGgnYGFHfsHFWwyBHEqSYOJcXSK7QMvqD1r1LuvLjCniklU880YqkZ6pRVaCollXIvDmS8YOpPuORjhcFs68HLpvA9rqbgFEwG/xYrXbRFj23Nd4+hUvS8JpMpwLQb7zD7Bs/6su0vr8481qiYtgy857IPi/5xD85JddjHB2LKy5FJZd9oowBEbLpdOhx2HHkwmTQ0Q6s/4Ng16zEP+tuK5xRSzXgUzQO1k6SIJJAMlM9NyORTCRDO3EUUYEf+p6GeodvsF28FGwHfRriEDgwmhOeG4L+5z8384wyEPsQFqEbU3PmDJEBkkImSK9SOfLz/byZhZP3iJLpe5vQuCFJZvRt4zfGYXn/Cmiq4TYIbVceU4aPKPNLwiRcA3g5wF1vaJy17cUAgKk6QpxE7Hlp5BV/779Z9vKcQsWNJmXnDs1JcEkMJf+syvfZJ0PSKBpUpuIC1SxAxFHGUEEwps5Wml/6B4EXnuhVxUaVoK830w1jh76mlW9m4v0I/sdZsjmZj8C7/wPpFqQV/F7wzZG7GL85528+WikDB8Fyx6TYBm/k7Gr6XzlWaC9jzGqLQ+2g4+EeMLuGTLCdnQFCk6K7Ncn7nva6m9F6OsvgFAwqTgmIkw8xmnFoa1G3Pbkj4m0HyptcppgRFwNWrAgqfEVReoTa1B5msHpzZPac0UKR8Mtxnbdk+wxEcrI0abWqwgwJexI0NkzkgAh74QqhJa9AW3TZW5fYda99oftGKcRqkFv9sO6y55dOw1m+C/4vXHfrWwzHqKeeC0Sr0vBD9+JuNsQtjbipQr6L1bFRRdcHeV41KWRcEUQl8MBkavpq8/6jMMUBEmrRIT19jrPyKQJzFFBOU0w3pqK5aQrn7NOs5PhAOk/p/xYDinCuWZQYnSIewrLr3aH7bBjYNl1n4T8lYQ1rjB+61lEiAVx1yKsbyMVslhg2esA5B05xSATsXsSpWPRgwi88V9j9ySM8oIfvRv3MUY8Zxed8ycjyJbZIgJJBd99zcgyKY5wZmPPmJUfsx7Ro466hgHkiYnZQ05UyG2CmVHxCil0qDC3Z+JPVCh/L3E3PBDvzPlcvx3P3PkgEQvHyrRjJo4jtqPLYd190oBjpoQ+ehet9/UOOCVcDISXdKygTOJupXDG/0FE3RPGc+JFyXiGfvAehN5fGtXPSRm91ebn7r74F519GSx7J37iFHqLS2qxc0p6Tqfwi0ULMCaNqvf0De0X79LK+fpp/1jSiWjzedN20gPaMgBGsNpNHiotpOMTTcWLwVDw31vOe+qTcDp5XeVHEOhIguJi8IgYzi8pGZZwHMw7usLI9wzhYZ2kIgJBdSx+tJc0yx77QvgeCWdCcX8iiKO7KFuMMchNXNyKXU7gpacRXPGRYXcjLoJpmN2w0BX2M8JmRrwuGUXE8R09zojQJ7yZ++6cRBUj5W3NpVH9qEwNW1gMt200fKU6nl0ITdzVpKgwc6uD1AnkXpSOMHkpGkV6xOY0wQgIfTOm3gtFDxNtiHQQd4KxEYQOYvqJwcLW3QFGMRQUgTl/MHYsQm/b5OOQd+JvoQyzJ30liLuM1rpbDBuV7iJ2McrYbbriAYvE9eIiVaR+FfFfxD95BUbc3M7/PQvti+VdRxJFgbrVtrAdfpxBEJrICClCNnS2G5fCglSMf1r8YWPjihAPxZfdFD0Gjq4bNjbC1sZsEZkS2u68Dtr3X5ltkkA9+lGDVq+z+ujI+obUsVkCmmVSk5wnGAG2v9r5FhP2yyTgo+lifHhX3ArFMdyUyuK4InYdIhi3eGomRUHhzMtEeL+I7cXH1zrnZnBT7xQg4vijjt8Z6lbbGAQjFoje4kPos4+iHqFEyE9BNjRySyi2PGg/r4H247ddWQbCFCM8w/TZRjDxiEXE1H33NQReeRaW3ScZmSvJ7og6rm5ZwaUvG35LqS5E5Nd13OEI2m+j+fOFm7csPRAYEgRjkIyr8m0G75sNsy+eeQtnXxMx5snmMQSDxtOxuGTVVvYOh1N03hXGRxmtaN9/bYRgEPYtaS2qirxjYydeC339Odruvn5zojWRMsW63+GwHf6bmKlOgh+9g7Z7bkjbsBjcSkx/ddR7bkxbp1nQ0ZAhGDEXXlfl4wSObIueIRMmnoCHXXuPkYOoXwkFEVr+vmEYF1zxccQo/+r4nVB80bXhPZx7CBUvMO2P1PUjqJRBYctD4SkuWA88IkYwLUbrrVcgFC7+DBHU7SYYOxrLpEOhFA/rp+5gpZlViJ8oqWvM+DWWsvntI3hIEcwmkjlfAdcykJZsAYlOpLhAzSv/fVdkO5Gg/ruvup5l330d7G8Ca1pM0XnHnQRhsh+riB1M5+JH0fnyM7GqDuh3cYwqnHWlqRS34lVIGAYKY77IhQCbDdY990XeYcdCnbCzcXwSr0qtt/wZuhGYKv2FGfNK6z0z0t9z5vU45AhGTMGGc343Tgl1XEegaQCH2SZkxkSRo6zrY2TuetnZ2ByXvQflF6Lg9HNjhqHsYjDNcGoUMXS11avitmWJhpiIV2PZbR/kO081XqpiFUEMrTddGl+K2MIiI9C4Omo0gp8siyv2cCx94v1dvFYqpFxlr1t0fbxtc63+kCSY7knsqK7csQOoZugnKQqNZmbbYL0apWphKWPGoXD6RcYFrJlixID56F10vvy0sRPo+Vxtpn3POkZK2Qm7Iu83Tlh22MUUtKI/kcNI+ybbH2bID9gmOtz/TuVTVrxTkvb6Q5pgeqItjOkIwdPA+q918HgQ7AAVCIBEpseeReQJJZ1COuBXCM0gflNn2ouYd8u0ODFCb3HcKph+kWEgZ7qEQgh98QmCH7xteEMbr03Cg3qTV3VYOYoCsuVDcZQZZv/W/Q+Duu0E012KWDFtc//eKzyE+caZV5MIt9vrPLMzT7P0aSQJJgbW3Rkfe/1lRv8k52svOGWL/PaOTwfVRynKWNQddjai/Yvn4USKvrHFiAEjAlcFnvP03tkQGb5KtokHQdlyq4SN5joWPYTO/yxKRL2MbEOAz+72ZPRdX6qBkwSTRISbXZX/1MFnJlFkUkUJy2CRPVJY5iZaRE6k9rl/7/W6o5SNQOHsa437j4QKMzqeehyBp5+IvkNKSPjAGolg3NDUimBeaIOi0wRotIcqXEaYJjGEIWbkQswdKujA4iHsUiAJZmDrb3Nr7/RpTqjaI7TJLSFJYpMuRvgEiRi6lp32SEw2s5HYXlwIdxfh2V00u9bwpI67hIJodd9i3Puk3WEx5u6VRQLze+zuxvN6VhUpizeusW+vsrJrELiRmbcPl1JYRHSwgC4a5m64M25ccqSBJJgkTGTLmVWHa9bg0wDiuORIQscJihCWwvknnGy4IyRSRPqT4Htv9CIYER5T+BzFU8TzuLhzCX3a27s7HhmprEuET+11nl1j9eFzVVwPpnNBcPSvS/c73A1nxZKRq79LghngzIo7Gl915U9EHPv9dYB9Jbu58CEq+O30yClKInSYDIIRl8atd13fFWohAwsD7SE1eOjIOU/1j04eRt/VZ0zZqdCmPgJg714/E9501HkOysAhpkUlSTADgFnE5/WveX8VmMx74g2gv1Q0Fc6N+SdP7/IJMhmJYkAE09mBzucb0fHsoohWyKkYZ1wyWUChXGN3L+rKgRtH8dc4lzNjl+4mDP641N2Y4Hk0jo4ztKokmAFMTHNNxQKd6aQBiMiYpurW4w2rXyPodgyiSYhgmA2fKRGgyjAYzODCxP9zjN77SKqtTSipX5OrYo0C2lIY3JGuP+qYu3jIBqaSBJPgQm+uLj+LFapjJkuCIjKvmcVqGOSJ9K3CQI5s4Z+04yWY0Kfvo/OlZyD+LWxdMr3ooEPL3A2vJapnc03FFGbFw8zERLeXuhsuSlRWtreTBJPADP502jGjCgoK32ZgmwSaZ3wTwwJ3+x1hO+QYWHbaHSKG7uai612vPn1fkS661jCw23w0EPFzv1qB4DuvIiRM96OE48w0QEIdoa1GPDiwYN6+6orPmGgsgy8pczfWZdoY06WPJJgEkG6qcd6gMC5PoGnWNbHssLORtcA68SBAtRixe9sfq4f2+S/BqkTqk6Lz/2LEgkGLv8vb+7XnDYLJxqIS7zqsrrF3/Is4B7JhxoknkaIeFSwovHooJFiLBI8kmDgXjqjuczl/BpB1r0YJDPWXJkSw7rIXaMzWCInYtz0SoIlodiL8gshZLeKwiJSz2VwY+q9L3YtfGugY3nVNLJzkfi9yJPWBdpAF7SXBxDlJ62dMqbCQ2hDOsKqvKGYGEX2lQX8Imv6jRbXcx0BXOH5ZMhYBZrq2tL7h6oxVMIsUkwQT52R5XRUfEij2syNhPan6aSWj9nmh+zVCWPuSqj0u/A/j7FZWTyMCDFpQ6m44OY1d5mxXkmDimNrHq6psR5cG2yj6LiTIxI1au3ZhuItCn6uiBkx3gjIrt3UcMOR8VWb+tJ30w8e4l6zP+cGmeICSYOIA2D9j2vGsaE9FbMLwWS3KqUVzFkWuI0J31kyZRbp6qySZOMBPZ1Xmjnwoe+bLbAEDRl0STBwQeqsrHiCi0yM0WddZULC72RcDb03FmcTkFqmB4lBBVk0TAlZVOTHWH4o0qZLV3UiCMTl9L02enL/PBMcyJuzctwmBVpaM2XOXeC0/m2oqphCThyCcdmXJLAT4MYe78ZTM0in7tJEEY3LO1p9+4lhLgWUluCtL5ObC8NnH7jUyXnLpbt86c+oJoZD2BBNFjS1iUk1ZLQoCIlecSXcrkWv4h+d8lvEnL1iwKU2lhDYRBCTBmERNxO/tJP6Ee7wAiYBCwWJthxG3DdDq01XxGEC/NamKrJYAAjrzCkVR5oP5CgD985z0kUki7LmKP5bN8TycQHeyySYEJMGYXApraip2yWf6qPsFSTiysYYby+Z5/mxSRMRqfpfzKgZfE8ff14F2OaTaE6gDauiIkjlL3m6uqXyUmU09QRPoHbu7IWsygmbipEqCMTkrLTUVu+hMYgdjYMaMtY56zxjxl86kiIjVvK7yhQRl6kDlyPbhESAgGLTyoSPuaXzr5xknHp9HlgY2ZSZAusJadUn94n9KbBNDQBKMSdyaXJWHKOBXRXWxYHXov0mGObmQ56uuXAXirUyqIqslhAB/Za9r3FE0bampbNDB5WbEMPCDY8xe2yV6x2amj1yuIwnG5Oyur566r4X0t43dC+ApdXsqTTaNWc3vcnYwkBezoqwwMASIL3HUNd4qUtQAnR+ZDXFKoKfs7oYTB9b50GwtCcbkvPvOm7IdBdUvWIeuWqzHDJuz4BWTTaNWW39mxf6qlZbKiUgGmjFkEP3QmZ8/SdgqGUclxfKUuEszU0SOo5W86oqh7rxoBquedeS6NonYateUEYVQPgPR+/Ym64mUpOdLf7XzaSYkFn3bpO6y2i8IhEi/akTdYiOlq9flbADgNPsREPCuolovTtYfl6EwL2axHQpYRB2jcL0fj3GvaazUjKhf9E4yABHJ2vLaOsT9SzzOjxqI1ExL8ZEMPOKVYYSkjLORyBRQUufZvfty3lft/A+AY0wLIrSD6bHOgvzLR60OeZP1hybOYWRN9XjnJ2sGlgpFfWdPvddx36JzkiXbN6O8DoriMiuPdf6flodL1QBVg+gsAg/l+ftC15SLFAvvBuabzGII0MagGpjcM1vAJheQ0+LiKwYzkVez6seL1ynz/Q+tmkN5gcY90zy7qoxuW9AUd8MwDXj26WP9rc2fmTH6Es0JaLG7PSXif6+cdVzJiE7bGwSKmbMnGbpmkgzxggcF0+33eR7q1qupeuo5KvFdDDbjcsE64aayut72S/6aaROg6w8yYT/EkEPAeh3kIVvoBsfdS77JJHwyTRdJMIM0I74Zzjeg4ECT3esWqBcXuxfeJuqLj4FZXwrwL0FwTQrK9mrMeKe03tPP+E14qCus3mYqoBfjP456z7F9seBaWFrXTtulLRiamKfysdCV0SzsnBQw6WgDKe+wFni1IxD4eMuHnhNRDWWJgYAkmEFYIv4a5+2s43wzUfHEBOlMDaX1DZsN8bwu54UEGGQz1IoOvFXm9hwQbtwbZpRfrSpKzFxGzPxtaX3jdkMNu8EYrySYNKPuc5VfClZuAJkLncnEn5bWNfY6CvlqnC+BMTnNqmdGd4z1bUHt0DHzl4SNKO51lb9HUPaJoWyLY9NxMzMGlbtaSIJJ49x2xYDBPLM+Rwxe7nA37tHXHcFXU+kDsz2NqmdMV0QIatD+WFa35NFwSomXOVt7++poITBEWtjVXuuoXRcs2JgxA8tRRSTBpGlim2ZUnKsqdFe3L1O0bsW5n5hvcdQ3/qlvvZYzqw7XrKHngbietn8RQ/wToLRBUbaBpg1aAPJNT8zvqyrPK7YEHvJ35v8d4BlmpkPX9TllcxdHfM3zVVfcRESXRTGia/3Ra91SEowZtAdWRxLMwPCL2bqLEIJzibCDiEcSszC+UNhyacncJxrD1fW7Ku5mpnPM3N/0a094Hpw3c11e87qRbBluCagTAuByIuU4Yt4+pm7JrRBUteA+w+Y9ZSRY+uaMyY7hNvsruomA6grxEyV1jVXR1PHVVDSBqTRcHQa3rvbaJMEkdz7DSpMEkyKQDX8XClxHjEoGRw0mRTAsWjaC6KF11vY/TbjrmYjJm/2uyrcZvG8Can9g91r3j2QY5q+p/JKZx5uXSx3M+nqFSBj+hRj8MzGGM2OCGfIjkA41dLB9zpKl3X16p5cfRqoi8hFFfW6O9JLUU3d/dcXDTPQHSTDmZzQVNSXBJBFVrp2c710zrFKFOguM3XRgWGSAhZ0WBRj8jR6iBnIodaV/X/RdLHV8LqeIdD88Vr2evzNzq4O2GEVud8QkYC01lVM1ZpFSJeaxiYBOTef/84f8/9pu/su+Xh+2q/JJBp8QSz+xmVPA99jdjef1bu8UT80XRmvPwJelbs+EaHVaZlYdrmnB54D+2RvkDibW7CTvd0kwycMS3mqnOAr9sWcgbxKhY4xlpZgJAAANhUlEQVQLBwZB6WRwC5g+UQme9QHvg30/0Fjq+GoqgmAyHyicSRimneCoa3g+hmylyVXxqQL6VSwdAKxr2agePO6RhSv71t20CzHlCMrQl5W6F0/sK8PncnYginc5EX1tr2uIudvyVld8TUThnqPlHYyJSU5GFUkwyUCxjwyurbUALxsk8PLLwLqRI/WqBQtC4v8PJEDVhnN+N86idX7LbMpitUsrxp8d9Z4bzQxzU6YDE8GVKMjgS0vdntv7yhW7uObVpd5Yx8JN7XxfYtXYvh7Kza7KJ/XouyBh1eyIhaXXVfkPAs8OM/b2H+UrkpklMeA6kmAGDGH6BBgxaRR9KdhsFgJeH4S6x0j3ojVmtPy52rmXjSBi3sR2voxAXFxVZfOXBpcD2CFWnwxuduQFxlGfOycjNEZA/SrSi5vRbszew2MFgfK5KqsAfqzvnQ4DvlK3J+wFcCyd5e/xISAJJj68BrV2c3X5WTqUuWYuUQ1FNwVYMqs0u6aMaIHlvzp491htGHRbqbvhon47GEDxVTtfIcIhsWQQkb+kybIVhbFH8bkq1gC0ZXgZ5LeP2XNEbIL57XjmzteJsEVPOcS0zl7fMCqWfvL3gSMgCWbgGKZNgvDmhq7PNNmhzx5wbEfz5/e6hI3V1uuqfJzAUZ+Au2TQIoe7YVo4ed5qp0iNOyvW4tJBP5aO2XPbcEThqymvg664wodRMEcwQjd/TeVrzHxwTz3DWUfHwkX+nhgCsdZAYlJlq6QjYNxt/OhYZDY4FTHuttd7ZsWrSLOr8m86+JJY7YjodXtdQ9hdipFil7QnY+60Ijgdir590088EhbLs+D+mS8Z8DvcnrJYdzBCTrOr4j4dVNOLYHQ8UDrXc0asMcrfB46AJJiBY5gWCVxVVdw8PPg46yai3zHY7vZYiOLPeLDhnJMOUkOh12MOinmpo74xrDe4QQ6qRTwRR7ZnMd6p6U+OuoabI/Xld1Vu4HAe4wyfo97cHUpLTfnZGitzevShMeiiUnfDnTHHKCsMGAFJMAOGMD0C4iIY4p8cdY2jE9HMcMaEEvGj75YZLRC2QTCK5floOxgi7igZ7S+l2pfFk3TY4nc5P2fAyATQsxDjO3u9Z1sz4/PWVE4l5oU96vpULXhotwWxGRmyTuIISIJJHLu0toyLYHRljmNuYpH3/C6n8JfqZfwWdqC6/nfH3MUXh/utZUbFuZpCd0cDiJlfKq1v/HW0Or4a53/AOKZfHaJvHXUNpsItiNS8gZD+ZHfKWCL61F7XMOQCdaV1sfboTBLMYCEfZ78vTZ6cv88EE3cwDFYV3m1YXeOncXZhVPdVO58F4TfR21JQZ+38svrF94Wr53U55xFwVkQZzB0arEcOr3/ijWj9eF3O+QTDcLH3Dkahpfb7GkwF62qqqZiisOLpjlLHjLtK6z3nJ4KNbBM/ApJg4sdsUFowoDTXOB9gxqnRFBAhJe1ujy0RJb3Tp24DVX+RgKhWskxo7wBPGh2GxISePpfzXQL2jqgDUYOj7pcAWpHqRTKUI+B2u9sTzoCunyhBMCpoETMsIoVsMKhPHnG/jKGbyPpIpI0kmERQG6Q2G6rLz7KQMjd6yAf+yuFujGnkFm4IwpDPSvpzDDiiDpH4W0dd+IhwYqe1944OEbe4IJwM4RdlUbCfmR1Wi6vyfI35jj5P1QEF5CpxNzxgZhqMHYxODSLAF4M+cXgtE2UmADPIJaeOJJjk4JgWKYYDXyj4UtTL0wFkIVw/Y0qFqige4d0ddZdEuMNe5wnrkCgCoze3BteHI0EhVSGaNqyuYZEZwDbWTDslxNq/ekX7J/ZaFMvk4jkLRWbGmKXriETiktfKwOxw7g0xhcgKCSMgCSZh6NLfcJ1r6mgL9B8iRmsj6KpO1w+rb7g6Ee18Myv+DI3+Gr0td2ps/XWk+5NNT9QvhN+94EuHz7qr2R1Em6uyqpP539SD8UTyM7vbYzpcRdcOBo+DSLcXFGxPdzy6NhFsZJvEEJAEkxhug9bKV+0MRYrnK8IotBHvE+5uxIzCvurKRSCOmnNbYXqwpL6h38Vrt/yW6sprNOK/hOmPQ0E+MJ77D79r6u911v5F3U9AxlZGucbuXhQzsHd3/15X+REKFA8Yr9nrPTHDSJjBSdYxj4AkGPNYZURNb7WzlQiF4ZQxfHvqGkxZuIZr762uWE5Eu0QaqLhADkDZJpLzpLA29q9xLAbj6J4yjA0I4T57XYNZNwej+UaX88IQ47buExuBOxUtNCkeG5bVZ0zZqcCqLgl0dkzb4sFnTR2rMmKic0QJSTBZNpH+audbXcnB+hcGe0vdjQnlSmqdecLEkGZ9hoGRkSGh+x3uhojPzyKZXHNr8zsM9DLyY+bVjrF7bxPLObFvv/6ayjnMfHb3f2fmF0rrG3uRV6zpY5er0Id114dzzIzVVv4+cAQkwQwcw7RK8FVX3sLEF4ebOJF32V7nSciIrLmmYorOJEIbhN0dAYiZ6mNT/GER8rKneqwHtT+U3R8+C0A08ATBgLmm+8K4DdrIMe4lIqJfXKX5vGk7ldy9MGyak7gEycpxIyAJJm7IBreB4Uioao3hnAAJvNzubtwtEQ2bXBU3KqB+WQyELCN+rsJn9EzXGq6PppoppyisPtLrN8KLjjrPUYno5HNVLgTYSDhHTEvt9eaM6xLpS7ZJDQKSYFKDa0ql+lxOEbt3676dDMQMvslV8agC+l04xRm0uNTdUBFrUN4ZzgtJ+SXjJDEFFIvlmGFzFpgKodlXvjDYA2MiFITsnY6R8YaeiKWv/D31CEiCST3GSe/BW13xABGdnkyC8c6oeIUUOqyvTHF/UlrfONbMIPwu51UMXNtdlxmvltZ7+sk0I0vU8VY7vyXC1jpRXVmcF8Rm+5D1UouAJJjU4psS6eIookJ9UJi/9+xgIDsYr8u5kvqEuSRCCJpaYZ+78GkzA/G7ymsZSpcNjvAZULi8pK5xiZm2fevU1sJy4eqKFToQunNM4261tTBiGsuSXQhIgsmu+er6dkVsmLLQB33zGCWdYIB3S9ye/c0EdhJ69SQY8aQdtPKhI+5JzO/HO718b1ZpekdAvztSHuosnLohp7IkmCyd8r73HWIYAyEYX03FGnDvGLg6ab+PlAM6HGxel/NCwuY7mLagGjxs5Jyn3stSiKXaSUBAEkwSQBwMEcJtwAptBUAl3f0PiGCqnV7QL06ORPRTSaFlV7ptgXBcNFWEL5OFVI/xSE3sDVlwXKI7GFMdykoZj4AkmIyfosgKbkr0Nn2gBMO1sPhXV2zoSVY6uK7M3bjZyM0MTCJdLnPHh0RUxIy1OixTY8V8MSNX1sleBCTBZO/coWX6CbtpqvXD7ti3xPjMXu+JaOofaaiCYJpXO9f1DNOggw4tcze8Fi88vhrnS2BMBvgnja3TJMHEi2Bu1ZcEk+Xz6auuuAlEl4lhMNHXpSZSqvYdcl+CEa9HJTzKHi2XdSTYNpxdWa3q7CZgbYjlDibLl9eA1ZcEM2AIB1+Ar6aiCUylIql7qbuxOF6NBMH4VjubCBi2qe0HDrcnckS6KB0YmR0doY0MfaXNYju9aM4Ceckb74TkUH1JMDkwmetryq+0QLmGmNpK3A12s8/KPYfudzlXb3ZSjCOfdTj4DENAhSYUKnkX2eb8e2kOQCyHkCACkmASBC7TmvmrK98E6SNLimz7xfPy0z0On8u5DJvi6CoBdeeS+Yk7B4qwDb7VjnsKmG7Or2/4ItOwkvqkDwFJMOnDOqU9bTjnd+OgdbiCoeC/t5z31CfxduZzlS8EK1OJSC+pa7AmkrStZ58iTEIidzjx6i3rZzYCkmAye37i1k5Y6Cd2RCq/mqFeDPB6h9tjKudQ3MrJBkMOAUkwQ27Kww94/bkV+1uDyl1gaDIsglwUyUJAEkyykMwBOc3V5WfpUHd21DdckgPDkUPIAAQkwWTAJEgVJAK5ioAkmFydWTkuiUAGICAJJgMmQaogEchVBCTB5OrMynFJBDIAAUkwGTAJUgWJQK4iIAkmV2dWjksikAEISILJgEmQKkgEchUBSTC5OrNyXBKBDEBAEkwGTIJUQSKQqwhIgsnVmZXjkghkAAKSYDJgEqQKEoFcRUASTK7OrByXRCADEJAEkwGTIFWQCOQqApJgcnVm5bgkAhmAgCSYDJgEqYJEIFcRkASTqzMrxyURyAAEJMFkwCRIFSQCuYqAJJhcnVk5LolABiAgCSYDJkGqIBHIVQQkweTqzMpxSQQyAAFJMBkwCVIFiUCuIiAJJldnVo5LIpABCEiCyYBJkCpIBHIVAUkwuTqzclwSgQxAQBJMBkyCVEEikKsISILJ1ZmV45IIZAACkmAyYBKkChKBXEVAEkyuzqwcl0QgAxCQBJMBkyBVkAjkKgKSYHJ1ZuW4JAIZgIAkmAyYBKmCRCBXEZAEk6szK8clEcgABCTBZMAkSBUkArmKgCSYXJ1ZOS6JQAYgIAkmAyZBqiARyFUEJMHk6szKcUkEMgABSTAZMAlSBYlAriIgCSZXZ1aOSyKQAQhIgsmASZAqSARyFQFJMLk6s3JcEoEMQEASTAZMglRBIpCrCEiCydWZleOSCGQAApJgMmASpAoSgVxF4P8BJDBLwZvO5hIAAAAASUVORK5CYII="/>
          <p:cNvSpPr>
            <a:spLocks noChangeAspect="1" noChangeArrowheads="1"/>
          </p:cNvSpPr>
          <p:nvPr/>
        </p:nvSpPr>
        <p:spPr bwMode="auto">
          <a:xfrm>
            <a:off x="1136576" y="5007196"/>
            <a:ext cx="666750" cy="676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" name="AutoShape 6" descr="data:image/png;base64,iVBORw0KGgoAAAANSUhEUgAAARgAAAEcCAYAAAAcH6uaAAAAAXNSR0IArs4c6QAAAp50RVh0bXhmaWxlACUzQ214R3JhcGhNb2RlbCUzRSUzQ3Jvb3QlM0UlM0NteENlbGwlMjBpZCUzRCUyMjAlMjIlMkYlM0UlM0NteENlbGwlMjBpZCUzRCUyMjElMjIlMjBwYXJlbnQlM0QlMjIwJTIyJTJGJTNFJTNDbXhDZWxsJTIwaWQlM0QlMjIyJTIyJTIwdmFsdWUlM0QlMjIlMjIlMjBzdHlsZSUzRCUyMnZlcnRpY2FsTGFiZWxQb3NpdGlvbiUzRGJvdHRvbSUzQnNrZXRjaCUzRDAlM0JodG1sJTNEMSUzQmZpbGxDb2xvciUzRCUyM0YwNjY1MCUzQnN0cm9rZUNvbG9yJTNEJTIzZmZmZmZmJTNCdmVydGljYWxBbGlnbiUzRHRvcCUzQmFsaWduJTNEY2VudGVyJTNCcG9pbnRzJTNEJTVCJTVEJTNCcG9pbnRlckV2ZW50cyUzRDElM0JzaGFwZSUzRG14Z3JhcGguY2lzY29fc2FmZS5jb21wb3NpdGVJY29uJTNCYmdJY29uJTNEdGhyZWF0MSUzQnJlc0ljb24lM0RteGdyYXBoLmNpc2NvX3NhZmUudGhyZWF0LnRocmVhdF9hNiUzQiUyMiUyMHZlcnRleCUzRCUyMjElMjIlMjBwYXJlbnQlM0QlMjIxJTIyJTNFJTNDbXhHZW9tZXRyeSUyMHglM0QlMjItMjAwMCUyMiUyMHklM0QlMjI5NjAlMjIlMjB3aWR0aCUzRCUyMjQ5JTIyJTIwaGVpZ2h0JTNEJTIyNTAlMjIlMjBhcyUzRCUyMmdlb21ldHJ5JTIyJTJGJTNFJTNDJTJGbXhDZWxsJTNFJTNDJTJGcm9vdCUzRSUzQyUyRm14R3JhcGhNb2RlbCUzRV5Rg9QAACAASURBVHhe7V0HeFvV2X6/eyV5xpKdAUkIK4SyV8JeoYyyYssJpqUFCiSWCRAg/IxSoJhRRqFlEywnJYwCJSSWE1YZBcoKK8xAIOxAQkhiSXa8JN37/c+5joOHxpUsyZJ8zvPw0KJzvvOd95z7+oxvEGSRCEgEJAIpQoBSJFeKlQhIBCQCkAQjF4F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0BWI+CvmTbBXrdwZVYPIoeVlwSTw5M7FIbmrXYucRQWzKA7Hl07FMabbWOUBJNtMyb17YWA1+X8UgW/MMzdeA4BuoQnsxCQBJNZ8yG1iQMBBhS/q/J7AHbW9fNL5zbeH0dzWTUNCEiCSQPIsovUIMC1tRbv6g++V4DRAFY53J6tU9OTlJooApJgEkVOtht0BPoQDBNwtd3tuW7QFZMKbEZAEkwGLwaeXVW2trltTLFitbAeDMFi0UPFamsglNfR5l/TuW3ryDZasCCQwUNIqWp9CAYErLa7PWNT2qkUHhcCkmDigis9ldk1ZYSflcdBdETYHhkaEdoAtDDjEyLlgRL3oscy+ZKzqaZiSlld45JkIhiGYKCDLih1N9yZzH6krMQRkASTOHYpb+mrdl7OoNkgHhltohgQf70Z4BaF8Jwe0u5zzHvyxZQrGKMDrqoqbi4NPaYz78bES8vcjb9Lpk59CaZLNv3ocDdslcx+pKzEEZAEkzh2aWkpjkn+1sBFAF0KwGqmUyKEWMeHrGgPlNYtuctMm2TW4dqq4ubV2sU69IsIGEZApwqUF7s9zyW1H0DxVVesIqIxm+Uy0BbUdh4zf8mKZPYlZSWGgCSYxHBLe6ufZ5x4vFWx1BEQz19ncfG50gblmgL3okfSobR3evneiqo8qQNjeiyu7x1uzzap6N/nqvQBbO8pm5kfLK1v/GMq+pMy40NAEkx8eA1qba6dnO9f43gSjCPjUUTsaHQdzzrcngqi1Bmjbag+6SALaS8yOL+Hfkyk/MVet+j6eHQ2W9frcoYIUHsRDNDiCDi2pvnzfWblyHqpQUASTGpwTalU34zyW6GQODbFNX/ilaXE7RmXistg/4xpx7OiLwFY6Tl4AnW0IjRujHvJ+mSDIi7Dfayu64cCA2TRDrTPWbI02X1KefEhENcCjU+0rJ1KBHznnngkBy3PEdDrg47VJzO3QlFOL61rWBSrrtnffTWVR4PxFMD974gIbzrqPAeZlRVPveYZJ1WwGvKwuOXuW5huddQ3XBKPPFk3+QhIgkk+pmmT6KuuuAlElyXQYTtZ9Kn2exc/m0DbXk2WV1UVj3EE1xKhMKws4kscdY23DrSfcO391c6nmHB8WNnMSx31jQemol8p0zwCkmDMY5VxNZmhNJ9d/ijrysninTqeQqCm5iLLhHG3LWiKp13fur5q5/MgHBVOBgP+IGPyqHrPBwPpI6xsl6vQj59/AjAsPLHRD/k6jsyvb/gi2X1LeeYRiHNZmhcsa6YPAb+rci2DR8Xbo868uqy+MWHLV5+rsopZ/zdR+LsgJvqktK5h93j1MlO/ZfoJu2mq9eModYMBTS8fNW/guzQz+sg64RGQBJMDK8M/c8oBrFle73vBamZoBHrK7m440UzdnnW4qsrmLw2KQE8RHQwZ8JS6PZXxyjZT31ddeQuIL45al/FnR73nRjPyZJ3UICAJJjW4pl2qv6ZyDjOfnUDHDGvoaMc98Vn++qZPnQFVrx+MD3yda+poK+kfgTEiWv8EvdbuXnxNApjIJklCQBJMkoAcbDHrZ5841tpq+ZiB0nh10RmflY717UO1L3eYbet3OZcysH+0+opCrpL7GqKTkNkOe9Tzzaj4MxT6a6ymBNxtd3tmxaonf08dApJgUodtTMnGC0yJNrx03qLvYlY2UcHvct7GwIUmqvarwrpycencRX8307bJVXmISvrzzNTToK5XU7GwdOKzSuuSGwRqVVVVWbEjuIwIMS2DFeInSuoaq8yMSdZJDQKSYFKDa0yprTOrJgb14F0WRm2yfHS806duQ4r+AQiOmAr0qUDM35T4bDuZCf9g5v5D2KZYFJo2LIn2NkJls7sXY3iMFxz1nqPjxSKe+sLYj1JgRBiPDplcVxLMIM2O/2zn06zjaCsrBxXVL3onWWp4q8s9REpFAvJ0C6mnFtctfDRWW2+181UiHBKjXiAU5MNG3N/4Vix5Zn8XrhLe1Y6vN0Wwi92M8Zyj3vOb2BUTr7HR5bywCMq/yb1oTeJScrelJJhBmNuWmVWHa6Gg8Cy2tfisw8ctGJgtSs8h+Fy/HQ90fpnIsBhYUur2lMdq66upWAOmLaPVI6A1xJZjhtc/8UYseWZ/97oq/wHos8mk0Q+DFpS6G042Kz+Rel6Xcz4zWsrq5V1POPwkwSSyqgbYxldT+QqYDwOYHe7GuEz9Y3Vt3FGUBlcRIljWRhVATXZ3g4g9EzE6f+v08r2DqvIqgKKoohiBkI0PG3FPcnYwIv8RWF/BfXydoumggG4pcTeIMBcpKz5XxRqAfmrxWo9M5h+KlCmcZsGSYNIM+PrTTxxrybd8BSBPEIw34C/bbv7LSfP6FUGY/D++/yqIDoh3aATSFMLJ0e5NmlwVNRbQnTpgi7GDYY24IhlR7N51TSwcz1t/S8Qj4xlTiPSrRtQtTokXt9CDzzjD4bf5NwD6RpBykqOu4fl49BsKdSXBpHmW/dUVDzPRH7q6ZdahHFbmbngtmWr4XeVXM5TaRGQy8xOl9ZFfXsy+VCXzFak3ZuZGxWAEdZw1KoWpTLwznPNJwR9BCCGkzHTMWzTXnHZDp5YkmDTPta+moglMhq0KgXRd044onbf4f8lUY/25FftbgpRYqAKmHxz1DeMi6eOd4XyBFHPxaJJhByPcEQB+PG58GOutun5M0bzF78fd1kSD2lpYLlzt9AMoZEBnnc8vm9t4j4mmQ6qKJJg0TjdfcMoWvvb2n34BnZksfHwyvJr7DEPxVTs1k3ehfZqS7nA39Arg1LNCVA/mvpJIuWoggaa6wkDwM+gTUMrMlDHwhQPK5FS97mw4u7Ja1dndrYuu83mSYPrPjCQYM6s1SXXChVdIRXhHkfGw2eXsYJMxfHsNj4GOjrYttnzouZ97/nfxRLzuR8dONsITAMabgYRBi0vdDYk8maPlnKknaSFdPJlbzPTVt44CWlCSohcknjw53z+hdCWIN4cvlQQTfpYkwSSyehNoIy5ffas/+JSACb0+XOAHEa82mVHmNhHMBkb8BneGbsQrSEeeTlDBSgGI88mInsd5RLCGDfAUBhMCAgT6l0b6q2D+ttS9+CUz0HlrKs5UQG7mxMjFGIKC0+33eR4y01+8dXyuiusBuqJnO0kwkmDiXUdJrc+zjivxBfJ+JEZxL8HEIXuTrciMBa1ZhbgWFv+Pzh9A2MJsmxTXCzK4XcSgYcZqRcE7pFleYpU//U+T8t3Jm5LHCYz8nfl/J/B0EfUyUZ3E3RbDtqPD/W/xWpfU0mVn1LEMoBJJMLGhTXgSY4uWNXoi8NNpx4zKLyhcHe4+IZ/pV8kMjGTsYKqdqzlzCCbsYhCEozN/quuhB1TYQKpew8Ckga4cBi//4Av/pCNeNu+8abbPZlfl4zq4n3+T3MHIHYzZNZSSelEDJDFesdd7fp3MY1KTq2KNgujWtikZaEYI1S9zuBf/Ldmq+F2V1+vQr+hrSSxCArO85I3wRyTZsyDlhUVA5AsiVVkW7kdiCpQUB7en2578caDwrZt5wkQbW6/TdT62695kaBVxPPqP11LQfexK1uibayqm6EyNXUk0+5WAxvrM4fWL/5ms/nJFzpBbgIM1ca2zyvcOdoYnGKETMf/LXt94aiL6iSPRxpppLo21Cwk0IR5z+kT6y+Q2RPjUXufZNZk6Gl7qqi7Cc4aN/0vAWgqok0vmL5TZJPsALwkmmSsxiqyWmopddKbl4TJsiGY6c0eezgfFYxgmUrS2rdWPCmnabQzaOpGQmWkafnq6YbDGoZOHz31SPKUnpQgfKIb2IhgRjQ/FnU+pu3G3pHSYY0IkwaRpQjec87txaqhDBJaKjDnjP456z7GxVBJWpBesmnYiVO1vxNhBmATHajM0fuevHO7GHZI11o0zp+0RDIU8RLRdVJkm5y1ZemWTHLkw0zRbXU+weSJmSPj8QZv0iBXmsXX61BMCin47EZL2IaUJgtR2Q9AVXa8uSdI9SJehnzYfoOhe48ZfDOUau3tRQr5fqQVl8KVLgknTHBhezqs/+ATAr6J1KY5QShgjMRE5zc/qo6TgKLOGbmkaWkZ0I+5eVvKqfSe532sbqEIi7gyBZ5uRI17+dFWdVjpnocdM/aFWRxJMGmfcW+18UCGcFukeplsVQSC6Sq7hmwJmN9c4b9AYFyQW4yWNAxzUrigILXiOY96TCXs0r6+euq8K/XYCDjJ76BS5pUpJnZQqn6dBhTQJnUuCSQKIZkV4p5cfpqjKK7EIpkse6QR+h4HRBIwbiGWrWf1yoF6AGC+ErPlnD7/3sVVmx7MpSNctBDotbH7tKIIG8vpnVr9sricJJs2z53M5A0jECTHNemZ1d4T1FsYfYgVT59lVZd7WQJVCyp/AvG1CY9ZCRznmxZdTKqF+srSRJJg0T1yziOEK+qMIiCRLChEQABPPdLgb6/r2sto1ZUQ+lP9TgHP6+hTFo5GRiaG+cYdkWmDH03821JUEk+ZZWnvBKVvktbeL7bs1zV0Pze4Y79lJmQL3orXtrsppnaRfoLByAIMjxrwxC5QCOqPE3fCA2fpDsZ4kmEGYdW91xQNEdPogdD1Uu+w04sowVLOXt7GAEo6adnfD8Fj1hvrvkmAGYQWIXYytrW0ZEY0ZhO5llwNFgKCrujJrWP2iewcqKtfbS4IZpBn2VTsvB9H1Q968f5DwT7Rbw2iasdRe33BgojKGUjtJMIM02yK/M7H+YEwz9EHST3YbHgECvCXQdpTpYs2tEEkwMXASnsq+6VPH2YDdWNWDsZ4+zcAuZPpdlXMB/QwMwZAKZjDKzDoUtKjKpOI5Cz/KTP0yTytJMH3mZNXsqrKi1sAlKmgqE7YnQGFmAndBJf6XSMWoAx0K4xMQnizxWm82G/KyKzbvsncJyp6ZtxykRtEQsFksBxfem7xUuEMBbUkwm2bZP2Pa8aSEbtSJdjFeG8zEhBWmLCQM+ykA0Aqm0LzSuiV3RVs4flfl2wzedygsrlwZo7h10UG3l7obLsqVMaVrHEOeYDaFUbgTjONB0dOhxpwUNvY5K8DqxSXK8JfJ7e7leOevmXolWL9OmtjFRDJjKhBEgkhcWur23J4xSmWRIkOaYIRzm0XRnwZjRFLnTBAN0ZetgVD56PlLvvhy1nHFozvzzgox/pH62C0EKijoOs51dghf36QOLR3CyGIB8gqAYAAcECYsg1MY3GoFTU3GvdvgjGDwex2yBCN2E8z61Ykm9jI1dQxxe3M/KbqXdHV2qkNZqqPHwXrIUbDuPtFQT/vuKwSXvYngJ8uMjzXjCxFsh/0Glp33hLrlWOjNPoRWfIzQsjeg/TTgcMWmh298FAotLdFHHtl3F2paiKxoIDAkCcbrci5WgBM3eyizcXmbGjCMe5rUrjbxFz//5OmwHXQkYO3vgaD7vWi94xroP4qAeplZ1O13RMHva6CO276fghwKob3uZgQ/ejflyuvAGmhKddm8RU+lvLMh0EGKl37mIeitrryGwCdsCuD8jaaHniCydOSx4hU3MAHQ5i9UoWCHppGVmMaD9clEJIyrRmba07LtiBOQf9IfQZbI7k3aF8vReue14AzcydCIUSia8X9Qt9sx8oIJBbHxhkugpZgkdfDnpWP23o1qa0OZt3qzT6MhRzAtM6sOJy2Y12nJ/yyemCFiate5po7Op1CFzspVAMZkymVt8VW3Qd0qRrSBUBCtt9citPLTjFuleUeVI7/qzJh6dT69AB2Nj8SsN7AKzLqmTpE7mIGh2N16yBFMcmAD/DXOh3TGKQTjSXvQChUUYtiN9RD/jlqY0fH4P9H53ycHTddIHRe6LoF14kEx9Qq++zra6m+NWW/AFRjrNWv+PvH+ARpwvzkoQBLMACbVP3PKAawpLwOUNwAxA2pKefko/ut9UIbZY8rpeGI+Op8XucMyqxRddB0sv4qd9SOw9GW0339HWpQnoteDhcHfjuhKhqewy5WPOneHuE+T8V/MT4EkGPNYha25sdq5V5Dw/mACWTT7Wlh22j3mDmZj7fnQfvphgCNOfvO831Qif2rs6BXt/7oPgf/9J/kKhJEojOsY+JpZ/4QUZRR0TADBz4wfFPAPUJQW0SykBV9UlaL3He5/f5UWxbKsk8H8LrIMqsjqeqsrFxFx5WANSFyOFlZfDGX4yKgqhD56B20P3A3e2DxYqvbrV3GUoeiym6GURTdF0r77Eq23XJEhl9TcZVIpCrFIWyLeITUGtxPTh4qiLCiuW3SP3Omk/AE1Y9ZxShURzovNLqeXgZKUdhRFuGWHnWH7zVRYd90bUCNfCwXf+C/an5gPbjX+AA9qEce6oouuhTJm64h6iCd2beWnaH+sHtziH1R9zXQuwjmIpBAAt4LwtqpYrxs2Z8ErZtrmYh25g0nSrHpdlfUEnp56q5fIClN+IdRf7QZ17NbgQAB5hx8LZdTofg0Cr72AjoUPgNs2Jmn08YuhEgeKzr0C6rb988cF3n0dvPZH8MYWaD98i9DK5V0HluwsRqaDYGfINeJB4z5nSBVJMEma7g1nV1arzHeA0WWnnwFFvCwVzboK6vid+pPMW6+g46F7B+XIoZQ4UDjzT1C375+DLiguch+6B8K4LpcKgToooOxdMn/hilwaV6yxSIKJhZDJ3/2uyie5y4AvowrlF6Dw7MsM8/u+JfTh22i97+a0+ispxSUonH1NWLudwGvPo/3hOdm8W4kx96QT8Q32Oo+woxoSJasJRsRu2aq1tGOw/UXWn37iWGuB5VtmWDJx1YijU6HrYljE/UyfEvrsQ+N+Q4/L16fvsjF3fKGiYSi+5K9QRo/rp0fni0vQ2fDwoOyo0jlnRAhpuj6rrH7xfensd7D6ymqC8bkqrmfGuNL6xj8OFoCiX5/L2QCGM9U+RwMaY34Bis67EpYJu/QTI+45xM5B++aL3r+pKtRtJ8Aybjso2+wAKiruMugj6gqD012YobduhP7zGmjffwV93U/QVq8CQsHNVcSFbuHsa437ob4l8MISdCx5FNzRPqAhDn5j6gA4SMAGJu7QdTJAElfuTGwjUop01tZayDJvWN2iqHGDBn8sydEg2wnmUQIdWeL2bDlYT4LfnDHZUWpzrEupV3Zy5hrCKK/wgqthCXMnI0im86nHoX37JWiYHdbd9oa6wy7GC494So6n6OvXIvTlZwh9/B70H78FCopQ8HtXWEfGwMvPoGPRg12hJbKsiNciBfCzjhW6Qq9B549Um77efu/iZ7NsKClTN6sJxu9yLmXG/jrjtLK5nodThlIUwSKhPRFOG4y+E+nTIJnz/wLxrN2viJ2I3xs3oUTVQ+x0dA1Q+58ejSfzh+eAtey60CWQrrP+MCnKw466hucTmYeh0iarCcZX7fwchB0HKwnWylnHlYzozPuJkDkvR6YWbl6+8URsxjzflLwEKgVef9F4Lcq252cGfCEou4x0L1qTwLCHXJOsJhi/y/kOA5PErGmEO4bXeS5M5ww21ThvUBiXp7PPZPVFZSNQePp5YV+XktVHJDniGNZ2383QvetT3VXy5YtLWi10yvC5Tz6RfOG5JzG7Caba+RQTjhfTQoAW0kO/S9fEs2vKCD/U9wBENkPN4PVi2f5XyD/FBXXr/gGeUq62phk+RR1P/juj3BZMj5voUUddw+9N1x/CFbObYFwVdzPo3O75I9DP7VrgyC3nPfVJqufUf075sRxSnkl1P6mQr249HgUnnwU1zItSKvoLK5MZoa9WoH3eP6A3Zd1OZoPD7UluHOe0AZ/ejrKaYDZMP3GGqlrqe0FGWMUh5dDSeYtSGh8yWxPYi8BUBWdeEDtAVZrWob5hHTbeegW4STzEZU1hnZXzymRu6pgTltUE01FduWMHsciy1ysei9jJ/JzXMWHCXc+kxG3Yf7bzNNZx/yYTh5ggZ0oFZeSWKLrgaoh/Z1LRfU1ovfUKw34mWwoBb9ndngP66ltbC8vhL0+2TJ7cfyQLlo/UP911gX51LfTBMqtIN75ZTTAvTZ6cv8+Ojle7L3p7gicsJsG42+72zE4GqN7p5YcpVuVPuo7JJPyNsgw5stpQfNU/oGwxNhlwJF2G9tUKIzB5FtnDaKRqh+iaZT8CHwHmnUDKKDDbjfgNYYybxZIRmUEhwjoQNWma/prFynfa5yxZmnRAM0Rgln0m/VFrqik/W2FlTkQ8GesJeKykuOQmuu1B096s66ord7SSfgQznagQDmSGsDYT3vhZWay7TUThrCszV/f2VrTe9zeEVmRP2mci6MwiIgwL2+b4sTUyTpAu8i8R83KLqj5RVKDeT7ctaIpfWGa2SACVzBoIV1UV+0uDqzdlCQivnJhIBe3EWMXE70PHtyqUzqDCm8PwM+sBYioj0HYKMJ6JxgBcnG3HoEizQ8LJ8PTzQKPHQi0dGTa9yWDMrIjxIi55A2+9gsCrzwGDmGhtMMbfs08RxgqAn4jvCUK9JxdsbbKeYMQEbahxXmdhXGnO5W6wl9Eg9i/+zg4fCeuOu8OyxyQjXILwLRLHJ+FflJYizg6dHdB8G6Ct+BjBd1413Apk6YGAOESB1oH5htK52Z2yNk2rKrXLR1ysXbDa+Q0BW6W2p+ySLrynleGjEPzwHbA/zK5btUDYw1j22g+WX+1uXP4KVwKjJItwui8jxLP05x8j+PF7CH36AXQRGzhCEKl856mGEV7w9RfBPRwmswv95GhLTEtLOoor6KGHfk6OxPRKyQmCEZCtPf3YPfLy85flypFmoMtARIwr/svtXdkGQkGIcAiBN17q+rAjFVseVOHcWDYC6jY7GIGqRJxfQ4bY5Zgo4pJW5JPWPv/YiEbH639G6MfvoK9ZFd0tQLUg79BjYD30aKhjtwG3taL1tquhrfraRK+5XoU26jrPHCx/u4GgmzMEI0DwucovBSs3Ze9V7C9TSfbSrjzN43cCqRaEVn+H4NJX+odUiDD7BafOhO3QY3r9Kj5+7cvPEHjnNYgA4BHj8oqYvuI4JTJFWqwgq9XwsI4awpl1cDDY9Qokdh0d7WBN63J0jFDEbkkc06x77w/LbhOhlPVOminuZdr/eXv09U1kZIS07rW/8W+y2RD471PGnU4uFQJpOvMjpfWe2OkXMmjgOUUwm0kGyl+zIXxC5HVARoAo694HAIqyuZpIBq+vW4PQR+8aRw199fdhdwUibkvJjfVA93GnT0cifSw3rYe2ZhVCy9+Hvna1cSTh9WvBup6y5SnuesQdkLrlVkYsXnWHnaGO2caIMxOu6L4NaJtzkxFCom8RxznhrGnZc39Ytt8R4hJ7c9E0tN51HUQwrWwqPT/GvveJxolVXAIzXrfXew7NlnHlHMEI4IUZP0LKwwwMz5aJ6KknOcow7Np7frkPCTMIvWkdQis+RuiDtxD6egW4RWQJ6FqWecc4kT8tjhhcgU6Evv8a+s+ru4JFff050NkJvdPIM9ZFOp3t4PZ2cEdb5B1JYRHIlg8RplN8CWIHJHYp4rgmdipK6XAjml3MNLc9euiZC8nY8YzfCdY994Nlx92gjOkfGa+7aXDZm2ir+1vmTL8ARIEGRicxNhLxWp1J3KvoTPQ9MX9tIbSHiC3M0BSiMtJpax1sWEUSYVsGxjLwUzu0A8a4l2SFf0VOEoyYEK6ttfhWfzAXwGkkHqmzqCgjt0Bx7V1Rk9n3HI4gheDb/+s6FoSCKLrwmrDZBOKGQNeM4NukhYynZO2nH41djziC9DpeqSpEfmnx8atlI0Eik4E4YlmtAA0M+uD7S9E+7zZYD5hs/BM2jk2YgRnxhu+9Me4hJ7sBQdyf6MusKpZ0tGuPDrXMAjlLMN0LZXlVVfFoe+ffSKEziClrLHALz/0zrHvsG996jxLcKT5BkWtzexva629FcPn7myuJ1CjFf741dn7sZClhQk7n00+go/FfJmomv4rIIMCEZ/J1/Cm/vqFPHNLk95fJEnOeYLrB56oqm79UGacgcKNGmEjM22T6i5M46uQdX5VRH67AUxw9xBGkuwj3A8PHKUZmyXR8CHqLH6E3X0K7CHAoLpnTWAjw6qD5joD9Wpo/35fGrjO2qyFDMD1ngC84ZYuNgdBOmhbYSVWVMSENY8BMuoKtVaZRBH1zfEeGInyavmYSmUFpKiXLPsTMkiCC4hhuXGZaDz7SeL4VkfkHu7S5b0HwvTd6EYzYcalbjBk01cSTuDhOBd96BSImcJoj5ekMnL5NPgAAIABJREFUPOQoKLiM7nh07aCBkIEdD0mCSWQe2OUq9NO6tWDDfSDtRby0KGO3NbI1qtvvCMVeFjVFbMoUZO7awbz/i3+e2MEUX3QtxOV0OovITBla+WnXRfeKjyEuvgejEPCF3e3pn0VuMJTJsD4lwZicEO//Td2GWngl8Iv/ksmmSa8m8hzZ9j8MlokHd116RslFnezOxUfcNvcfEN7Pm49IpSO6ckyHSVOb7P6FPOMY9MHbCL7xIkLixWvwyxcOSTBhZ0ESTBhYRDL7nv9ZxO4Qr1LNaz7YyNw79sxgr22yl8F20BHIO/w4UGmKXuU72qCtXWNY1RpHkTf+2zusAhFskw6ButPuRt4lEi9JJi1/48FPJIfreHoBQsvezKgEbTrjs7J6T/+EU/EMLkfrDmmC2Tjz2D1CWsEsZp4EsF0hGs6EQsNioUchw4SVhFt+xi4D4XdkeEsn6Ziir1uL4CfvIvT2qwit+lrEJOhKLxItCb24nxKGgYpivIBZ9jkQtokHJ8evSdPQfLkrvE/VIM+KJJjIEzCkCGb9uRX720JUoQOnks4jmcgqPgmOagM/yKvXZPfC+KzgjPNBhUUmW4Svpq3+HsFXnkXwg7ehN3sHlLdaGNop47ZD3lFTDOM4s/5MkQbQ/KcZYO+GAY0vFY0lwQxxgmmqmXKKCnWWzthzUw6jnCNW8ZydXzGAQPcd7YahXudznq5XmGQWVYVlwq6GdfFAshi03Xsjgh++nUzNkiJLEswQJRhfTeXRxHyDDuyTbda88a78grMuhG3/w+NtZtQX9yodT8xPue8O2fKQf/J02A7+NaCIjM3xlc6nF6Cj8ZH4GqWhtiSYIUgwPldlPZin54JntZlvpPjyvxmJ6uMtIkZLm/vW9OUnIkJ+5anIO6Yy7ruZ4DuvoW3u3+MdYsrrS4IZQgQjXAPGOkKfgXjIBJ8iVUXRlf8wYrnEU4T/Utu82+Jpkpy6ioq846Yhv/yUuOQJgml/tA7cujGudqmuLAlmiBDM2gtO2SKvvV0c0uP70lK9AlMs3zB0+7/rIGLImC2hLz5Bu/tWw6ZkUIpqQUHVGbAdcYLp7kNfLEf7/DsgcillVGF84aiXhnbh5iRnLjt5dlVZc2twGQPCx2hIFetu+6Cw+mIgv8DUuIVHdPv9d0L7rn+clYgChNvCFmON2C09jexEfRGeQUTAE69OwlbFrJm+CL9QJI52oyOHXeipj5E/6ebLMi4TJIHWldQ1bCmyDJiaABOVmKE0V087VmdenuokgibUSbhKzhCMz+X8BsC2CSORIQ1FEG4RNwUFRYjl9yRCKYiwCfmVp8E68SBTIxDBptofutfw2TFdrDYj+JVSOsIwthMxdXsXgnW/Q6GOGdeVIeC1500/b4s0tkVi92WSHDsWPoDQJ8tiPsezCNHv3QBBStGi6pnGIGpFZmI8UkJbuMjtjhwwx2RnIlNGU1lwkcLYnmza0Y67l4i1nZUlJwjGf7bzadZxXOQZEMuNNhK4k4E26LSSVF6vi3w2OvKIlN1EcCoCRFg0ReS4GQyjOusek5B30pkpdRoMffwuWufcZNrTmAqLjbsSESiq9e7rgWAgIszKlmORX/57w9DOCPYUzSivh5RC1yWmCTKur4zZ8Pru8DwM/ec1cTVNrDI3Q+F6+5bNV1Ltyx3xyhAW5P7qihtANAtAoVirpW7PwAyb4lUiyfWznmC8NZVTSecnwrwWtYrwgiHW7h1eEHoJdz2zEbW1CtXWhgxXgFphrVsL1NYaaTy73QN+vuCUkQWdHeW6xidD4YlgMn+xMYDJEfFoi86/yviQU1Z0Ha3/+AtCK5eb7qLg1HNgO+BwbLzpMuM5O1YRxx1x7BH2NJ1PPW6KZMTxqujcP8d1hxRLj56/i2RuIoB4GkuQGW/ZLMpNhXMWPRMrTazvvCnb6QHlMgV0KoDNhMLAA6Vuzxlp1DvpXWU1wXDt5Hzfj/ZPiWg7AxlhkquQX2f804GRVw5ku2oQzuwqR+fG0IgO8DSAzgF4bKqeva2TDkbBKa7esWWTPN3aV5+h9Y5rTadnFc6Lhef8GUqJHc0X9Yk1rShQiorBbW1gEdi7e7eiqCi+5k7DF6n19muiZzHouYuZdSVE9slUFBHxr+XKmakQHV2mWI+EIDOtZdKbANKI8TMr3ALm7QlKEcEIhSlSNvT6FpnQblXUA4rnLMyeVJdh0Mhqgmk+u7Ja09m9aRBMRAv0EF2aikux9dVT91WgeRQj42PyizpuOxSefRmUEVskX/gmie0P34vAq8+blm+ddAhEdgKRm6jl4jONuDTipUrcDRlZT/Pyjd+EAR0CAWg/fAP2e1F43pVG7Jr2x+oR+N9/TPVnPeRoFJ52jqm68VYKvPwM2h91x9tsUOsTcHuy8qoP5kCymmB8M5xvQMGBAOms06Wlcxel1ArL63I2EOBM1YTl/aYSeSec3PXBJjmwlXBUbDGcBb2m1RdxdvMqTwMxo6V2lnFPwhtboAt/IBH8W6QqUVQoxSVGYG/e2Axu9hkEI3yiOjz/QuczT5jqTx29VdduKYkhH8SFtkjT0nbfzeCOdlN6ZEIlBi//Cj/sN8n93oAvjAd7PFlLMO2uykM6oIugq8MthP2G1TV+mmowN9ZUXKyxcksqL4DVbcYbEfMNnx2Rlyga0YgPPBCAZevxUSPsC1zE8/HG2vPBbP4l1XbgESgQuwrVgs4lj6HjhcVGvqNoxbLznii6sNao0nb3XxH8+F1T0yKOVAVnXhDzslf//muEfvohYjiI7iwI7NuA0JcrEPzwLdMX2qYUTXElAjopoO5VMn/hLwF3UtxnKsVnLcH4XJX/BPgIVbWeMWzOgjjeXBOH03+28zTW8WDiEuJsKcglaoSIrh+N+xsRqiFCHiRRR1x0tt1xTVx5j0SM3cLz/2LkMRK7gdbba40dQaTS85gngoNvvPaCuGxW8k/8LfKm/C6ifPEs33J5tbFLiu4An7lhNaKuACPXC/3W4W5YEOdKydjqWUsw62dMqbCQZSdHfcPN6UK3K3B4sDNd/ZntR+x6imZdtSn7YvhWRp4g9y0xX3VEzF/xXK5utR0sB06G0icGcOCNFxF49Tlo33612b5EBLqyHTDZsMpVelgTi/SvIvlZ6PNPEHz/zU3EEHlU4ngYzX2Aveux8e9XGbmbcq0QIaRAnTWsbuF9uTS2rCWYVbOryubZFzTX1iKUzgnxVTs7Qcatf8YUYasi0oaIfErhisgVHXhxSZcnchTbFOt+h6Gg4g9dkfEiheHUtM0ZIcXxx7rr3rDudUBX3+JI17cIg7dAJ7jFj/bH/wmRryhSsR1+LAp+XxPxd8Mx8/47MjImzAAXQxugX+NwL86gTHEDHNGm5llLMMkZfvxSvK6K7wiUcb5Ow678hxHcKVGCsR16NPIFuRSXgNtbQQVFxo4j9O1KYGNLV8rXMVuDiocZF70idoxwlhQZGwt+V911VySyQfrWQ/v+G6Cw0LhLEo6YwrpXWAGL9LQdj9T1yqnUU99YBBNY+jLa598ZcxcW/6wOXgtmfAeLemHpnIWewdMidT1LgokTW6/LuZgYU3pbLcQpJAXVxcuNdffIdiTRjkjCDSD/d9VQCgoRWPYmOl9cggLnH4BAJ9oXPwp9zQ+GxsIIUAS1EoTR+ezCriMPEYovv8Ww3g3890kjZ7bYrYjndpHKhDs7DFIQNi62I08EQiG0Pz4PoY/f64dCrCNS4IXFaF9wfwrQS79Icbumgd0d0K/MljSwiaAkCSZO1H6eUXGmTaW5feP2xikm6dWFP1LesVMjHy8iXfIKgrjyH8aTc8dTC4wUIOIYZTv0GFj3PRSBl57qlaJEPKEbu5xmr5FW1iCekVtC3/BzL/8j4RgpCEYTXtsPzzHqiXQrIq2tIKjWv10OkXakZxHkJSLzRSrtD96NwOsvJh27tAoktBOwsCO/4OIthkAOJUkwca4ukV2gZfUHrXqX9WXGFHHJKp55I5VIz9QiK0HRrCsRePMlYwfSfUcjHC4LZ14O3bcBbXW3ACLgt3ix2m0iLHvuazz9ipcl4TQZzoUg3/kHWLb/VRdpff7xZrXERbBl5z0Q/N9zCH7yyy5GODsW1lwKyy57RRgCo+XS6dDjsOPJhMkhIp1Z/4ZBr1mI/1Zc17gilutAJuidLB0kwSSAZCZ6bscimEiGduIoI4I/db0M9Q7fYDv4KNgO+jVEIHBhNCc8t4V9Tv5vZxjkIXYgLcK2pmdMGSKDJIRMkV6k8+Vne3kziydvkaVS9zch8MKSzehbxu+MwnP+FNFVQuyQWq48Jw2e0eYXhEi4BvDzgLpeUbnrWwoBAdJ0hbiJ2PJTyKp/3/6zbeW4BQuazEvOnZqSYBKYS//ZlW+yzgck0DSpTcQFqtiBiKOMIALhzRyttD90DwKvvdCrCg0rQd5vphpHD33Nqt7NRfqR/Q4zZHOzH4F3/gdSLcir+L1hGyN2Mf7zTt58NFKGj4Jlj0mwjN/J2NV0vvIs0N7HGNWWB9vBR0I8YfcMGWE7ugIFJ0X26xP3PW31tyL09RdAKJhUHBMRJh7jtOLQViNue/LHRNoPlTY5TTAirgYtWJDU+Ioi9Yk1qDzN4PTmSe25IoWj4RZju+5J9pgIZeRoU+tVBJgSdiTo7BlJgJB3QhVCy96Atukyt68w6177w3aM0wjVoDf7Yd1lz66dBjP8F/zeuO9WthkPUU+8FonXpeCH70TcbQhbG/FSBf0Xq+KiC66Ocjzq0ki4IojL4YDI1fTVZ33GYQqCpFUiwnp7nWdk0gTmqKCcJhhvTcVy0pXPWafZyXCA9J9TfiyHFOFcMygxOsQ9heVXu8N22DGw7LpPQv5KwhpXGL/1LCLEgrhrEda3kQpZLLDsdQDyjpxikInYPYnSsehBBN74r7F7EkZ5wY/ejfsYI56zi875kxFky2wRgaSC775mZJkURzizsWfMyo9Zj+hRR13DAPLExOwhJyrkNsHMqHiFFDpUmNsz8ScqlL+XuBseiHfmfK7fjmfufJCIhWNl2jETxxHb0eWw7j5pwDFTQh+9i9b7egecEi4Gwks6VlAmcbdSOOP/IKLuCeM58aJkPEM/eA9C7y+N6uekjN5q83N3X/yLzr4Mlr0TP3EKvcUltdg5JT2nU/jFogUYk0bVe/qG9ot3aeV8/bR/LOlEtPm8aTvpAW0ZACNY7SYPlRbS8Ymm4sVgKPjvLec99Uk4nbyu8iMIdCRBcTF4RAznl5QMSzgO5h1dYeR7hvCwTlIRgaA6Fj/aS5plj30hfI+EM6G4PxHE0V2ULcYY5CYubsUuJ/DS0wiu+MiwuxEXwTTMbljoCvsZYTMjXpeMIuL4jh5nROgT3sx9d06iipHytubSqH5UpoYtLIbbNhq+Uh3PLoQm7mpSVJi51UHqBHIvSkeYvBSNIj1ic5pgBIS+GVPvhaKHiTZEOog7wdgIQgcx/cRgYevuAKMYCorAnD8YOxaht23yccg78bdQhtmTvhLEXUZr3S2GjUp3EbsYZew2XfGAReJ6cZEqUr+K+C/in7wCI25u5/+ehfbF8q4jiaJA3Wpb2A4/ziAITWSEFCEbOtuNS2FBKsY/Lf6wsXFFiIfiy26KHgNH1w0bG2FrY7aITAltd14H7fuvzDZJoB79qEGr11l9dGR9Q+rYLAHNMqlJzhOMANtf7XyLCftlEvDRdDE+vCtuheIYbkplcVwRuw4RjFs8NZOioHDmZSK8X8T24uNrnXMzuKl3ChBx/FHH7wx1q20MghELRG/xIfTZR1GPUCLkpyAbGrklFFsetJ/XQPvx264sA2GKEZ5h+mwjmHjEImLqvvsaAq88C8vuk4zMlWR3RB1Xt6zg0pcNv6VUFyLy6zrucATtt9H8+cLNW5YeCAwJgjFIxlX5NoP3zYbZF8+8hbOviRjzZPMYgkHj6Vhcsmore4fDKTrvCuOjjFa07782QjAI+5a0FlVF3rGxE6+Fvv4cbXdfvznRmkiZYt3vcNgO/03MVCfBj95B2z03pG1YDG4lpr866j03pq3TLOhoyBCMmAuvq/JxAke2Rc+QCRNPwMOuvcfIQdSvhIIILX/fMIwLrvg4YpR/dfxOKL7o2vAezj2EiheY9kfq+hFUyqCw5aHwFBesBx4RI5gWo/XWKxAKF3+GCOp2E4wdjWXSoVCKh/VTd7DSzCrET5TUNWb8GkvZ/PYRPKQIZhPJnK+AaxlIS7aARCdSXKDmlf++K7KdSFD/3Vddz7Lvvg72N4E1LabovONOgjDZj1XEDqZz8aPofPmZWFUH9Ls4RhXOutJUilvxKiQMA4UxX+RCgM0G6577Iu+wY6FO2Nk4PolXpdZb/gzdCEyV/sKMeaX1nhnp7znzehxyBCOmYMM5vxunhDquI9A0gMNsEzJjoshR1vUxMne97Gxsjsveg/ILUXD6uTHDUHYxmGY4NYoYutrqVXHbskRDTMSrsey2D/KdpxovVbGKIIbWmy6NL0VsYZERaFwdNRrBT5bFFXs4lj7x/i5eKxVSrrLXLbo+3ra5Vn9IEkz3JHZUV+7YAVQz9JMUhUYzs22wXo1StbCUMeNQOP0i4wLWTDFiwHz0LjpfftrYCfR8rjbTvmcdI6XshF2R9xsnLDvsYgpa0Z/IYaR9k+0PM+QHbBMd7n+n8ikr3ilJe/0hTTA90RbGdITgaWD91zp4PAh2gAoEQCLTY88i8oSSTiEd8CuEZhC/qTPtRcy7ZVqcGKG3OG4VTL/IMJAzXUIhhL74BMEP3ja8oY3XJuFBvcmrOqwcRQHZ8qE4ygyzf+v+h0HddoLpLkWsmLa5f+8VHsJ848yrSYTb7XWe2ZmnWfo0kgQTA+vujI+9/jKjf5LztRecskV+e8eng+qjFGUs6g47G9H+xfNwIkXf2GLEgBGBqwLPeXrvbIgMXyXbxIOgbLlVwkZzHYseQud/FiWiXka2IcBnd3sy+q4v1cBJgkkiws2uyn/q4DOTKDKpooRlsMgeKSxzEy0iJ1L73L/3et1RykagcPa1xv1HQoUZHU89jsDTT0TfISUkfGCNRDBuaGpFMC+0QdFpAjTaQxUuI0yTGMIQM3Ih5g4VdGDxEHYpkAQzsPW3ubV3+jQnVO0R2uSWkCSxSRcjfIJEDF3LTnskJpvZSGwvLoS7i/DsLppda3hSx11CQbS6bzHufdLusBhz98oigfk9dnfjeT2ripTFG9fYt1dZ2TUI3MjM24dLKSwiOlhAFw1zN9wZNy450kASTBImsuXMqsM1a/BpAHFcciSh4wRFCEvh/BNONtwREiki/UnwvTd6EYwIjyl8juIp4nlc3LmEPu3t3R2PjFTWJcKn9jrPrrH68LkqrgfTuSA4+tel+x3uhrNiycjV3yXBDHBmxR2Nr7ryJyKO/f46wL6S3Vz4EBX8dnrkFCUROkwGwYhL49a7ru8KtZCBhYH2kBo8dOScp/pHJw+j7+ozpuxUaFMfAbB3r58JbzrqPAdl4BDTopIkmAHALOLz+te8vwpM5j3xBtBfKpoK58b8k6d3+QSZjEQxIILp7EDn843oeHZRRCvkVIwzLpksoFCusbsXdeXAjaP4a5zLmbFLdxMGf1zqbkzwPBpHxxlaVRLMACamuaZigc500gBEZExTdevxhtWvEXQ7BtEkRDDMhs+UCFBlGAxmcGHi/zlG730k1dYmlNSvyVWxRgFtKQzuSNcfdcxdPGQDU0mCSXChN1eXn8UK1TGTJUERmdfMYjUM8kT6VmEgR7bwT9rxEkzo0/fR+dIzEP8Wti6ZXnTQoWXuhtcS1bO5pmIKs+JhZmKi20vdDRclKivb20mCSWAGfzrtmFEFBYVvM7BNAs0zvolhgbv9jrAdcgwsO+0OEUN3c9H1rlefvq9IF11rGNhtPhqI+LlfrUDwnVcREqb7UcJxZhogoY7QViMeHFgwb191xWdMNJbBl5S5G+sybYzp0kcSTAJIN9U4b1AYlyfQNOuaWHbY2chaYJ14EKBajNi97Y/VQ/v8l2BVIvVJ0fl/MWLBoMXf5e392vMGwWRjUYl3HVbX2Dv+RZwD2TDjxJNIUY8KFhRePRQSrEWCRxJMnAtHVPe5nD8DyLpXowSG+ksTIlh32Qs0ZmuEROzbHgnQRDQ7EX5B5KwWcVhEytlsLgz916XuxS8NdAzvuiYWTnK/FzmS+kA7yIL2kmDinKT1M6ZUWEhtCGdY1VcUM4OIvtKgPwRN/9GiWu5joCscvywZiwAzXVta33B1xiqYRYpJgolzsryuig8JFPvZkbCeVP20klH7vND9GiGsfUnVHhf+h3F2K6unEQEGLSh1N5ycxi5ztitJMHFM7eNVVbajS4NtFH0XEmTiRq1duzDcRaHPVVEDpjtBmZXbOg4Ycr4qM3/aTvrhY9xL1uf8YFM8QEkwcQDsnzHteFa0pyI2YfisFuXUojmLItcRoTtrpswiXb1Vkkwc4KezKnNHPpQ982W2gAGjLgkmDgi91RUPENHpEZqs6ywo2N3si4G3puJMYnKL1EBxqCCrpgkBq6qcGOsPRZpUyepuJMGYnL6XJk/O32eCYxkTdu7bhEArS8bsuUu8lp9NNRVTiMlDEE67smQWAvyYw914SmbplH3aSIIxOWfrTz9xrKXAshLclSVyc2H47GP3GhkvuXS3b5059YRQSHuCiaLGFjGppqwWBQGRK86ku5XINfzDcz7L+JMXLNiUplJCmwgCkmBMoibi93YSf8I9XoBEQKFgsbbDiNsGaPXpqngMoN+aVEVWSwABnXmFoijzwXwFgP55TvrIJBH2XMUfy+Z4Hk6gO9lkEwKSYEwuhTU1FbvkM33U/YIkHNlYw41l8zx/NikiYjW/y3kVg6+J4+/rQLscUu0J1AE1dETJnCVvN9dUPsrMpp6gCfSO3d2QNRlBM3FSJcGYnJWWmopddCaxgzEwY8ZaR71njPhLZ1JExGpeV/lCgjJ1oHJk+/AIEBAMWvnQEfc0vvXzjBOPzyNLA5syEyBdYa26pH7xPyW2iSEgCcYkbk2uykMU8KuiuliwOvTfJMOcXMjzVVeuAvFWJlWR1RJCgL+y1zXuKJq21FQ26OByM2IY+MExZq/tEr1jM9NHLteRBGNydtdXT93XQvrbxu4F8JS6PZUmm8as5nc5OxjIi1lRVhgYAsSXOOoabxUpaoDOj8yGOCXQU3Z3w4kD63xotpYEY3LefedN2Y6C6hesQ1ct1mOGzVnwismmUautP7Nif9VKS+VEJAPNGDKIfujMz58kbJWMo5JieUrcpZkpIsfRSl51xVB3XjSDVc86cl2bRGy1a8qIQiifgeh9e5P1RErS86W/2vk0ExKLvm1Sd1ntFwRCpF81om6xkdLV63I2AHCa/QgIeFdRrRcn64/LUJgXs9gOBSyijlG43o/HuNc0VmpG1C96JxmAiGRteW0d4v4lHudHDURqpqX4SAYe8cowQlLG2UhkCiip8+zefTnvq3b+B8AxpgUR2sH0WGdB/uWjVoe8yfpDE+cwsqZ6vPOTNQNLhaK+s6fe67hv0TnJku2bUV4HRXGZlcc6/0/Lw6VqgKpBdBaBh/L8faFrykWKhXcD801mMQRoY1ANTO6ZLWCTC8hpcfEVg5nIq1n148XrlPn+h1bNobxA455pnl1VRrctaIq7YZgGPPv0sf7W5s/MGH2J5gS02N2eEvG/V846rmREp+0NAsXM2ZMMXTNJhnjBg4Lp9vs8D3Xr1VQ99RyV+C4Gm3G5YJ1wU1ldb/slf820CdD1B5mwH2LIIWC9DvKQLXSD4+4l32QSPpmmiySYQZoR3wznG1BwoMnudQvUi4vdC28T9cXHwKwvBfiXILgmBWV7NWa8U1rv6Wf8JjzUFVZvMxXQi/EfR73n2L5YcC0srWun7dIWDE3MU/lY6MpoFnZOCph0tIGUd1gLvNoRCHy85UPPiaiGssRAQBLMICwRf43zdtZxvpmoeGKCdKaG0vqGzYZ4XpfzQgIMshlqRQfeKnN7Dgg37g0zyq9WFSVmLiNm/ra0vnG7oYbdYIxXEkyaUfe5yi8FKzeAzIXOZOJPS+saex2FfDXOl8CYnGbVM6M7xvq2oHbomPlLwkYU97rK3yMo+8RQtsWx6biZGYPKXS0kwaRxbrtiwGCeWZ8jBi93uBv36OuO4Kup9IHZnkbVM6YrIgQ1aH8sq1vyaDilxMucrb19dbQQGCIt7GqvddSuCxZszJiB5agikmDSNLFNMyrOVRW6q9uXKVq34txPzLc46hv/1Ldey5lVh2vW0PNAXE/bv4gh/glQ2qAo20DTBi0A+aYn5vdVlecVWwIP+Tvz/w7wDDPToev6nLK5iyO+5vmqK24iosuiGNG1/ui1bikJxgzaA6sjCWZg+MVs3UUIwblE2EHEI4lZGF8obLm0ZO4TjeHq+l0VdzPTOWbub/q1JzwPzpu5Lq953Ui2DLcE1AkBcDmRchwxbx9Tt+RWCKpacJ9h854yEix9c8Zkx3Cb/RXdREB1hfiJkrrGqmjq+GoqmsBUGq4Og1tXe22SYJI7n2GlSYJJEciGvwsFriNGJYOjBpMiGBYtG0H00Dpr+58m3PVMxOTNflfl2wzeNwG1P7B7rftHMgzz11R+yczjzculDmZ9vUIkDP9CDP6ZGMOZMcEM+RFIhxo62D5nydLuPr3Tyw8jVRH5iKI+N0d6Seqpu7+64mEm+oMkGPMzmoqakmCSiCrXTs73rhlWqUKdBcZuOjAsMsDCTosCDP5GD1EDOZS60r8v+i6WOj6XU0S6Hx6rXs/fmbnVQVuMIrc7YhKwlprKqRqzSKkS89hEQKem8//5Q/5/bTf/ZV+vD9tV+SSDT4iln9jMKeB77O7G83q3d4qn5gujtWfgy1K3Z0K0Oi0zqw7XtOBzQP/sDXIHE2t2kve7JJjkYQlvtVMchf7YM5A3idAxxoUKX7olAAANg0lEQVQDg6B0MrgFTJ+oBM/6gPfBvh9oLHV8NRVBMJkPFM4kDNNOcNQ1PB9DttLkqvhUAf0qlg4A1rVsVA8e98jClX3rbtqFmHIEZejLSt2LJ/aV4XM5OxDFu5yIvrbXNcTcbXmrK74monDP0fIOxsQkJ6OKJJhkoNhHBtfWWoCXDRJ4+WVg3ciRetWCBSHx/wcSoGrDOb8bZ9E6v2U2ZbHapRXjz456z41mhrkp04GJ4EoUZPClpW7P7X3lil1c8+pSb6xj4aZ2vi+xamxfD+VmV+WTevRdkLBqdsTC0uuq/AeBZ4cZe/uP8hXJzJIYcB1JMAOGMH0CjJg0ir4UbDYLAa8PQt1jpHvRGjNa/lzt3MtGEDFvYjtfRiAurqqy+UuDywHsEKtPBjc78gLjqM+dkxEaI6B+FenFzWg3Zu/hsYJA+VyVVQA/1vdOhwFfqdsT9gI4ls7y9/gQkAQTH16DWru5uvwsHcpcM5eohqKbAiyZVZpdU0a0wPJfHbx7rDYMuq3U3XBRvx0MoPiqna8Q4ZBYMojIX9Jk2YrC2KP4XBVrANoyvAzy28fsOSI2wfx2PHPn60TYoqccYlpnr28YFUs/+fvAEZAEM3AM0yZBeHND12ea7NBnDzi2o/nze13CxmrrdVU+TuCoT8BdMmiRw90wLZw8b7VTpMadFWtx6aAfS8fsuW04ovDVlNdBV1zhwyiYIxihm7+m8jVmPrinnuGso2PhIn9PDIFYayAxqbJV0hEw7jZ+dCwyG5yKGHfb6z2z4lWk2VX5Nx18Sax2RPS6va4h7C7FSLFL2pMxd1oRnA5F377pJx4Ji+VZcP/Mlwz4HW5PWaw7GCGn2VVxnw6q6UUwOh4ones5I9YY5e8DR0ASzMAxTIsErqoqbh4efJx1E9HvGGx3eyxE8Wc82HDOSQepodDrMQfFvNRR3xjWG9wgB9Uinogj27MY79T0J0ddw82R+vK7KjdwOI9xhs9Rb+4OpaWm/GyNlTk9+tAYdFGpu+HOmGOUFQaMgCSYAUOYHgFxEQzxT466xtGJaGY4Y0KJ+NF3y4wWCNsgGMXyfLQdDBF3lIz2l1Lty+JJOmzxu5yfM2BkAuhZiPGdvd6zrZnxeWsqpxLzwh51faoWPLTbgtiMDFkncQQkwSSOXVpbxkUwujLHMTexyHt+l1P4S/Uyfgs7UF3/u2Pu4ovD/dYyo+JcTaG7owHEzC+V1jf+OlodX43zP2Ac068O0beOugZT4RZEat5ASH+yO2UsEX1qr2sYcoG60rpYe3QmCWawkI+z35cmT87fZ4KJOxgGqwrvNqyu8dM4uzCq+6qdz4Lwm+htKaizdn5Z/eL7wtXzupzzCDgrogzmDg3WI4fXP/FGtH68Lud8gmG42HsHo9BS+30NpoJ1NdVUTFFY8XRHqWPGXaX1nvMTwUa2iR8BSTDxYzYoLRhQmmucDzDj1GgKiJCSdrfHloiS3ulTt4Gqv0hAVCtZJrR3gCeNDkNiQk+fy/kuAXtH1IGowVH3SwCtSPUiGcoRcLvd7QlnQNdPlCAYFbSIGRaRQjYY1CePuF/G0E1kfSTSRhJMIqgNUpsN1eVnWUiZGz3kA3/lcDfGNHILNwRhyGcl/TkGHFGHSPytoy58RDix09p7R4eIW1wQTobwi7Io2M/MDqvFVXm+xnxHn6fqgAJylbgbHjAzDcYORqcGEeCLQZ84vJaJMhOAGeSSU0cSTHJwTIsUw4EvFHwp6uXpALIQrp8xpUJVFI/w7o66SyLcYa/zhHVIFIHRm1uD68ORoJCqEE0bVtewyAxgG2umnRJi7V+9ov0Tey2KZXLxnIUiM2PM0nVEInHJa2Vgdjj3hphCZIWEEZAEkzB06W+4zjV1tAX6DxGjtRF0Vafrh9U3XJ2Idr6ZFX+GRn+N3pY7Nbb+OtL9yaYn6hfC717wpcNn3dXsDqLNVVnVyfxv6sF4IvmZ3e0xHa6iaweDx0Gk2wsKtqc7Hl2bCDayTWIISIJJDLdBa+WrdoYixfMVYRTaiPcJdzdiRmFfdeUiEEfNua0wPVhS39Dv4rVbfkt15TUa8V/C9MehIB8Yz/2H3zX19zpr/6LuJyBjK6NcY3cvihnYu7t/r6v8CAWKB4zX7PWemGEkzOAk65hHQBKMeawyoqa32tlKhMJwyhi+PXUNpixcw7X3VlcsJ6JdIg1UXCAHoGwTyXlSWBv71zgWg3F0TxnGBoRwn72uwaybg9F8o8t5YYhxW/eJjcCdihaaFI8Ny+ozpuxUYFWXBDo7pm3x4LOmjlUZMdE5ooQkmCybSH+1862u5GD9C4O9pe7GhHIltc48YWJIsz7DwMjIkND9DndDxOdnkUyuubX5HQZ6Gfkx82rH2L23ieWc2Ldff03lHGY+u/u/M/MLpfWNvcgr1vSxy1Xow7rrwzlmxmorfx84ApJgBo5hWiX4qitvYeKLw02cyLtsr/MkZETWXFMxRWcSoQ3C7o4AxEz1sSn+sAh52VM91oPaH8ruD58FIBp4gmDAXNN9YdwGbeQY9xIR0S+u0nzetJ1K7l4YNs1JXIJk5bgRkAQTN2SD28BwJFS1xnBOgARebnc37paIhk2uihsVUL8sBkKWET9X4TN6pmsN10dTzZRTFFYf6fUb4UVHneeoRHTyuSoXAmwknCOmpfZ6c8Z1ifQl26QGAUkwqcE1pVJ9LqeI3bt1304GYgbf5Kp4VAH9LpziDFpc6m6oiDUo7wznhaT8knGSmAKKxXLMsDkLTIXQ7CtfGOyBMREKQvZOx8h4Q0/E0lf+nnoEJMGkHuOk9+CtrniAiE5PJsF4Z1S8Qgod1lemuD8prW8ca2YQfpfzKgau7a7LjFdL6z39ZJqRJep4q53fEmFrnaiuLM4LYrN9yHqpRUASTGrxTYl0cRRRoT4ozN97djCQHYzX5VxJfcJcEiEETa2wz134tJmB+F3ltQylywZH+AwoXF5S17jETNu+dWprYblwdcUKHQjdOaZxt9paGDGNZckuBCTBZNd8dX27IjZMWeiDvnmMkk4wwLslbs/+ZgI7Cb16Eox40g5a+dAR9yTm9+OdXr43qzS9I6DfHSkPdRZO3ZBTWRJMlk553/sOMYyBEIyvpmINuHcMXJ2030fKAR0ONq/LeSFh8x1MW1ANHjZyzlPvZSnEUu0kICAJJgkgDoYI4TZghbYCoJLu/gdEMNVOL+gXJ0ci+qmk0LIr3bZAOC6aKsKXyUKqx3ikJvaGLDgu0R2MqQ5lpYxHQBJMxk9RZAU3JXqbPlCC4VpY/KsrNvQkKx1cV+Zu3GzkZgYmkS6XueNDIipixlodlqmxYr6YkSvrZC8CkmCyd+7QMv2E3TTV+mF37FtifGav90Q09Y80VEEwzaud63qGadBBh5a5G16LFx5fjfMlMCYD/JPG1mmSYOJFMLfqS4LJ8vn0VVfcBKLLxDCY6OtSEylV+w65L8GI16MSHmWPlss6Emwbzq6sVnV2E7A2xHIHk+XLa8DqS4IZMISDL8BXU9EEplKR1L3U3Vgcr0aCYHyrnU0EDNvU9gOH2xM5Il2UDozMjo7QRoa+0maxnV40Z4G85I13QnKoviSYHJjM9TXlV1qgXENMbSXuBrvZZ+WeQ/e7nKs3OynGkc86HHyGIaBCEwqVvItsc/69NAcglkNIEAFJMAkCl2nN/NWVb4L0kSVFtv3iefnpHofP5VyGTXF0lYC6c8n8xJ0DRdgG32rHPQVMN+fXN3yRaVhJfdKHgCSY9GGd0p42nPO7cdA6XMFQ8N9bznvqk3g787nKF4KVqUSkl9Q1WBNJ2tazTxEmIZE7nHj1lvUzGwFJMJk9P3FrJyz0EzsilV/NUC8GeL3D7TGVcyhu5WSDIYeAJJghN+XhB7z+3Ir9rUHlLjA0GRZBLopkISAJJllI5oCc5urys3SoOzvqGy7JgeHIIWQAApJgMmASpAoSgVxFQBJMrs6sHJdEIAMQkASTAZMgVZAI5CoCkmBydWbluCQCGYCAJJgMmASpgkQgVxGQBJOrMyvHJRHIAAQkwWTAJEgVJAK5ioAkmFydWTkuiUAGICAJJgMmQaogEchVBCTB5OrMynFJBDIAAUkwGTAJUgWJQK4iIAkmV2dWjksikAEISILJgEmQKkgEchUBSTC5OrNyXBKBDEBAEkwGTIJUQSKQqwhIgsnVmZXjkghkAAKSYDJgEqQKEoFcRUASTK7OrByXRCADEJAEkwGTIFWQCOQqApJgcnVm5bgkAhmAgCSYDJgEqYJEIFcRkASTqzMrxyURyAAEJMFkwCRIFSQCuYqAJJhcnVk5LolABiAgCSYDJkGqIBHIVQQkweTqzMpxSQQyAAFJMBkwCVIFiUCuIiAJJldnVo5LIpABCEiCyYBJkCpIBHIVAUkwuTqzclwSgQxAQBJMBkyCVEEikKsISILJ1ZmV45IIZAACkmAyYBKkChKBXEVAEkyuzqwcl0QgAxCQBJMBkyBVkAjkKgKSYHJ1ZuW4JAIZgIAkmAyYBKmCRCBXEZAEk6szK8clEcgABCTBZMAkSBUkArmKgCSYXJ1ZOS6JQAYgIAkmAyZBqiARyFUEJMHk6szKcUkEMgABSTAZMAlSBYlAriLw/yQkS8FADfW/AAAAAElFTkSuQmCC"/>
          <p:cNvSpPr>
            <a:spLocks noChangeAspect="1" noChangeArrowheads="1"/>
          </p:cNvSpPr>
          <p:nvPr/>
        </p:nvSpPr>
        <p:spPr bwMode="auto">
          <a:xfrm>
            <a:off x="307975" y="-166688"/>
            <a:ext cx="666750" cy="676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" name="TextBox 1"/>
          <p:cNvSpPr txBox="1"/>
          <p:nvPr/>
        </p:nvSpPr>
        <p:spPr>
          <a:xfrm>
            <a:off x="451032" y="775780"/>
            <a:ext cx="839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API Gateway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그리고 </a:t>
            </a:r>
            <a:r>
              <a:rPr lang="en-US" altLang="ko-KR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Zuul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8722" y="1340768"/>
            <a:ext cx="6238414" cy="486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34062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1BEF1B6D-EDD0-46B0-8C4B-4503BA8E5168}"/>
              </a:ext>
            </a:extLst>
          </p:cNvPr>
          <p:cNvSpPr txBox="1">
            <a:spLocks/>
          </p:cNvSpPr>
          <p:nvPr/>
        </p:nvSpPr>
        <p:spPr>
          <a:xfrm>
            <a:off x="294114" y="264068"/>
            <a:ext cx="7444968" cy="42862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400" b="1" kern="1200" baseline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</a:lstStyle>
          <a:p>
            <a:r>
              <a:rPr lang="en-US" altLang="ko-KR" sz="2000" dirty="0">
                <a:solidFill>
                  <a:prstClr val="black"/>
                </a:solidFill>
                <a:latin typeface="+mj-lt"/>
                <a:ea typeface="+mn-ea"/>
                <a:cs typeface="Arial" charset="0"/>
              </a:rPr>
              <a:t>5. </a:t>
            </a:r>
            <a:r>
              <a:rPr lang="en-US" altLang="ko-KR" sz="2000" dirty="0">
                <a:solidFill>
                  <a:prstClr val="black"/>
                </a:solidFill>
                <a:cs typeface="Arial" charset="0"/>
              </a:rPr>
              <a:t>ISTIO </a:t>
            </a:r>
            <a:r>
              <a:rPr lang="ko-KR" altLang="en-US" sz="2000" dirty="0">
                <a:solidFill>
                  <a:prstClr val="black"/>
                </a:solidFill>
                <a:cs typeface="Arial" charset="0"/>
              </a:rPr>
              <a:t>등장배경</a:t>
            </a:r>
            <a:endParaRPr lang="ko-KR" altLang="en-US" sz="2200" dirty="0"/>
          </a:p>
        </p:txBody>
      </p:sp>
      <p:sp>
        <p:nvSpPr>
          <p:cNvPr id="9" name="AutoShape 2" descr="data:image/png;base64,iVBORw0KGgoAAAANSUhEUgAAARgAAAEcCAYAAAAcH6uaAAAAAXNSR0IArs4c6QAAAp50RVh0bXhmaWxlACUzQ214R3JhcGhNb2RlbCUzRSUzQ3Jvb3QlM0UlM0NteENlbGwlMjBpZCUzRCUyMjAlMjIlMkYlM0UlM0NteENlbGwlMjBpZCUzRCUyMjElMjIlMjBwYXJlbnQlM0QlMjIwJTIyJTJGJTNFJTNDbXhDZWxsJTIwaWQlM0QlMjIyJTIyJTIwdmFsdWUlM0QlMjIlMjIlMjBzdHlsZSUzRCUyMnZlcnRpY2FsTGFiZWxQb3NpdGlvbiUzRGJvdHRvbSUzQnNrZXRjaCUzRDAlM0JodG1sJTNEMSUzQmZpbGxDb2xvciUzRCUyM0YwNjY1MCUzQnN0cm9rZUNvbG9yJTNEJTIzZmZmZmZmJTNCdmVydGljYWxBbGlnbiUzRHRvcCUzQmFsaWduJTNEY2VudGVyJTNCcG9pbnRzJTNEJTVCJTVEJTNCcG9pbnRlckV2ZW50cyUzRDElM0JzaGFwZSUzRG14Z3JhcGguY2lzY29fc2FmZS5jb21wb3NpdGVJY29uJTNCYmdJY29uJTNEdGhyZWF0MSUzQnJlc0ljb24lM0RteGdyYXBoLmNpc2NvX3NhZmUudGhyZWF0LnRocmVhdF9hNiUzQiUyMiUyMHZlcnRleCUzRCUyMjElMjIlMjBwYXJlbnQlM0QlMjIxJTIyJTNFJTNDbXhHZW9tZXRyeSUyMHglM0QlMjItMjAwMCUyMiUyMHklM0QlMjI5NjAlMjIlMjB3aWR0aCUzRCUyMjQ5JTIyJTIwaGVpZ2h0JTNEJTIyNTAlMjIlMjBhcyUzRCUyMmdlb21ldHJ5JTIyJTJGJTNFJTNDJTJGbXhDZWxsJTNFJTNDJTJGcm9vdCUzRSUzQyUyRm14R3JhcGhNb2RlbCUzRV5Rg9QAACAASURBVHhe7V0HeFvV2X6/eyV5xpKdAUkIK4SyV8JeoYyyYssJpqUFCiSWCRAg/IxSoJhRRqFlEywnJYwCJSSWE1YZBcoKK8xAIOxAQkhiSXa8JN37/c+5joOHxpUsyZJ8zvPw0KJzvvOd95z7+oxvEGSRCEgEJAIpQoBSJFeKlQhIBCQCkAQjF4F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0BWI+CvmTbBXrdwZVYPIoeVlwSTw5M7FIbmrXYucRQWzKA7Hl07FMabbWOUBJNtMyb17YWA1+X8UgW/MMzdeA4BuoQnsxCQBJNZ8yG1iQMBBhS/q/J7AHbW9fNL5zbeH0dzWTUNCEiCSQPIsovUIMC1tRbv6g++V4DRAFY53J6tU9OTlJooApJgEkVOtht0BPoQDBNwtd3tuW7QFZMKbEZAEkwGLwaeXVW2trltTLFitbAeDMFi0UPFamsglNfR5l/TuW3ryDZasCCQwUNIqWp9CAYErLa7PWNT2qkUHhcCkmDigis9ldk1ZYSflcdBdETYHhkaEdoAtDDjEyLlgRL3oscy+ZKzqaZiSlld45JkIhiGYKCDLih1N9yZzH6krMQRkASTOHYpb+mrdl7OoNkgHhltohgQf70Z4BaF8Jwe0u5zzHvyxZQrGKMDrqoqbi4NPaYz78bES8vcjb9Lpk59CaZLNv3ocDdslcx+pKzEEZAEkzh2aWkpjkn+1sBFAF0KwGqmUyKEWMeHrGgPlNYtuctMm2TW4dqq4ubV2sU69IsIGEZApwqUF7s9zyW1H0DxVVesIqIxm+Uy0BbUdh4zf8mKZPYlZSWGgCSYxHBLe6ufZ5x4vFWx1BEQz19ncfG50gblmgL3okfSobR3evneiqo8qQNjeiyu7x1uzzap6N/nqvQBbO8pm5kfLK1v/GMq+pMy40NAEkx8eA1qba6dnO9f43gSjCPjUUTsaHQdzzrcngqi1Bmjbag+6SALaS8yOL+Hfkyk/MVet+j6eHQ2W9frcoYIUHsRDNDiCDi2pvnzfWblyHqpQUASTGpwTalU34zyW6GQODbFNX/ilaXE7RmXistg/4xpx7OiLwFY6Tl4AnW0IjRujHvJ+mSDIi7Dfayu64cCA2TRDrTPWbI02X1KefEhENcCjU+0rJ1KBHznnngkBy3PEdDrg47VJzO3QlFOL61rWBSrrtnffTWVR4PxFMD974gIbzrqPAeZlRVPveYZJ1WwGvKwuOXuW5huddQ3XBKPPFk3+QhIgkk+pmmT6KuuuAlElyXQYTtZ9Kn2exc/m0DbXk2WV1UVj3EE1xKhMKws4kscdY23DrSfcO391c6nmHB8WNnMSx31jQemol8p0zwCkmDMY5VxNZmhNJ9d/ijrysninTqeQqCm5iLLhHG3LWiKp13fur5q5/MgHBVOBgP+IGPyqHrPBwPpI6xsl6vQj59/AjAsPLHRD/k6jsyvb/gi2X1LeeYRiHNZmhcsa6YPAb+rci2DR8Xbo868uqy+MWHLV5+rsopZ/zdR+LsgJvqktK5h93j1MlO/ZfoJu2mq9eModYMBTS8fNW/guzQz+sg64RGQBJMDK8M/c8oBrFle73vBamZoBHrK7m440UzdnnW4qsrmLw2KQE8RHQwZ8JS6PZXxyjZT31ddeQuIL45al/FnR73nRjPyZJ3UICAJJjW4pl2qv6ZyDjOfnUDHDGvoaMc98Vn++qZPnQFVrx+MD3yda+poK+kfgTEiWv8EvdbuXnxNApjIJklCQBJMkoAcbDHrZ5841tpq+ZiB0nh10RmflY717UO1L3eYbet3OZcysH+0+opCrpL7GqKTkNkOe9Tzzaj4MxT6a6ymBNxtd3tmxaonf08dApJgUodtTMnGC0yJNrx03qLvYlY2UcHvct7GwIUmqvarwrpycencRX8307bJVXmISvrzzNTToK5XU7GwdOKzSuuSGwRqVVVVWbEjuIwIMS2DFeInSuoaq8yMSdZJDQKSYFKDa0yprTOrJgb14F0WRm2yfHS806duQ4r+AQiOmAr0qUDM35T4bDuZCf9g5v5D2KZYFJo2LIn2NkJls7sXY3iMFxz1nqPjxSKe+sLYj1JgRBiPDplcVxLMIM2O/2zn06zjaCsrBxXVL3onWWp4q8s9REpFAvJ0C6mnFtctfDRWW2+181UiHBKjXiAU5MNG3N/4Vix5Zn8XrhLe1Y6vN0Wwi92M8Zyj3vOb2BUTr7HR5bywCMq/yb1oTeJScrelJJhBmNuWmVWHa6Gg8Cy2tfisw8ctGJgtSs8h+Fy/HQ90fpnIsBhYUur2lMdq66upWAOmLaPVI6A1xJZjhtc/8UYseWZ/97oq/wHos8mk0Q+DFpS6G042Kz+Rel6Xcz4zWsrq5V1POPwkwSSyqgbYxldT+QqYDwOYHe7GuEz9Y3Vt3FGUBlcRIljWRhVATXZ3g4g9EzE6f+v08r2DqvIqgKKoohiBkI0PG3FPcnYwIv8RWF/BfXydoumggG4pcTeIMBcpKz5XxRqAfmrxWo9M5h+KlCmcZsGSYNIM+PrTTxxrybd8BSBPEIw34C/bbv7LSfP6FUGY/D++/yqIDoh3aATSFMLJ0e5NmlwVNRbQnTpgi7GDYY24IhlR7N51TSwcz1t/S8Qj4xlTiPSrRtQtTokXt9CDzzjD4bf5NwD6RpBykqOu4fl49BsKdSXBpHmW/dUVDzPRH7q6ZdahHFbmbngtmWr4XeVXM5TaRGQy8xOl9ZFfXsy+VCXzFak3ZuZGxWAEdZw1KoWpTLwznPNJwR9BCCGkzHTMWzTXnHZDp5YkmDTPta+moglMhq0KgXRd044onbf4f8lUY/25FftbgpRYqAKmHxz1DeMi6eOd4XyBFHPxaJJhByPcEQB+PG58GOutun5M0bzF78fd1kSD2lpYLlzt9AMoZEBnnc8vm9t4j4mmQ6qKJJg0TjdfcMoWvvb2n34BnZksfHwyvJr7DEPxVTs1k3ehfZqS7nA39Arg1LNCVA/mvpJIuWoggaa6wkDwM+gTUMrMlDHwhQPK5FS97mw4u7Ja1dndrYuu83mSYPrPjCQYM6s1SXXChVdIRXhHkfGw2eXsYJMxfHsNj4GOjrYttnzouZ97/nfxRLzuR8dONsITAMabgYRBi0vdDYk8maPlnKknaSFdPJlbzPTVt44CWlCSohcknjw53z+hdCWIN4cvlQQTfpYkwSSyehNoIy5ffas/+JSACb0+XOAHEa82mVHmNhHMBkb8BneGbsQrSEeeTlDBSgGI88mInsd5RLCGDfAUBhMCAgT6l0b6q2D+ttS9+CUz0HlrKs5UQG7mxMjFGIKC0+33eR4y01+8dXyuiusBuqJnO0kwkmDiXUdJrc+zjivxBfJ+JEZxL8HEIXuTrciMBa1ZhbgWFv+Pzh9A2MJsmxTXCzK4XcSgYcZqRcE7pFleYpU//U+T8t3Jm5LHCYz8nfl/J/B0EfUyUZ3E3RbDtqPD/W/xWpfU0mVn1LEMoBJJMLGhTXgSY4uWNXoi8NNpx4zKLyhcHe4+IZ/pV8kMjGTsYKqdqzlzCCbsYhCEozN/quuhB1TYQKpew8Ckga4cBi//4Av/pCNeNu+8abbPZlfl4zq4n3+T3MHIHYzZNZSSelEDJDFesdd7fp3MY1KTq2KNgujWtikZaEYI1S9zuBf/Ldmq+F2V1+vQr+hrSSxCArO85I3wRyTZsyDlhUVA5AsiVVkW7kdiCpQUB7en2578caDwrZt5wkQbW6/TdT62695kaBVxPPqP11LQfexK1uibayqm6EyNXUk0+5WAxvrM4fWL/5ms/nJFzpBbgIM1ca2zyvcOdoYnGKETMf/LXt94aiL6iSPRxpppLo21Cwk0IR5z+kT6y+Q2RPjUXufZNZk6Gl7qqi7Cc4aN/0vAWgqok0vmL5TZJPsALwkmmSsxiqyWmopddKbl4TJsiGY6c0eezgfFYxgmUrS2rdWPCmnabQzaOpGQmWkafnq6YbDGoZOHz31SPKUnpQgfKIb2IhgRjQ/FnU+pu3G3pHSYY0IkwaRpQjec87txaqhDBJaKjDnjP456z7GxVBJWpBesmnYiVO1vxNhBmATHajM0fuevHO7GHZI11o0zp+0RDIU8RLRdVJkm5y1ZemWTHLkw0zRbXU+weSJmSPj8QZv0iBXmsXX61BMCin47EZL2IaUJgtR2Q9AVXa8uSdI9SJehnzYfoOhe48ZfDOUau3tRQr5fqQVl8KVLgknTHBhezqs/+ATAr6J1KY5QShgjMRE5zc/qo6TgKLOGbmkaWkZ0I+5eVvKqfSe532sbqEIi7gyBZ5uRI17+dFWdVjpnocdM/aFWRxJMGmfcW+18UCGcFukeplsVQSC6Sq7hmwJmN9c4b9AYFyQW4yWNAxzUrigILXiOY96TCXs0r6+euq8K/XYCDjJ76BS5pUpJnZQqn6dBhTQJnUuCSQKIZkV4p5cfpqjKK7EIpkse6QR+h4HRBIwbiGWrWf1yoF6AGC+ErPlnD7/3sVVmx7MpSNctBDotbH7tKIIG8vpnVr9sricJJs2z53M5A0jECTHNemZ1d4T1FsYfYgVT59lVZd7WQJVCyp/AvG1CY9ZCRznmxZdTKqF+srSRJJg0T1yziOEK+qMIiCRLChEQABPPdLgb6/r2sto1ZUQ+lP9TgHP6+hTFo5GRiaG+cYdkWmDH03821JUEk+ZZWnvBKVvktbeL7bs1zV0Pze4Y79lJmQL3orXtrsppnaRfoLByAIMjxrwxC5QCOqPE3fCA2fpDsZ4kmEGYdW91xQNEdPogdD1Uu+w04sowVLOXt7GAEo6adnfD8Fj1hvrvkmAGYQWIXYytrW0ZEY0ZhO5llwNFgKCrujJrWP2iewcqKtfbS4IZpBn2VTsvB9H1Q968f5DwT7Rbw2iasdRe33BgojKGUjtJMIM02yK/M7H+YEwz9EHST3YbHgECvCXQdpTpYs2tEEkwMXASnsq+6VPH2YDdWNWDsZ4+zcAuZPpdlXMB/QwMwZAKZjDKzDoUtKjKpOI5Cz/KTP0yTytJMH3mZNXsqrKi1sAlKmgqE7YnQGFmAndBJf6XSMWoAx0K4xMQnizxWm82G/KyKzbvsncJyp6ZtxykRtEQsFksBxfem7xUuEMBbUkwm2bZP2Pa8aSEbtSJdjFeG8zEhBWmLCQM+ykA0Aqm0LzSuiV3RVs4flfl2wzedygsrlwZo7h10UG3l7obLsqVMaVrHEOeYDaFUbgTjONB0dOhxpwUNvY5K8DqxSXK8JfJ7e7leOevmXolWL9OmtjFRDJjKhBEgkhcWur23J4xSmWRIkOaYIRzm0XRnwZjRFLnTBAN0ZetgVD56PlLvvhy1nHFozvzzgox/pH62C0EKijoOs51dghf36QOLR3CyGIB8gqAYAAcECYsg1MY3GoFTU3GvdvgjGDwex2yBCN2E8z61Ykm9jI1dQxxe3M/KbqXdHV2qkNZqqPHwXrIUbDuPtFQT/vuKwSXvYngJ8uMjzXjCxFsh/0Glp33hLrlWOjNPoRWfIzQsjeg/TTgcMWmh298FAotLdFHHtl3F2paiKxoIDAkCcbrci5WgBM3eyizcXmbGjCMe5rUrjbxFz//5OmwHXQkYO3vgaD7vWi94xroP4qAeplZ1O13RMHva6CO276fghwKob3uZgQ/ejflyuvAGmhKddm8RU+lvLMh0EGKl37mIeitrryGwCdsCuD8jaaHniCydOSx4hU3MAHQ5i9UoWCHppGVmMaD9clEJIyrRmba07LtiBOQf9IfQZbI7k3aF8vReue14AzcydCIUSia8X9Qt9sx8oIJBbHxhkugpZgkdfDnpWP23o1qa0OZt3qzT6MhRzAtM6sOJy2Y12nJ/yyemCFiate5po7Op1CFzspVAMZkymVt8VW3Qd0qRrSBUBCtt9citPLTjFuleUeVI7/qzJh6dT69AB2Nj8SsN7AKzLqmTpE7mIGh2N16yBFMcmAD/DXOh3TGKQTjSXvQChUUYtiN9RD/jlqY0fH4P9H53ycHTddIHRe6LoF14kEx9Qq++zra6m+NWW/AFRjrNWv+PvH+ARpwvzkoQBLMACbVP3PKAawpLwOUNwAxA2pKefko/ut9UIbZY8rpeGI+Op8XucMyqxRddB0sv4qd9SOw9GW0339HWpQnoteDhcHfjuhKhqewy5WPOneHuE+T8V/MT4EkGPNYha25sdq5V5Dw/mACWTT7Wlh22j3mDmZj7fnQfvphgCNOfvO831Qif2rs6BXt/7oPgf/9J/kKhJEojOsY+JpZ/4QUZRR0TADBz4wfFPAPUJQW0SykBV9UlaL3He5/f5UWxbKsk8H8LrIMqsjqeqsrFxFx5WANSFyOFlZfDGX4yKgqhD56B20P3A3e2DxYqvbrV3GUoeiym6GURTdF0r77Eq23XJEhl9TcZVIpCrFIWyLeITUGtxPTh4qiLCiuW3SP3Omk/AE1Y9ZxShURzovNLqeXgZKUdhRFuGWHnWH7zVRYd90bUCNfCwXf+C/an5gPbjX+AA9qEce6oouuhTJm64h6iCd2beWnaH+sHtziH1R9zXQuwjmIpBAAt4LwtqpYrxs2Z8ErZtrmYh25g0nSrHpdlfUEnp56q5fIClN+IdRf7QZ17NbgQAB5hx8LZdTofg0Cr72AjoUPgNs2Jmn08YuhEgeKzr0C6rb988cF3n0dvPZH8MYWaD98i9DK5V0HluwsRqaDYGfINeJB4z5nSBVJMEma7g1nV1arzHeA0WWnnwFFvCwVzboK6vid+pPMW6+g46F7B+XIoZQ4UDjzT1C375+DLiguch+6B8K4LpcKgToooOxdMn/hilwaV6yxSIKJhZDJ3/2uyie5y4AvowrlF6Dw7MsM8/u+JfTh22i97+a0+ispxSUonH1NWLudwGvPo/3hOdm8W4kx96QT8Q32Oo+woxoSJasJRsRu2aq1tGOw/UXWn37iWGuB5VtmWDJx1YijU6HrYljE/UyfEvrsQ+N+Q4/L16fvsjF3fKGiYSi+5K9QRo/rp0fni0vQ2fDwoOyo0jlnRAhpuj6rrH7xfensd7D6ymqC8bkqrmfGuNL6xj8OFoCiX5/L2QCGM9U+RwMaY34Bis67EpYJu/QTI+45xM5B++aL3r+pKtRtJ8Aybjso2+wAKiruMugj6gqD012YobduhP7zGmjffwV93U/QVq8CQsHNVcSFbuHsa437ob4l8MISdCx5FNzRPqAhDn5j6gA4SMAGJu7QdTJAElfuTGwjUop01tZayDJvWN2iqHGDBn8sydEg2wnmUQIdWeL2bDlYT4LfnDHZUWpzrEupV3Zy5hrCKK/wgqthCXMnI0im86nHoX37JWiYHdbd9oa6wy7GC494So6n6OvXIvTlZwh9/B70H78FCopQ8HtXWEfGwMvPoGPRg12hJbKsiNciBfCzjhW6Qq9B549Um77efu/iZ7NsKClTN6sJxu9yLmXG/jrjtLK5nodThlIUwSKhPRFOG4y+E+nTIJnz/wLxrN2viJ2I3xs3oUTVQ+x0dA1Q+58ejSfzh+eAtey60CWQrrP+MCnKw466hucTmYeh0iarCcZX7fwchB0HKwnWylnHlYzozPuJkDkvR6YWbl6+8URsxjzflLwEKgVef9F4Lcq252cGfCEou4x0L1qTwLCHXJOsJhi/y/kOA5PErGmEO4bXeS5M5ww21ThvUBiXp7PPZPVFZSNQePp5YV+XktVHJDniGNZ2383QvetT3VXy5YtLWi10yvC5Tz6RfOG5JzG7Caba+RQTjhfTQoAW0kO/S9fEs2vKCD/U9wBENkPN4PVi2f5XyD/FBXXr/gGeUq62phk+RR1P/juj3BZMj5voUUddw+9N1x/CFbObYFwVdzPo3O75I9DP7VrgyC3nPfVJqufUf075sRxSnkl1P6mQr249HgUnnwU1zItSKvoLK5MZoa9WoH3eP6A3Zd1OZoPD7UluHOe0AZ/ejrKaYDZMP3GGqlrqe0FGWMUh5dDSeYtSGh8yWxPYi8BUBWdeEDtAVZrWob5hHTbeegW4STzEZU1hnZXzymRu6pgTltUE01FduWMHsciy1ysei9jJ/JzXMWHCXc+kxG3Yf7bzNNZx/yYTh5ggZ0oFZeSWKLrgaoh/Z1LRfU1ovfUKw34mWwoBb9ndngP66ltbC8vhL0+2TJ7cfyQLlo/UP911gX51LfTBMqtIN75ZTTAvTZ6cv8+Ojle7L3p7gicsJsG42+72zE4GqN7p5YcpVuVPuo7JJPyNsgw5stpQfNU/oGwxNhlwJF2G9tUKIzB5FtnDaKRqh+iaZT8CHwHmnUDKKDDbjfgNYYybxZIRmUEhwjoQNWma/prFynfa5yxZmnRAM0Rgln0m/VFrqik/W2FlTkQ8GesJeKykuOQmuu1B096s66ord7SSfgQznagQDmSGsDYT3vhZWay7TUThrCszV/f2VrTe9zeEVmRP2mci6MwiIgwL2+b4sTUyTpAu8i8R83KLqj5RVKDeT7ctaIpfWGa2SACVzBoIV1UV+0uDqzdlCQivnJhIBe3EWMXE70PHtyqUzqDCm8PwM+sBYioj0HYKMJ6JxgBcnG3HoEizQ8LJ8PTzQKPHQi0dGTa9yWDMrIjxIi55A2+9gsCrzwGDmGhtMMbfs08RxgqAn4jvCUK9JxdsbbKeYMQEbahxXmdhXGnO5W6wl9Hg9U+KApSNgHXH3WHZY5IRLkH4Fonjk/AvSksRZ4fODmi+DdBWfIzgO68abgWy9EBAHKJA68B8Q+nc7E5Zm6ZVldrlIy7WLljt/IaArVLbU3ZJF97TyvBRCH74DtgfZtetWiDsYSx77QfLr3Y3Ln+FK4FRkkU43ZcR4ln6848R/Pg9hD79ALqIDRwhiFS+81TDCC/4+ovgHg6T2YV+crQlpqUlHcUV9NBDPydHYnql5ATBCMjWnn7sHnn5+cty5Ugz0GUgIsYV/+X2rmwDoSBEOITAGy91fdiRii0PqnBuLBsBdZsdjEBVIs6vIUPsckwUcUkr8klrn39sRKPj9T8j9ON30Nesiu4WoFqQd+gxsB56NNSx24DbWtF629XQVn1totdcr0IbdZ1nDpa/3UDQzRmCESD4XOWXgpWbsvcq9pepJHtpV57m8TuBVAtCq79DcOkr/UMqRJj9glNnwnboMb1+FR+/9uVnCLzzGkQA8IhxeUVMX3FtKTJFWqwgq9XwsI4awpl1cDDY9Qokdh0d7WBN63J0jFDEbkkc06x77w/LbhOhlPVOminuZdr/eXv09U1kZIS07rW/8W+y2RD471PGnU4uFQJpOvMjpfWe2OkXMmjgOUUwm0kGyl+zIXxC5HVARoAo694HAOLeZFMRyeD1dWsQ+uhd46ihr/4+7K5AxG0pubEe6D7u9OlIpI/lpvXQ1qxCaPn70NeuNo4kvH4tWNdTtjzFXQ8NHwl1y62MWLzqDjtDHbONEWcmXNF9G9A25yYjhETfIo5zwlnTsuf+sGy/I8Ql9uaiaWi96zqIYFrZVHp+jH3vE40Tq7gEZrxur/ccmi3jyjmCEcALM36ElIcZGJ4tE9FTT3KUYdi19/xyHxJmEHrTOoRWfIzQB28h9PUKcIvIEtC1LPOOcSJ/WhwxuAKdCH3/NfSfV3cFi/r6c6CzE3qnkWesi3Q628Ht7eCOtsg7ksIikC0fIkyn+BLEDkjsUsRxTexUlNLhRjS7mGlue/TQMxeSseMZvxOse+4Hy467QRnTPzJed9PgsjfRVve3zJl+AYgCDYxOYmwk4rU6k7hX0Znoe2L+2kJoDxFbmKEpRGWk09Y62LCKJMK2DIxl4Kd2aAeMcS/JCv+KnCQYMSFcW2vxrf5gLoDTSDxSZ1FRRm6B4tq7oiaz7zkcQQrBt//XdSwIBVF04TVhswnEDYGuGcG3SQsZT8naTz8aux5xBOl1vFJViPzS4uNXy0aCRCYDccSyWgEaGPTB95eifd5tsB4w2fgnbBybMAMz4g3fe2PcQ052A4K4P9GXWVUs6WjXHh1qmQVylmC6F8ryqqri0fbOv5FCZxBT1ljgFp77Z1j32De+9R4luFN8giLX5vY2tNffiuDy9zdXEqlRiv98a+z82MlSwoSczqefQEfjv0zUTH4VkUGACc/k6/hTfn1Dnzikye8vkyXmPMF0g89VVTZ/qTJOQeBGjTCRmLfJ9BcncdTJO74qoz5cgac4eogjSHcR7geGj1OMzJLp+BD0Fj9Cb76EdhHgUFwyp7EQ4NVB8x0B+7U0f74vjV1nbFdDhmB6zgBfcMoWGwOhnTQtsJOqKmNCGsaAmXQFW6tMowj65viODEX4NH3NJDKD0lRKln2ImSVBBMUx3LjMtB58pPF8KyLzD3Zpc9+C4Htv9CIYseNStxgzaKqJJ3FxnAq+9QpETOA0R8rTSv9fwAAAIABJREFUGXjIUVBwGd3x6NpBAyEDOx6SBJPIPLDLVeindWvBhvtA2ot4aVHGbmtka1S33xGKvSxqitiUKcjctYN5/xf/PLGDKb7oWojL6XQWkZkytPLTrovuFR9DXHwPRiHgC7vb0z+L3GAok2F9SoIxOSHe/5u6DbXwSuAX/yWTTZNeTeQ5su1/GCwTD+669IySizrZnYuPuG3uPyC8nzcfkUpHdOWYDpOmNtn9C3nGMeiDtxF840WExIvX4JcvHJJgws6CJJgwsIhk9j3/s4jdIV6lmtd8sJG5d+yZwV7bZC+D7aAjkHf4caDSFL3Kd7RBW7vGsKo1jiJv/Ld3WAUi2CYdAnWn3Y28SyRekkxa/saDn0gO1/H0AoSWvZlRCdp0xmdl9Z7+CafiGVyO1h3SBLNx5rF7hLSCWcw8CWC7QjScCYWGxUKPQoYJKwm3/IxdBsLvyPCWTtIxRV+3FsFP3kXo7VcRWvW1iEnQlV4kWhJ6cT8lDAMVxXgBs+xzIGwTD06OX5OmoflyV3ifqkGeFUkwkSdgSBHM+nMr9reFqEIHTiWdRzKRVXwSHNUGfpBXr8nuhfFZwRnngwqLTLYIX01b/T2CrzyL4AdvQ2/2DihvtTC0U8Zth7yjphjGcWb9mSINoPlPM8DeDQMaXyoaS4IZ4gTTVDPlFBXqLJ2x56YcRjlHrOI5O79iAIHuO9oNQ73O5zxdrzDJLKoKy4RdDevigWQxaLv3RgQ/fDuZmiVFliSYIUowvprKo4n5Bh3YJ9useeNd+QVnXQjb/ofH28yoL+5VOp6Yn3LfHbLlIf/k6bAd/GtAERmb4yudTy9AR+Mj8TVKQ21JMEOQYHyuynowT88Fz2oz30jx5X8zEtXHW0SMljb3renLT0SE/MpTkXdMZdx3M8F3XkPb3L/HO8SU15cEM4QIRrgGjHWEPgPxkAk+RaqKoiv/YcRyiacI/6W2ebfF0yQ5dRUVecdNQ375KXHJEwTT/mgduHVjXO1SXVkSzBAhmLUXnLJFXnu7OKTH96WlegWmWL5h6PZ/10HEkDFbQl98gnb3rYZNyaAU1YKCqjNgO+IE092HvliO9vl3QORSyqjC+MJRLw3tws1Jzlx28uyqsubW4DIGhI/RkCrW3fZBYfXFQH6BqXELj+j2+++E9l3/OCsRBQi3hS3GGrFbehrZifoiPIOIgCdenYStilkzfRF+oUgc7UZHDrvQUx8jf9LNl2VcJkgCrSupa9hSZBkwNQEmKjFDaa6edqzOvDzVSQRNqJNwlZwhGJ/L+Q2AbRNGIkMaiiDcIm4KCooQy+9JhFIQYRPyK0+DdeJBpkYggk21P3Sv4bNjulhtRvArpXSEYWwnYur2LgTrfodCHTOuK0PAa8+bft4WaWyLxO7LJDl2LHwAoU+WxXyOZxGi37sBgpSiRdUzjUHUiszEeKSEtnCR2x05YI7JzkSmjKay4CKFsT3ZtKMddy8RazsrS04QjP9s59Os47jIMyCWG20kcCcDbdBpJam8Xhf5bHTkESm7ieBUBIiwaIrIcTMYRnXWPSYh76QzU+o0GPr4XbTOucm0pzEVFht3JSJQVOvd1wPBQESYlS3HIr/894ahnRHsKZpRXg8pha5LTBNkXF8Zs+H13eF5GPrPa+JqmlhlbobC9fYtm6+k2pc74pUhLMj91RU3gGgWgEKxVkvdnoEZNsWrRJLrZz3BeGsqp5LOT4R5LWoV4QVDrN07vCD0Eu56ZiNqaxWqrQ0ZrgC1wlq3FqitNdJ4drsH/HzBKSMLOjvKdY1PhsITwWT+YmMAkyPi0Radf5XxIaes6Dpa//EXhFYuN91FwannwHbA4dh402XGc3asIo474tgj7Gk6n3rcFMmI41XRuX+O6w4plh49fxfJ3EQA8TSWIDPeslmUmwrnLHomVppY33lTttMDymUK6FQAmwmFgQdK3Z4z0qh30rvKaoLh2sn5vh/tnxLRdgYywiRXIb/O+KcDI68cyHbVIJzZVY7OjaERHeBpAJ0D8NhUPXtbJx2MglNcvWPLJnm6ta8+Q+sd15pOzyqcFwvP+TOUEjuaL+oTa1pRoBQVg9vawCKwd/duRVFRfM2dhi9S6+3XRM9i0HMXM+tKiOyTqSgi4l/LlTNTITq6TLEeCUFmWsukNwGkEeNnVrgFzNsTlCKCEQpTpGzo9S0yod2qqAcUz1mYPakuw6CR1QTTfHZltaaze9MgmIgW6CG6NBWXYuurp+6rQPMoRsbH5Bd13HYoPPsyKCO2SL7wTRLbH74XgVefNy3fOukQiOwEIjdRy8VnGnFpxEuVuBsysp7m5Ru/CQM6BALQfvgG7Pei8Lwrjdg17Y/VI/C//5jqz3rI0Sg87RxTdeOtFHj5GbQ/6o632aDWJ+D2ZOVVH8yBZDXB+GY434CCAwHSWadLS+cuSqkVltflbCDAmaoJy/tNJfJOOLnrg01yYCvhqNhiOAt6Tasv4uzmVZ4GYkZL7SzjnoQ3tkAX/kAi+LdIVaKoUIpLjMDevLEZ3OwzCEb4RHV4/oXOZ54w1Z86equu3VISQz6IC22RpqXtvpvBHe2m9MiESgxe/hV+2G+S+70BXxgP9niylmDaXZWHdEAXQVeHWwj7Datr/DTVYG6sqbhYY+WWVF4Aq9uMNyLmGz47Ii9RNKIRH3ggAMvW46NG2Be4iOfjjbXng9n8S6rtwCNQIHYVqgWdSx5DxwuLjXxH0Ypl5z1RdGGtUaXt7r8i+PG7pqZFHKkKzrwg5mWv/v3XCP30Q8RwEN1ZENi3AaEvVyD44VumL7RNKZriSgR0UkDdq2T+wl8C7qS4z1SKz1qC8bkq/wnwEapqPWPYnAVxvLkmDqf/bOdprOPBxCXE2VKQS9QIEV0/Gvc3IlRDhDxIoo646Gy745q48h6JGLuF5//FyGMkdgOtt9caO4JIpecxTwQH33jtBXHZrOSf+FvkTfldRPniWb7l8mpjlxTdAT5zw2pEXQFGrhf6rcPdsCDOlZKx1bOWYNbPmFJhIctOjvqGm9OFblfg8GBnuvoz24/Y9RTNumpT9sXwrYw8Qe5bYr7qiJi/4rlc3Wo7WA6cDKVPDODAGy8i8Opz0L79arN9iQh0ZTtgsmGVq/SwJhbpX0Xys9DnnyD4/pubiCHyqMTxMJr7AHvXY+PfrzJyN+VaIUJIgTprWN3C+3JpbFlLMKtmV5XNsy9orq1FKJ0T4qt2doKMW/+MKcJWRaQNEfmUwhWRKzrw4pIuT+QotinW/Q5DQcUfuiLjRQrDqWmbM0KK4491171h3euArr7Fka5vEQZvgU5wix/tj/8TIl9RpGI7/FgU/L4m4u+GY+b9d2RkTJgBLoY2QL/G4V6cQZniBjiiTc2zlmCSM/z4pXhdFd8RKON8nYZd+Q8juFOiBGM79GjkC3IpLgG3t4IKiowdR+jblcDGlq6Ur2O2BhUPMy56RewY4SwpMjYW/K66665IZIP0rYf2/TdAYaFxlyQcMYV1r7ACFulpOx6p65VTqae+sQgmsPRltM+/M+YuLP5ZHbwWzPgOFvXC0jkLPYOnRep6lgQTJ7Zel3MxMab0tlqIU0gKqouXG+vuke1Ioh2RhBtA/u+qoRQUIrDsTXS+uAQFzj8AgU60L34U+pofDI2FEaAIaiUIo/PZhV1HHiIUX36LYb0b+O+TRs5ssVsRz+0ilQl3dhikIGxcbEeeCIRCaH98HkIfv9cPhVhHpMALi9G+4P4UoJd+keJ2TQO7O6BfmS1pYBNBSRJMnKj9PKPiTJtKc/vG7Y1TTNKrC3+kvGOnRj5eRLrkFQRx5T+MJ+eOpxYYKUDEMcp26DGw7nsoAi891StFiXhCN3Y5zV4jraxBPCO3hL7h517+R8IxUhCMJry2H55j1BPpVkRaW0FQrX+7HCLtSM8iyEtE5otU2h+8G4HXX0w6dmkVSGgnYGFHfsHFWwyBHEqSYOJcXSK7QMvqD1r1LuvLjCniklU880YqkZ6pRVaCollXIvDmS8YOpPuORjhcFs68HLpvA9rqbgFEwG/xYrXbRFj23Nd4+hUvS8JpMpwLQb7zD7Bs/6su0vr8481qiYtgy857IPi/5xD85JddjHB2LKy5FJZd9oowBEbLpdOhx2HHkwmTQ0Q6s/4Ng16zEP+tuK5xRSzXgUzQO1k6SIJJAMlM9NyORTCRDO3EUUYEf+p6GeodvsF28FGwHfRriEDgwmhOeG4L+5z8384wyEPsQFqEbU3PmDJEBkkImSK9SOfLz/byZhZP3iJLpe5vQuCFJZvRt4zfGYXn/Cmiq4TYIbVceU4aPKPNLwiRcA3g5wF1vaJy17cUAgKk6QpxE7Hlp5BV/779Z9vKcQsWNJmXnDs1JcEkMJf+syvfZJ0PSKBpUpuIC1SxAxFHGUEEwps5Wml/6B4EXnuhVxUaVoK830w1jh76mlW9m4v0I/sdZsjmZj8C7/wPpFqQV/F7wzZG7GL85528+WikDB8Fyx6TYBm/k7Gr6XzlWaC9jzGqLQ+2g4+EeMLuGTLCdnQFCk6K7Ncn7nva6m9F6OsvgFAwqTgmIkw8xmnFoa1G3Pbkj4m0HyptcppgRFwNWrAgqfEVReoTa1B5msHpzZPac0UKR8Mtxnbdk+wxEcrI0abWqwgwJexI0NkzkgAh74QqhJa9AW3TZW5fYda99oftGKcRqkFv9sO6y55dOw1m+C/4vXHfrWwzHqKeeC0Sr0vBD9+JuNsQtjbipQr6L1bFRRdcHeV41KWRcEUQl8MBkavpq8/6jMMUBEmrRIT19jrPyKQJzFFBOU0w3pqK5aQrn7NOs5PhAOk/p/xYDinCuWZQYnSIewrLr3aH7bBjYNl1n4T8lYQ1rjB+61lEiAVx1yKsbyMVslhg2esA5B05xSATsXsSpWPRgwi88V9j9ySM8oIfvRv3MUY8Zxed8ycjyJbZIgJJBd99zcgyKY5wZmPPmJUfsx7Ro466hgHkiYnZQ05UyG2CmVHxCil0qDC3Z+JPVCh/L3E3PBDvzPlcvx3P3PkgEQvHyrRjJo4jtqPLYd190oBjpoQ+ehet9/UOOCVcDISXdKygTOJupXDG/0FE3RPGc+JFyXiGfvAehN5fGtXPSRm91ebn7r74F519GSx7J37iFHqLS2qxc0p6Tqfwi0ULMCaNqvf0De0X79LK+fpp/1jSiWjzedN20gPaMgBGsNpNHiotpOMTTcWLwVDw31vOe+qTcDp5XeVHEOhIguJi8IgYzi8pGZZwHMw7usLI9wzhYZ2kIgJBdSx+tJc0yx77QvgeCWdCcX8iiKO7KFuMMchNXNyKXU7gpacRXPGRYXcjLoJpmN2w0BX2M8JmRrwuGUXE8R09zojQJ7yZ++6cRBUj5W3NpVH9qEwNW1gMt200fKU6nl0ITdzVpKgwc6uD1AnkXpSOMHkpGkV6xOY0wQgIfTOm3gtFDxNtiHQQd4KxEYQOYvqJwcLW3QFGMRQUgTl/MHYsQm/b5OOQd+JvoQyzJ30liLuM1rpbDBuV7iJ2McrYbbriAYvE9eIiVaR+FfFfxD95BUbc3M7/PQvti+VdRxJFgbrVtrAdfpxBEJrICClCNnS2G5fCglSMf1r8YWPjihAPxZfdFD0Gjq4bNjbC1sZsEZkS2u68Dtr3X5ltkkA9+lGDVq+z+ujI+obUsVkCmmVSk5wnGAG2v9r5FhP2yyTgo+lifHhX3ArFMdyUyuK4InYdIhi3eGomRUHhzMtEeL+I7cXH1zrnZnBT7xQg4vijjt8Z6lbbGAQjFoje4kPos4+iHqFEyE9BNjRySyi2PGg/r4H247ddWQbCFCM8w/TZRjDxiEXE1H33NQReeRaW3ScZmSvJ7og6rm5ZwaUvG35LqS5E5Nd13OEI2m+j+fOFm7csPRAYEgRjkIyr8m0G75sNsy+eeQtnXxMx5snmMQSDxtOxuGTVVvYOh1N03hXGRxmtaN9/bYRgEPYtaS2qirxjYydeC339Odruvn5zojWRMsW63+GwHf6bmKlOgh+9g7Z7bkjbsBjcSkx/ddR7bkxbp1nQ0ZAhGDEXXlfl4wSObIueIRMmnoCHXXuPkYOoXwkFEVr+vmEYF1zxccQo/+r4nVB80bXhPZx7CBUvMO2P1PUjqJRBYctD4SkuWA88IkYwLUbrrVcgFC7+DBHU7SYYOxrLpEOhFA/rp+5gpZlViJ8oqWvM+DWWsvntI3hIEcwmkjlfAdcykJZsAYlOpLhAzSv/fVdkO5Gg/ruvup5l330d7G8Ca1pM0XnHnQRhsh+riB1M5+JH0fnyM7GqDuh3cYwqnHWlqRS34lVIGAYKY77IhQCbDdY990XeYcdCnbCzcXwSr0qtt/wZuhGYKv2FGfNK6z0z0t9z5vU45AhGTMGGc343Tgl1XEegaQCH2SZkxkSRo6zrY2TuetnZ2ByXvQflF6Lg9HNjhqHsYjDNcGoUMXS11avitmWJhpiIV2PZbR/kO081XqpiFUEMrTddGl+K2MIiI9C4Omo0gp8siyv2cCx94v1dvFYqpFxlr1t0fbxtc63+kCSY7knsqK7csQOoZugnKQqNZmbbYL0apWphKWPGoXD6RcYFrJlixID56F10vvy0sRPo+Vxtpn3POkZK2Qm7Iu83Tlh22MUUtKI/kcNI+ybbH2bID9gmOtz/TuVTVrxTkvb6Q5pgeqItjOkIwdPA+q918HgQ7AAVCIBEpseeReQJJZ1COuBXCM0gflNn2ouYd8u0ODFCb3HcKph+kWEgZ7qEQgh98QmCH7xteEMbr03Cg3qTV3VYOYoCsuVDcZQZZv/W/Q+Duu0E012KWDFtc//eKzyE+caZV5MIt9vrPLMzT7P0aSQJJgbW3Rkfe/1lRv8k52svOGWL/PaOTwfVRynKWNQddjai/Yvn4USKvrHFiAEjAlcFnvP03tkQGb5KtokHQdlyq4SN5joWPYTO/yxKRL2MbEOAz+72ZPRdX6qBkwSTRISbXZX/1MFnJlFkUkUJy2CRPVJY5iZaRE6k9rl/7/W6o5SNQOHsa437j4QKMzqeehyBp5+IvkNKSPjAGolg3NDUimBeaIOi0wRotIcqXEaYJjGEIWbkQswdKujA4iHsUiAJZmDrb3Nr7/RpTqjaI7TJLSFJYpMuRvgEiRi6lp32SEw2s5HYXlwIdxfh2V00u9bwpI67hIJodd9i3Puk3WEx5u6VRQLze+zuxvN6VhUpizeusW+vsrJrELiRmbcPl1JYRHSwgC4a5m64M25ccqSBJJgkTGTLmVWHa9bg0wDiuORIQscJihCWwvknnGy4IyRSRPqT4Htv9CIYER5T+BzFU8TzuLhzCX3a27s7HhmprEuET+11nl1j9eFzVVwPpnNBcPSvS/c73A1nxZKRq79LghngzIo7Gl915U9EHPv9dYB9Jbu58CEq+O30yClKInSYDIIRl8atd13fFWohAwsD7SE1eOjIOU/1j04eRt/VZ0zZqdCmPgJg714/E9501HkOysAhpkUlSTADgFnE5/WveX8VmMx74g2gv1Q0Fc6N+SdP7/IJMhmJYkAE09mBzucb0fHsoohWyKkYZ1wyWUChXGN3L+rKgRtH8dc4lzNjl+4mDP641N2Y4Hk0jo4ztKokmAFMTHNNxQKd6aQBiMiYpurW4w2rXyPodgyiSYhgmA2fKRGgyjAYzODCxP9zjN77SKqtTSipX5OrYo0C2lIY3JGuP+qYu3jIBqaSBJPgQm+uLj+LFapjJkuCIjKvmcVqGOSJ9K3CQI5s4Z+04yWY0Kfvo/OlZyD+LWxdMr3ooEPL3A2vJapnc03FFGbFw8zERLeXuhsuSlRWtreTBJPADP502jGjCgoK32ZgmwSaZ3wTwwJ3+x1hO+QYWHbaHSKG7uai612vPn1fkS661jCw23w0EPFzv1qB4DuvIiRM96OE48w0QEIdoa1GPDiwYN6+6orPmGgsgy8pczfWZdoY06WPJJgEkG6qcd6gMC5PoGnWNbHssLORtcA68SBAtRixe9sfq4f2+S/BqkTqk6Lz/2LEgkGLv8vb+7XnDYLJxqIS7zqsrrF3/Is4B7JhxoknkaIeFSwovHooJFiLBI8kmDgXjqjuczl/BpB1r0YJDPWXJkSw7rIXaMzWCInYtz0SoIlodiL8gshZLeKwiJSz2VwY+q9L3YtfGugY3nVNLJzkfi9yJPWBdpAF7SXBxDlJ62dMqbCQ2hDOsKqvKGYGEX2lQX8Imv6jRbXcx0BXOH5ZMhYBZrq2tL7h6oxVMIsUkwQT52R5XRUfEij2syNhPan6aSWj9nmh+zVCWPuSqj0u/A/j7FZWTyMCDFpQ6m44OY1d5mxXkmDimNrHq6psR5cG2yj6LiTIxI1au3ZhuItCn6uiBkx3gjIrt3UcMOR8VWb+tJ30w8e4l6zP+cGmeICSYOIA2D9j2vGsaE9FbMLwWS3KqUVzFkWuI0J31kyZRbp6qySZOMBPZ1Xmjnwoe+bLbAEDRl0STBwQeqsrHiCi0yM0WddZULC72RcDb03FmcTkFqmB4lBBVk0TAlZVOTHWH4o0qZLV3UiCMTl9L02enL/PBMcyJuzctwmBVpaM2XOXeC0/m2oqphCThyCcdmXJLAT4MYe78ZTM0in7tJEEY3LO1p9+4lhLgWUluCtL5ObC8NnH7jUyXnLpbt86c+oJoZD2BBNFjS1iUk1ZLQoCIlecSXcrkWv4h+d8lvEnL1iwKU2lhDYRBCTBmERNxO/tJP6Ee7wAiYBCwWJthxG3DdDq01XxGEC/NamKrJYAAjrzCkVR5oP5CgD985z0kUki7LmKP5bN8TycQHeyySYEJMGYXApraip2yWf6qPsFSTiysYYby+Z5/mxSRMRqfpfzKgZfE8ff14F2OaTaE6gDauiIkjlL3m6uqXyUmU09QRPoHbu7IWsygmbipEqCMTkrLTUVu+hMYgdjYMaMtY56zxjxl86kiIjVvK7yhQRl6kDlyPbhESAgGLTyoSPuaXzr5xknHp9HlgY2ZSZAusJadUn94n9KbBNDQBKMSdyaXJWHKOBXRXWxYHXov0mGObmQ56uuXAXirUyqIqslhAB/Za9r3FE0bampbNDB5WbEMPCDY8xe2yV6x2amj1yuIwnG5Oyur566r4X0t43dC+ApdXsqTTaNWc3vcnYwkBezoqwwMASIL3HUNd4qUtQAnR+ZDXFKoKfs7oYTB9b50GwtCcbkvPvOm7IdBdUvWIeuWqzHDJuz4BWTTaNWW39mxf6qlZbKiUgGmjFkEP3QmZ8/SdgqGUclxfKUuEszU0SOo5W86oqh7rxoBquedeS6NonYateUEYVQPgPR+/Ym64mUpOdLf7XzaSYkFn3bpO6y2i8IhEi/akTdYiOlq9flbADgNPsREPCuolovTtYfl6EwL2axHQpYRB2jcL0fj3GvaazUjKhf9E4yABHJ2vLaOsT9SzzOjxqI1ExL8ZEMPOKVYYSkjLORyBRQUufZvfty3lft/A+AY0wLIrSD6bHOgvzLR60OeZP1hybOYWRN9XjnJ2sGlgpFfWdPvddx36JzkiXbN6O8DoriMiuPdf6flodL1QBVg+gsAg/l+ftC15SLFAvvBuabzGII0MagGpjcM1vAJheQ0+LiKwYzkVez6seL1ynz/Q+tmkN5gcY90zy7qoxuW9AUd8MwDXj26WP9rc2fmTH6Es0JaLG7PSXif6+cdVzJiE7bGwSKmbMnGbpmkgzxggcF0+33eR7q1qupeuo5KvFdDDbjcsE64aayut72S/6aaROg6w8yYT/EkEPAeh3kIVvoBsfdS77JJHwyTRdJMIM0I74Zzjeg4ECT3esWqBcXuxfeJuqLj4FZXwrwL0FwTQrK9mrMeKe03tPP+E14qCus3mYqoBfjP456z7F9seBaWFrXTtulLRiamKfysdCV0SzsnBQw6WgDKe+wFni1IxD4eMuHnhNRDWWJgYAkmEFYIv4a5+2s43wzUfHEBOlMDaX1DZsN8bwu54UEGGQz1IoOvFXm9hwQbtwbZpRfrSpKzFxGzPxtaX3jdkMNu8EYrySYNKPuc5VfClZuAJkLncnEn5bWNfY6CvlqnC+BMTnNqmdGd4z1bUHt0DHzl4SNKO51lb9HUPaJoWyLY9NxMzMGlbtaSIJJ49x2xYDBPLM+Rwxe7nA37tHXHcFXU+kDsz2NqmdMV0QIatD+WFa35NFwSomXOVt7++poITBEWtjVXuuoXRcs2JgxA8tRRSTBpGlim2ZUnKsqdFe3L1O0bsW5n5hvcdQ3/qlvvZYzqw7XrKHngbietn8RQ/wToLRBUbaBpg1aAPJNT8zvqyrPK7YEHvJ35v8d4BlmpkPX9TllcxdHfM3zVVfcRESXRTGia/3Ra91SEowZtAdWRxLMwPCL2bqLEIJzibCDiEcSszC+UNhyacncJxrD1fW7Ku5mpnPM3N/0a094Hpw3c11e87qRbBluCagTAuByIuU4Yt4+pm7JrRBUteA+w+Y9ZSRY+uaMyY7hNvsruomA6grxEyV1jVXR1PHVVDSBqTRcHQa3rvbaJMEkdz7DSpMEkyKQDX8XClxHjEoGRw0mRTAsWjaC6KF11vY/TbjrmYjJm/2uyrcZvG8Can9g91r3j2QY5q+p/JKZx5uXSx3M+nqFSBj+hRj8MzGGM2OCGfIjkA41dLB9zpKl3X16p5cfRqoi8hFFfW6O9JLUU3d/dcXDTPQHSTDmZzQVNSXBJBFVrp2c710zrFKFOguM3XRgWGSAhZ0WBRj8jR6iBnIodaV/X/RdLHV8LqeIdD88Vr2evzNzq4O2GEVud8QkYC01lVM1ZpFSJeaxiYBOTef/84f8/9pu/su+Xh+2q/JJBp8QSz+xmVPA99jdjef1bu8UT80XRmvPwJelbs+EaHVaZlYdrmnB54D+2RvkDibW7CTvd0kwycMS3mqnOAr9sWcgbxKhY4xlpZgJAAANhUlEQVQLBwZB6WRwC5g+UQme9QHvg30/0Fjq+GoqgmAyHyicSRimneCoa3g+hmylyVXxqQL6VSwdAKxr2agePO6RhSv71t20CzHlCMrQl5W6F0/sK8PncnYginc5EX1tr2uIudvyVld8TUThnqPlHYyJSU5GFUkwyUCxjwyurbUALxsk8PLLwLqRI/WqBQtC4v8PJEDVhnN+N86idX7LbMpitUsrxp8d9Z4bzQxzU6YDE8GVKMjgS0vdntv7yhW7uObVpd5Yx8JN7XxfYtXYvh7Kza7KJ/XouyBh1eyIhaXXVfkPAs8OM/b2H+UrkpklMeA6kmAGDGH6BBgxaRR9KdhsFgJeH4S6x0j3ojVmtPy52rmXjSBi3sR2voxAXFxVZfOXBpcD2CFWnwxuduQFxlGfOycjNEZA/SrSi5vRbszew2MFgfK5KqsAfqzvnQ4DvlK3J+wFcCyd5e/xISAJJj68BrV2c3X5WTqUuWYuUQ1FNwVYMqs0u6aMaIHlvzp491htGHRbqbvhon47GEDxVTtfIcIhsWQQkb+kybIVhbFH8bkq1gC0ZXgZ5LeP2XNEbIL57XjmzteJsEVPOcS0zl7fMCqWfvL3gSMgCWbgGKZNgvDmhq7PNNmhzx5wbEfz5/e6hI3V1uuqfJzAUZ+Au2TQIoe7YVo4ed5qp0iNOyvW4tJBP5aO2XPbcEThqymvg664wodRMEcwQjd/TeVrzHxwTz3DWUfHwkX+nhgCsdZAYlJlq6QjYNxt/OhYZDY4FTHuttd7ZsWrSLOr8m86+JJY7YjodXtdQ9hdipFil7QnY+60Ijgdir590088EhbLs+D+mS8Z8DvcnrJYdzBCTrOr4j4dVNOLYHQ8UDrXc0asMcrfB46AJJiBY5gWCVxVVdw8PPg46yai3zHY7vZYiOLPeLDhnJMOUkOh12MOinmpo74xrDe4QQ6qRTwRR7ZnMd6p6U+OuoabI/Xld1Vu4HAe4wyfo97cHUpLTfnZGitzevShMeiiUnfDnTHHKCsMGAFJMAOGMD0C4iIY4p8cdY2jE9HMcMaEEvGj75YZLRC2QTCK5floOxgi7igZ7S+l2pfFk3TY4nc5P2fAyATQsxDjO3u9Z1sz4/PWVE4l5oU96vpULXhotwWxGRmyTuIISIJJHLu0toyLYHRljmNuYpH3/C6n8JfqZfwWdqC6/nfH3MUXh/utZUbFuZpCd0cDiJlfKq1v/HW0Or4a53/AOKZfHaJvHXUNpsItiNS8gZD+ZHfKWCL61F7XMOQCdaV1sfboTBLMYCEfZ78vTZ6cv88EE3cwDFYV3m1YXeOncXZhVPdVO58F4TfR21JQZ+38svrF94Wr53U55xFwVkQZzB0arEcOr3/ijWj9eF3O+QTDcLH3Dkahpfb7GkwF62qqqZiisOLpjlLHjLtK6z3nJ4KNbBM/ApJg4sdsUFowoDTXOB9gxqnRFBAhJe1ujy0RJb3Tp24DVX+RgKhWskxo7wBPGh2GxISePpfzXQL2jqgDUYOj7pcAWpHqRTKUI+B2u9sTzoCunyhBMCpoETMsIoVsMKhPHnG/jKGbyPpIpI0kmERQG6Q2G6rLz7KQMjd6yAf+yuFujGnkFm4IwpDPSvpzDDiiDpH4W0dd+IhwYqe1944OEbe4IJwM4RdlUbCfmR1Wi6vyfI35jj5P1QEF5CpxNzxgZhqMHYxODSLAF4M+cXgtE2UmADPIJaeOJJjk4JgWKYYDXyj4UtTL0wFkIVw/Y0qFqige4d0ddZdEuMNe5wnrkCgCoze3BteHI0EhVSGaNqyuYZEZwDbWTDslxNq/ekX7J/ZaFMvk4jkLRWbGmKXriETiktfKwOxw7g0xhcgKCSMgCSZh6NLfcJ1r6mgL9B8iRmsj6KpO1w+rb7g6Ee18Myv+DI3+Gr0td2ps/XWk+5NNT9QvhN+94EuHz7qr2R1Em6uyqpP539SD8UTyM7vbYzpcRdcOBo+DSLcXFGxPdzy6NhFsZJvEEJAEkxhug9bKV+0MRYrnK8IotBHvE+5uxIzCvurKRSCOmnNbYXqwpL6h38Vrt/yW6sprNOK/hOmPQ0E+MJ77D79r6u911v5F3U9AxlZGucbuXhQzsHd3/15X+REKFA8Yr9nrPTHDSJjBSdYxj4AkGPNYZURNb7WzlQiF4ZQxfHvqGkxZuIZr762uWE5Eu0QaqLhADkDZJpLzpLA29q9xLAbj6J4yjA0I4T57XYNZNwej+UaX88IQ47buExuBOxUtNCkeG5bVZ0zZqcCqLgl0dkzb4sFnTR2rMmKic0QJSTBZNpH+audbXcnB+hcGe0vdjQnlSmqdecLEkGZ9hoGRkSGh+x3uhojPzyKZXHNr8zsM9DLyY+bVjrF7bxPLObFvv/6ayjnMfHb3f2fmF0rrG3uRV6zpY5er0Id114dzzIzVVv4+cAQkwQwcw7RK8FVX3sLEF4ebOJF32V7nSciIrLmmYorOJEIbhN0dAYiZ6mNT/GER8rKneqwHtT+U3R8+C0A08ATBgLmm+8K4DdrIMe4lIqJfXKX5vGk7ldy9MGyak7gEycpxIyAJJm7IBreB4Uioao3hnAAJvNzubtwtEQ2bXBU3KqB+WQyELCN+rsJn9EzXGq6PppoppyisPtLrN8KLjjrPUYno5HNVLgTYSDhHTEvt9eaM6xLpS7ZJDQKSYFKDa0ql+lxOEbt3676dDMQMvslV8agC+l04xRm0uNTdUBFrUN4ZzgtJ+SXjJDEFFIvlmGFzFpgKodlXvjDYA2MiFITsnY6R8YaeiKWv/D31CEiCST3GSe/BW13xABGdnkyC8c6oeIUUOqyvTHF/UlrfONbMIPwu51UMXNtdlxmvltZ7+sk0I0vU8VY7vyXC1jpRXVmcF8Rm+5D1UouAJJjU4psS6eIookJ9UJi/9+xgIDsYr8u5kvqEuSRCCJpaYZ+78GkzA/G7ymsZSpcNjvAZULi8pK5xiZm2fevU1sJy4eqKFToQunNM4261tTBiGsuSXQhIgsmu+er6dkVsmLLQB33zGCWdYIB3S9ye/c0EdhJ69SQY8aQdtPKhI+5JzO/HO718b1ZpekdAvztSHuosnLohp7IkmCyd8r73HWIYAyEYX03FGnDvGLg6ab+PlAM6HGxel/NCwuY7mLagGjxs5Jyn3stSiKXaSUBAEkwSQBwMEcJtwAptBUAl3f0PiGCqnV7QL06ORPRTSaFlV7ptgXBcNFWEL5OFVI/xSE3sDVlwXKI7GFMdykoZj4AkmIyfosgKbkr0Nn2gBMO1sPhXV2zoSVY6uK7M3bjZyM0MTCJdLnPHh0RUxIy1OixTY8V8MSNX1sleBCTBZO/coWX6CbtpqvXD7ti3xPjMXu+JaOofaaiCYJpXO9f1DNOggw4tcze8Fi88vhrnS2BMBvgnja3TJMHEi2Bu1ZcEk+Xz6auuuAlEl4lhMNHXpSZSqvYdcl+CEa9HJTzKHi2XdSTYNpxdWa3q7CZgbYjlDibLl9eA1ZcEM2AIB1+Ar6aiCUylIql7qbuxOF6NBMH4VjubCBi2qe0HDrcnckS6KB0YmR0doY0MfaXNYju9aM4Ceckb74TkUH1JMDkwmetryq+0QLmGmNpK3A12s8/KPYfudzlXb3ZSjCOfdTj4DENAhSYUKnkX2eb8e2kOQCyHkCACkmASBC7TmvmrK98E6SNLimz7xfPy0z0On8u5DJvi6CoBdeeS+Yk7B4qwDb7VjnsKmG7Or2/4ItOwkvqkDwFJMOnDOqU9bTjnd+OgdbiCoeC/t5z31CfxduZzlS8EK1OJSC+pa7AmkrStZ58iTEIidzjx6i3rZzYCkmAye37i1k5Y6Cd2RCq/mqFeDPB6h9tjKudQ3MrJBkMOAUkwQ27Kww94/bkV+1uDyl1gaDIsglwUyUJAEkyykMwBOc3V5WfpUHd21DdckgPDkUPIAAQkwWTAJEgVJAK5ioAkmFydWTkuiUAGICAJJgMmQaogEchVBCTB5OrMynFJBDIAAUkwGTAJUgWJQK4iIAkmV2dWjksikAEISILJgEmQKkgEchUBSTC5OrNyXBKBDEBAEkwGTIJUQSKQqwhIgsnVmZXjkghkAAKSYDJgEqQKEoFcRUASTK7OrByXRCADEJAEkwGTIFWQCOQqApJgcnVm5bgkAhmAgCSYDJgEqYJEIFcRkASTqzMrxyURyAAEJMFkwCRIFSQCuYqAJJhcnVk5LolABiAgCSYDJkGqIBHIVQQkweTqzMpxSQQyAAFJMBkwCVIFiUCuIiAJJldnVo5LIpABCEiCyYBJkCpIBHIVAUkwuTqzclwSgQxAQBJMBkyCVEEikKsISILJ1ZmV45IIZAACkmAyYBKkChKBXEVAEkyuzqwcl0QgAxCQBJMBkyBVkAjkKgKSYHJ1ZuW4JAIZgIAkmAyYBKmCRCBXEZAEk6szK8clEcgABCTBZMAkSBUkArmKgCSYXJ1ZOS6JQAYgIAkmAyZBqiARyFUEJMHk6szKcUkEMgABSTAZMAlSBYlAriIgCSZXZ1aOSyKQAQhIgsmASZAqSARyFQFJMLk6s3JcEoEMQEASTAZMglRBIpCrCEiCydWZleOSCGQAApJgMmASpAoSgVxF4P8BJDBLwZvO5hIAAAAASUVORK5CYII="/>
          <p:cNvSpPr>
            <a:spLocks noChangeAspect="1" noChangeArrowheads="1"/>
          </p:cNvSpPr>
          <p:nvPr/>
        </p:nvSpPr>
        <p:spPr bwMode="auto">
          <a:xfrm>
            <a:off x="155575" y="-319088"/>
            <a:ext cx="666750" cy="676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0" name="AutoShape 4" descr="data:image/png;base64,iVBORw0KGgoAAAANSUhEUgAAARgAAAEcCAYAAAAcH6uaAAAAAXNSR0IArs4c6QAAAp50RVh0bXhmaWxlACUzQ214R3JhcGhNb2RlbCUzRSUzQ3Jvb3QlM0UlM0NteENlbGwlMjBpZCUzRCUyMjAlMjIlMkYlM0UlM0NteENlbGwlMjBpZCUzRCUyMjElMjIlMjBwYXJlbnQlM0QlMjIwJTIyJTJGJTNFJTNDbXhDZWxsJTIwaWQlM0QlMjIyJTIyJTIwdmFsdWUlM0QlMjIlMjIlMjBzdHlsZSUzRCUyMnZlcnRpY2FsTGFiZWxQb3NpdGlvbiUzRGJvdHRvbSUzQnNrZXRjaCUzRDAlM0JodG1sJTNEMSUzQmZpbGxDb2xvciUzRCUyM0YwNjY1MCUzQnN0cm9rZUNvbG9yJTNEJTIzZmZmZmZmJTNCdmVydGljYWxBbGlnbiUzRHRvcCUzQmFsaWduJTNEY2VudGVyJTNCcG9pbnRzJTNEJTVCJTVEJTNCcG9pbnRlckV2ZW50cyUzRDElM0JzaGFwZSUzRG14Z3JhcGguY2lzY29fc2FmZS5jb21wb3NpdGVJY29uJTNCYmdJY29uJTNEdGhyZWF0MSUzQnJlc0ljb24lM0RteGdyYXBoLmNpc2NvX3NhZmUudGhyZWF0LnRocmVhdF9hNiUzQiUyMiUyMHZlcnRleCUzRCUyMjElMjIlMjBwYXJlbnQlM0QlMjIxJTIyJTNFJTNDbXhHZW9tZXRyeSUyMHglM0QlMjItMjAwMCUyMiUyMHklM0QlMjI5NjAlMjIlMjB3aWR0aCUzRCUyMjQ5JTIyJTIwaGVpZ2h0JTNEJTIyNTAlMjIlMjBhcyUzRCUyMmdlb21ldHJ5JTIyJTJGJTNFJTNDJTJGbXhDZWxsJTNFJTNDJTJGcm9vdCUzRSUzQyUyRm14R3JhcGhNb2RlbCUzRV5Rg9QAACAASURBVHhe7V0HeFvV2X6/eyV5xpKdAUkIK4SyV8JeoYyyYssJpqUFCiSWCRAg/IxSoJhRRqFlEywnJYwCJSSWE1YZBcoKK8xAIOxAQkhiSXa8JN37/c+5joOHxpUsyZJ8zvPw0KJzvvOd95z7+oxvEGSRCEgEJAIpQoBSJFeKlQhIBCQCkAQjF4F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0BWI+CvmTbBXrdwZVYPIoeVlwSTw5M7FIbmrXYucRQWzKA7Hl07FMabbWOUBJNtMyb17YWA1+X8UgW/MMzdeA4BuoQnsxCQBJNZ8yG1iQMBBhS/q/J7AHbW9fNL5zbeH0dzWTUNCEiCSQPIsovUIMC1tRbv6g++V4DRAFY53J6tU9OTlJooApJgEkVOtht0BPoQDBNwtd3tuW7QFZMKbEZAEkwGLwaeXVW2trltTLFitbAeDMFi0UPFamsglNfR5l/TuW3ryDZasCCQwUNIqWp9CAYErLa7PWNT2qkUHhcCkmDigis9ldk1ZYSflcdBdETYHhkaEdoAtDDjEyLlgRL3oscy+ZKzqaZiSlld45JkIhiGYKCDLih1N9yZzH6krMQRkASTOHYpb+mrdl7OoNkgHhltohgQf70Z4BaF8Jwe0u5zzHvyxZQrGKMDrqoqbi4NPaYz78bES8vcjb9Lpk59CaZLNv3ocDdslcx+pKzEEZAEkzh2aWkpjkn+1sBFAF0KwGqmUyKEWMeHrGgPlNYtuctMm2TW4dqq4ubV2sU69IsIGEZApwqUF7s9zyW1H0DxVVesIqIxm+Uy0BbUdh4zf8mKZPYlZSWGgCSYxHBLe6ufZ5x4vFWx1BEQz19ncfG50gblmgL3okfSobR3evneiqo8qQNjeiyu7x1uzzap6N/nqvQBbO8pm5kfLK1v/GMq+pMy40NAEkx8eA1qba6dnO9f43gSjCPjUUTsaHQdzzrcngqi1Bmjbag+6SALaS8yOL+Hfkyk/MVet+j6eHQ2W9frcoYIUHsRDNDiCDi2pvnzfWblyHqpQUASTGpwTalU34zyW6GQODbFNX/ilaXE7RmXistg/4xpx7OiLwFY6Tl4AnW0IjRujHvJ+mSDIi7Dfayu64cCA2TRDrTPWbI02X1KefEhENcCjU+0rJ1KBHznnngkBy3PEdDrg47VJzO3QlFOL61rWBSrrtnffTWVR4PxFMD974gIbzrqPAeZlRVPveYZJ1WwGvKwuOXuW5huddQ3XBKPPFk3+QhIgkk+pmmT6KuuuAlElyXQYTtZ9Kn2exc/m0DbXk2WV1UVj3EE1xKhMKws4kscdY23DrSfcO391c6nmHB8WNnMSx31jQemol8p0zwCkmDMY5VxNZmhNJ9d/ijrysninTqeQqCm5iLLhHG3LWiKp13fur5q5/MgHBVOBgP+IGPyqHrPBwPpI6xsl6vQj59/AjAsPLHRD/k6jsyvb/gi2X1LeeYRiHNZmhcsa6YPAb+rci2DR8Xbo868uqy+MWHLV5+rsopZ/zdR+LsgJvqktK5h93j1MlO/ZfoJu2mq9eModYMBTS8fNW/guzQz+sg64RGQBJMDK8M/c8oBrFle73vBamZoBHrK7m440UzdnnW4qsrmLw2KQE8RHQwZ8JS6PZXxyjZT31ddeQuIL45al/FnR73nRjPyZJ3UICAJJjW4pl2qv6ZyDjOfnUDHDGvoaMc98Vn++qZPnQFVrx+MD3yda+poK+kfgTEiWv8EvdbuXnxNApjIJklCQBJMkoAcbDHrZ5841tpq+ZiB0nh10RmflY717UO1L3eYbet3OZcysH+0+opCrpL7GqKTkNkOe9Tzzaj4MxT6a6ymBNxtd3tmxaonf08dApJgUodtTMnGC0yJNrx03qLvYlY2UcHvct7GwIUmqvarwrpycencRX8307bJVXmISvrzzNTToK5XU7GwdOKzSuuSGwRqVVVVWbEjuIwIMS2DFeInSuoaq8yMSdZJDQKSYFKDa0yprTOrJgb14F0WRm2yfHS806duQ4r+AQiOmAr0qUDM35T4bDuZCf9g5v5D2KZYFJo2LIn2NkJls7sXY3iMFxz1nqPjxSKe+sLYj1JgRBiPDplcVxLMIM2O/2zn06zjaCsrBxXVL3onWWp4q8s9REpFAvJ0C6mnFtctfDRWW2+181UiHBKjXiAU5MNG3N/4Vix5Zn8XrhLe1Y6vN0Wwi92M8Zyj3vOb2BUTr7HR5bywCMq/yb1oTeJScrelJJhBmNuWmVWHa6Gg8Cy2tfisw8ctGJgtSs8h+Fy/HQ90fpnIsBhYUur2lMdq66upWAOmLaPVI6A1xJZjhtc/8UYseWZ/97oq/wHos8mk0Q+DFpS6G042Kz+Rel6Xcz4zWsrq5V1POPwkwSSyqgbYxldT+QqYDwOYHe7GuEz9Y3Vt3FGUBlcRIljWRhVATXZ3g4g9EzE6f+v08r2DqvIqgKKoohiBkI0PG3FPcnYwIv8RWF/BfXydoumggG4pcTeIMBcpKz5XxRqAfmrxWo9M5h+KlCmcZsGSYNIM+PrTTxxrybd8BSBPEIw34C/bbv7LSfP6FUGY/D++/yqIDoh3aATSFMLJ0e5NmlwVNRbQnTpgi7GDYY24IhlR7N51TSwcz1t/S8Qj4xlTiPSrRtQtTokXt9CDzzjD4bf5NwD6RpBykqOu4fl49BsKdSXBpHmW/dUVDzPRH7q6ZdahHFbmbngtmWr4XeVXM5TaRGQy8xOl9ZFfXsy+VCXzFak3ZuZGxWAEdZw1KoWpTLwznPNJwR9BCCGkzHTMWzTXnHZDp5YkmDTPta+moglMhq0KgXRd044onbf4f8lUY/25FftbgpRYqAKmHxz1DeMi6eOd4XyBFHPxaJJhByPcEQB+PG58GOutun5M0bzF78fd1kSD2lpYLlzt9AMoZEBnnc8vm9t4j4mmQ6qKJJg0TjdfcMoWvvb2n34BnZksfHwyvJr7DEPxVTs1k3ehfZqS7nA39Arg1LNCVA/mvpJIuWoggaa6wkDwM+gTUMrMlDHwhQPK5FS97mw4u7Ja1dndrYuu83mSYPrPjCQYM6s1SXXChVdIRXhHkfGw2eXsYJMxfHsNj4GOjrYttnzouZ97/nfxRLzuR8dONsITAMabgYRBi0vdDYk8maPlnKknaSFdPJlbzPTVt44CWlCSohcknjw53z+hdCWIN4cvlQQTfpYkwSSyehNoIy5ffas/+JSACb0+XOAHEa82mVHmNhHMBkb8BneGbsQrSEeeTlDBSgGI88mInsd5RLCGDfAUBhMCAgT6l0b6q2D+ttS9+CUz0HlrKs5UQG7mxMjFGIKC0+33eR4y01+8dXyuiusBuqJnO0kwkmDiXUdJrc+zjivxBfJ+JEZxL8HEIXuTrciMBa1ZhbgWFv+Pzh9A2MJsmxTXCzK4XcSgYcZqRcE7pFleYpU//U+T8t3Jm5LHCYz8nfl/J/B0EfUyUZ3E3RbDtqPD/W/xWpfU0mVn1LEMoBJJMLGhTXgSY4uWNXoi8NNpx4zKLyhcHe4+IZ/pV8kMjGTsYKqdqzlzCCbsYhCEozN/quuhB1TYQKpew8Ckga4cBi//4Av/pCNeNu+8abbPZlfl4zq4n3+T3MHIHYzZNZSSelEDJDFesdd7fp3MY1KTq2KNgujWtikZaEYI1S9zuBf/Ldmq+F2V1+vQr+hrSSxCArO85I3wRyTZsyDlhUVA5AsiVVkW7kdiCpQUB7en2578caDwrZt5wkQbW6/TdT62695kaBVxPPqP11LQfexK1uibayqm6EyNXUk0+5WAxvrM4fWL/5ms/nJFzpBbgIM1ca2zyvcOdoYnGKETMf/LXt94aiL6iSPRxpppLo21Cwk0IR5z+kT6y+Q2RPjUXufZNZk6Gl7qqi7Cc4aN/0vAWgqok0vmL5TZJPsALwkmmSsxiqyWmopddKbl4TJsiGY6c0eezgfFYxgmUrS2rdWPCmnabQzaOpGQmWkafnq6YbDGoZOHz31SPKUnpQgfKIb2IhgRjQ/FnU+pu3G3pHSYY0IkwaRpQjec87txaqhDBJaKjDnjP456z7GxVBJWpBesmnYiVO1vxNhBmATHajM0fuevHO7GHZI11o0zp+0RDIU8RLRdVJkm5y1ZemWTHLkw0zRbXU+weSJmSPj8QZv0iBXmsXX61BMCin47EZL2IaUJgtR2Q9AVXa8uSdI9SJehnzYfoOhe48ZfDOUau3tRQr5fqQVl8KVLgknTHBhezqs/+ATAr6J1KY5QShgjMRE5zc/qo6TgKLOGbmkaWkZ0I+5eVvKqfSe532sbqEIi7gyBZ5uRI17+dFWdVjpnocdM/aFWRxJMGmfcW+18UCGcFukeplsVQSC6Sq7hmwJmN9c4b9AYFyQW4yWNAxzUrigILXiOY96TCXs0r6+euq8K/XYCDjJ76BS5pUpJnZQqn6dBhTQJnUuCSQKIZkV4p5cfpqjKK7EIpkse6QR+h4HRBIwbiGWrWf1yoF6AGC+ErPlnD7/3sVVmx7MpSNctBDotbH7tKIIG8vpnVr9sricJJs2z53M5A0jECTHNemZ1d4T1FsYfYgVT59lVZd7WQJVCyp/AvG1CY9ZCRznmxZdTKqF+srSRJJg0T1yziOEK+qMIiCRLChEQABPPdLgb6/r2sto1ZUQ+lP9TgHP6+hTFo5GRiaG+cYdkWmDH03821JUEk+ZZWnvBKVvktbeL7bs1zV0Pze4Y79lJmQL3orXtrsppnaRfoLByAIMjxrwxC5QCOqPE3fCA2fpDsZ4kmEGYdW91xQNEdPogdD1Uu+w04sowVLOXt7GAEo6adnfD8Fj1hvrvkmAGYQWIXYytrW0ZEY0ZhO5llwNFgKCrujJrWP2iewcqKtfbS4IZpBn2VTsvB9H1Q968f5DwT7Rbw2iasdRe33BgojKGUjtJMIM02yK/M7H+YEwz9EHST3YbHgECvCXQdpTpYs2tEEkwMXASnsq+6VPH2YDdWNWDsZ4+zcAuZPpdlXMB/QwMwZAKZjDKzDoUtKjKpOI5Cz/KTP0yTytJMH3mZNXsqrKi1sAlKmgqE7YnQGFmAndBJf6XSMWoAx0K4xMQnizxWm82G/KyKzbvsncJyp6ZtxykRtEQsFksBxfem7xUuEMBbUkwm2bZP2Pa8aSEbtSJdjFeG8zEhBWmLCQM+ykA0Aqm0LzSuiV3RVs4flfl2wzedygsrlwZo7h10UG3l7obLsqVMaVrHEOeYDaFUbgTjONB0dOhxpwUNvY5K8DqxSXK8JfJ7e7leOevmXolWL9OmtjFRDJjKhBEgkhcWur23J4xSmWRIkOaYIRzm0XRnwZjRFLnTBAN0ZetgVD56PlLvvhy1nHFozvzzgox/pH62C0EKijoOs51dghf36QOLR3CyGIB8gqAYAAcECYsg1MY3GoFTU3GvdvgjGDwex2yBCN2E8z61Ykm9jI1dQxxe3M/KbqXdHV2qkNZqqPHwXrIUbDuPtFQT/vuKwSXvYngJ8uMjzXjCxFsh/0Glp33hLrlWOjNPoRWfIzQsjeg/TTgcMWmh298FAotLdFHHtl3F2paiKxoIDAkCcbrci5WgBM3eyizcXmbGjCMe5rUrjbxFz//5OmwHXQkYO3vgaD7vWi94xroP4qAeplZ1O13RMHva6CO276fghwKob3uZgQ/ejflyuvAGmhKddm8RU+lvLMh0EGKl37mIeitrryGwCdsCuD8jaaHniCydOSx4hU3MAHQ5i9UoWCHppGVmMaD9clEJIyrRmba07LtiBOQf9IfQZbI7k3aF8vReue14AzcydCIUSia8X9Qt9sx8oIJBbHxhkugpZgkdfDnpWP23o1qa0OZt3qzT6MhRzAtM6sOJy2Y12nJ/yyemCFiate5po7Op1CFzspVAMZkymVt8VW3Qd0qRrSBUBCtt9citPLTjFuleUeVI7/qzJh6dT69AB2Nj8SsN7AKzLqmTpE7mIGh2N16yBFMcmAD/DXOh3TGKQTjSXvQChUUYtiN9RD/jlqY0fH4P9H53ycHTddIHRe6LoF14kEx9Qq++zra6m+NWW/AFRjrNWv+PvH+ARpwvzkoQBLMACbVP3PKAawpLwOUNwAxA2pKefko/ut9UIbZY8rpeGI+Op8XucMyqxRddB0sv4qd9SOw9GW0339HWpQnoteDhcHfjuhKhqewy5WPOneHuE+T8V/MT4EkGPNYha25sdq5V5Dw/mACWTT7Wlh22j3mDmZj7fnQfvphgCNOfvO831Qif2rs6BXt/7oPgf/9J/kKhJEojOsY+JpZ/4QUZRR0TADBz4wfFPAPUJQW0SykBV9UlaL3He5/f5UWxbKsk8H8LrIMqsjqeqsrFxFx5WANSFyOFlZfDGX4yKgqhD56B20P3A3e2DxYqvbrV3GUoeiym6GURTdF0r77Eq23XJEhl9TcZVIpCrFIWyLeITUGtxPTh4qiLCiuW3SP3Omk/AE1Y9ZxShURzovNLqeXgZKUdhRFuGWHnWH7zVRYd90bUCNfCwXf+C/an5gPbjX+AA9qEce6oouuhTJm64h6iCd2beWnaH+sHtziH1R9zXQuwjmIpBAAt4LwtqpYrxs2Z8ErZtrmYh25g0nSrHpdlfUEnp56q5fIClN+IdRf7QZ17NbgQAB5hx8LZdTofg0Cr72AjoUPgNs2Jmn08YuhEgeKzr0C6rb988cF3n0dvPZH8MYWaD98i9DK5V0HluwsRqaDYGfINeJB4z5nSBVJMEma7g1nV1arzHeA0WWnnwFFvCwVzboK6vid+pPMW6+g46F7B+XIoZQ4UDjzT1C375+DLiguch+6B8K4LpcKgToooOxdMn/hilwaV6yxSIKJhZDJ3/2uyie5y4AvowrlF6Dw7MsM8/u+JfTh22i97+a0+ispxSUonH1NWLudwGvPo/3hOdm8W4kx96QT8Q32Oo+woxoSJasJRsRu2aq1tGOw/UXWn37iWGuB5VtmWDJx1YijU6HrYljE/UyfEvrsQ+N+Q4/L16fvsjF3fKGiYSi+5K9QRo/rp0fni0vQ2fDwoOyo0jlnRAhpuj6rrH7xfensd7D6ymqC8bkqrmfGuNL6xj8OFoCiX5/L2QCGM9U+RwMaY34Bis67EpYJu/QTI+45xM5B++aL3r+pKtRtJ8Aybjso2+wAKiruMugj6gqD012YobduhP7zGmjffwV93U/QVq8CQsHNVcSFbuHsa437ob4l8MISdCx5FNzRPqAhDn5j6gA4SMAGJu7QdTJAElfuTGwjUop01tZayDJvWN2iqHGDBn8sydEg2wnmUQIdWeL2bDlYT4LfnDHZUWpzrEupV3Zy5hrCKK/wgqthCXMnI0im86nHoX37JWiYHdbd9oa6wy7GC494So6n6OvXIvTlZwh9/B70H78FCopQ8HtXWEfGwMvPoGPRg12hJbKsiNciBfCzjhW6Qq9B549Um77efu/iZ7NsKClTN6sJxu9yLmXG/jrjtLK5nodThlIUwSKhPRFOG4y+E+nTIJnz/wLxrN2viJ2I3xs3oUTVQ+x0dA1Q+58ejSfzh+eAtey60CWQrrP+MCnKw466hucTmYeh0iarCcZX7fwchB0HKwnWylnHlYzozPuJkDkvR6YWbl6+8URsxjzflLwEKgVef9F4Lcq252cGfCEou4x0L1qTwLCHXJOsJhi/y/kOA5PErGmEO4bXeS5M5ww21ThvUBiXp7PPZPVFZSNQePp5YV+XktVHJDniGNZ2383QvetT3VXy5YtLWi10yvC5Tz6RfOG5JzG7Caba+RQTjhfTQoAW0kO/S9fEs2vKCD/U9wBENkPN4PVi2f5XyD/FBXXr/gGeUq62phk+RR1P/juj3BZMj5voUUddw+9N1x/CFbObYFwVdzPo3O75I9DP7VrgyC3nPfVJqufUf075sRxSnkl1P6mQr249HgUnnwU1zItSKvoLK5MZoa9WoH3eP6A3Zd1OZoPD7UluHOe0AZ/ejrKaYDZMP3GGqlrqe0FGWMUh5dDSeYtSGh8yWxPYi8BUBWdeEDtAVZrWob5hHTbeegW4STzEZU1hnZXzymRu6pgTltUE01FduWMHsciy1ysei9jJ/JzXMWHCXc+kxG3Yf7bzNNZx/yYTh5ggZ0oFZeSWKLrgaoh/Z1LRfU1ovfUKw34mWwoBb9ndngP66ltbC8vhL0+2TJ7cfyQLlo/UP911gX51LfTBMqtIN75ZTTAvTZ6cv8+Ojle7L3p7gicsJsG42+72zE4GqN7p5YcpVuVPuo7JJPyNsgw5stpQfNU/oGwxNhlwJF2G9tUKIzB5FtnDaKRqh+iaZT8CHwHmnUDKKDDbjfgNYYybxZIRmUEhwjoQNWma/prFynfa5yxZmnRAM0Rgln0m/VFrqik/W2FlTkQ8GesJeKykuOQmuu1B096s66ord7SSfgQznagQDmSGsDYT3vhZWay7TUThrCszV/f2VrTe9zeEVmRP2mci6MwiIgwL2+b4sTUyTpAu8i8R83KLqj5RVKDeT7ctaIpfWGa2SACVzBoIV1UV+0uDqzdlCQivnJhIBe3EWMXE70PHtyqUzqDCm8PwM+sBYioj0HYKMJ6JxgBcnG3HoEizQ8LJ8PTzQKPHQi0dGTa9yWDMrIjxIi55A2+9gsCrzwGDmGhtMMbfs08RxgqAn4jvCUK9JxdsbbKeYMQEbahxXmdhXGnO5W6wl9Hg9U+KApSNgHXH3WHZY5IRLkH4Fonjk/AvSksRZ4fODmi+DdBWfIzgO68abgWy9EBAHKJA68B8Q+nc7E5Zm6ZVldrlIy7WLljt/IaArVLbU3ZJF97TyvBRCH74DtgfZtetWiDsYSx77QfLr3Y3Ln+FK4FRkkU43ZcR4ln6848R/Pg9hD79ALqIDRwhiFS+81TDCC/4+ovgHg6T2YV+crQlpqUlHcUV9NBDPydHYnql5ATBCMjWnn7sHnn5+cty5Ugz0GUgIsYV/+X2rmwDoSBEOITAGy91fdiRii0PqnBuLBsBdZsdjEBVIs6vIUPsckwUcUkr8klrn39sRKPj9T8j9ON30Nesiu4WoFqQd+gxsB56NNSx24DbWtF629XQVn1totdcr0IbdZ1nDpa/3UDQzRmCESD4XOWXgpWbsvcq9pepJHtpV57m8TuBVAtCq79DcOkr/UMqRJj9glNnwnboMb1+FR+/9uVnCLzzGkQA8IhxeUVMX3FtKTJFWqwgq9XwsI4awpl1cDDY9Qokdh0d7WBN63J0jFDEbkkc06x77w/LbhOhlPVOminuZdr/eXv09U1kZIS07rW/8W+y2RD471PGnU4uFQJpOvMjpfWe2OkXMmjgOUUwm0kGyl+zIXxC5HVARoAo694HAOLeZFMRyeD1dWsQ+uhd46ihr/4+7K5AxG0pubEe6D7u9OlIpI/lpvXQ1qxCaPn70NeuNo4kvH4tWNdTtjzFXQ8NHwl1y62MWLzqDjtDHbONEWcmXNF9G9A25yYjhETfIo5zwlnTsuf+sGy/I8Ql9uaiaWi96zqIYFrZVHp+jH3vE40Tq7gEZrxur/ccmi3jyjmCEcALM36ElIcZGJ4tE9FTT3KUYdi19/xyHxJmEHrTOoRWfIzQB28h9PUKcIvIEtC1LPOOcSJ/WhwxuAKdCH3/NfSfV3cFi/r6c6CzE3qnkWesi3Q628Ht7eCOtsg7ksIikC0fIkyn+BLEDkjsUsRxTexUlNLhRjS7mGlue/TQMxeSseMZvxOse+4Hy467QRnTPzJed9PgsjfRVve3zJl+AYgCDYxOYmwk4rU6k7hX0Znoe2L+2kJoDxFbmKEpRGWk09Y62LCKJMK2DIxl4Kd2aAeMcS/JCv+KnCQYMSFcW2vxrf5gLoDTSDxSZ1FRRm6B4tq7oiaz7zkcQQrBt//XdSwIBVF04TVhswnEDYGuGcG3SQsZT8naTz8aux5xBOl1vFJViPzS4uNXy0aCRCYDccSyWgEaGPTB95eifd5tsB4w2fgnbBybMAMz4g3fe2PcQ052A4K4P9GXWVUs6WjXHh1qmQVylmC6F8ryqqri0fbOv5FCZxBT1ljgFp77Z1j32De+9R4luFN8giLX5vY2tNffiuDy9zdXEqlRiv98a+z82MlSwoSczqefQEfjv0zUTH4VkUGACc/k6/hTfn1Dnzikye8vkyXmPMF0g89VVTZ/qTJOQeBGjTCRmLfJ9BcncdTJO74qoz5cgac4eogjSHcR7geGj1OMzJLp+BD0Fj9Cb76EdhHgUFwyp7EQ4NVB8x0B+7U0f74vjV1nbFdDhmB6zgBfcMoWGwOhnTQtsJOqKmNCGsaAmXQFW6tMowj65viODEX4NH3NJDKD0lRKln2ImSVBBMUx3LjMtB58pPF8KyLzD3Zpc9+C4Htv9CIYseNStxgzaKqJJ3FxnAq+9QpETOA0R8rTSv9fwAAAIABJREFUGXjIUVBwGd3x6NpBAyEDOx6SBJPIPLDLVeindWvBhvtA2ot4aVHGbmtka1S33xGKvSxqitiUKcjctYN5/xf/PLGDKb7oWojL6XQWkZkytPLTrovuFR9DXHwPRiHgC7vb0z+L3GAok2F9SoIxOSHe/5u6DbXwSuAX/yWTTZNeTeQ5su1/GCwTD+669IySizrZnYuPuG3uPyC8nzcfkUpHdOWYDpOmNtn9C3nGMeiDtxF840WExIvX4JcvHJJgws6CJJgwsIhk9j3/s4jdIV6lmtd8sJG5d+yZwV7bZC+D7aAjkHf4caDSFL3Kd7RBW7vGsKo1jiJv/Ld3WAUi2CYdAnWn3Y28SyRekkxa/saDn0gO1/H0AoSWvZlRCdp0xmdl9Z7+CafiGVyO1h3SBLNx5rF7hLSCWcw8CWC7QjScCYWGxUKPQoYJKwm3/IxdBsLvyPCWTtIxRV+3FsFP3kXo7VcRWvW1iEnQlV4kWhJ6cT8lDAMVxXgBs+xzIGwTD06OX5OmoflyV3ifqkGeFUkwkSdgSBHM+nMr9reFqEIHTiWdRzKRVXwSHNUGfpBXr8nuhfFZwRnngwqLTLYIX01b/T2CrzyL4AdvQ2/2DihvtTC0U8Zth7yjphjGcWb9mSINoPlPM8DeDQMaXyoaS4IZ4gTTVDPlFBXqLJ2x56YcRjlHrOI5O79iAIHuO9oNQ73O5zxdrzDJLKoKy4RdDevigWQxaLv3RgQ/fDuZmiVFliSYIUowvprKo4n5Bh3YJ9useeNd+QVnXQjb/ofH28yoL+5VOp6Yn3LfHbLlIf/k6bAd/GtAERmb4yudTy9AR+Mj8TVKQ21JMEOQYHyuynowT88Fz2oz30jx5X8zEtXHW0SMljb3renLT0SE/MpTkXdMZdx3M8F3XkPb3L/HO8SU15cEM4QIRrgGjHWEPgPxkAk+RaqKoiv/YcRyiacI/6W2ebfF0yQ5dRUVecdNQ375KXHJEwTT/mgduHVjXO1SXVkSzBAhmLUXnLJFXnu7OKTH96WlegWmWL5h6PZ/10HEkDFbQl98gnb3rYZNyaAU1YKCqjNgO+IE092HvliO9vl3QORSyqjC+MJRLw3tws1Jzlx28uyqsubW4DIGhI/RkCrW3fZBYfXFQH6BqXELj+j2+++E9l3/OCsRBQi3hS3GGrFbehrZifoiPIOIgCdenYStilkzfRF+oUgc7UZHDrvQUx8jf9LNl2VcJkgCrSupa9hSZBkwNQEmKjFDaa6edqzOvDzVSQRNqJNwlZwhGJ/L+Q2AbRNGIkMaiiDcIm4KCooQy+9JhFIQYRPyK0+DdeJBpkYggk21P3Sv4bNjulhtRvArpXSEYWwnYur2LgTrfodCHTOuK0PAa8+bft4WaWyLxO7LJDl2LHwAoU+WxXyOZxGi37sBgpSiRdUzjUHUiszEeKSEtnCR2x05YI7JzkSmjKay4CKFsT3ZtKMddy8RazsrS04QjP9s59Os47jIMyCWG20kcCcDbdBpJam8Xhf5bHTkESm7ieBUBIiwaIrIcTMYRnXWPSYh76QzU+o0GPr4XbTOucm0pzEVFht3JSJQVOvd1wPBQESYlS3HIr/894ahnRHsKZpRXg8pha5LTBNkXF8Zs+H13eF5GPrPa+JqmlhlbobC9fYtm6+k2pc74pUhLMj91RU3gGgWgEKxVkvdnoEZNsWrRJLrZz3BeGsqp5LOT4R5LWoV4QVDrN07vCD0Eu56ZiNqaxWqrQ0ZrgC1wlq3FqitNdJ4drsH/HzBKSMLOjvKdY1PhsITwWT+YmMAkyPi0Radf5XxIaes6Dpa//EXhFYuN91FwannwHbA4dh402XGc3asIo474tgj7Gk6n3rcFMmI41XRuX+O6w4plh49fxfJ3EQA8TSWIDPeslmUmwrnLHomVppY33lTttMDymUK6FQAmwmFgQdK3Z4z0qh30rvKaoLh2sn5vh/tnxLRdgYywiRXIb/O+KcDI68cyHbVIJzZVY7OjaERHeBpAJ0D8NhUPXtbJx2MglNcvWPLJnm6ta8+Q+sd15pOzyqcFwvP+TOUEjuaL+oTa1pRoBQVg9vawCKwd/duRVFRfM2dhi9S6+3XRM9i0HMXM+tKiOyTqSgi4l/LlTNTITq6TLEeCUFmWsukNwGkEeNnVrgFzNsTlCKCEQpTpGzo9S0yod2qqAcUz1mYPakuw6CR1QTTfHZltaaze9MgmIgW6CG6NBWXYuurp+6rQPMoRsbH5Bd13HYoPPsyKCO2SL7wTRLbH74XgVefNy3fOukQiOwEIjdRy8VnGnFpxEuVuBsysp7m5Ru/CQM6BALQfvgG7Pei8Lwrjdg17Y/VI/C//5jqz3rI0Sg87RxTdeOtFHj5GbQ/6o632aDWJ+D2ZOVVH8yBZDXB+GY434CCAwHSWadLS+cuSqkVltflbCDAmaoJy/tNJfJOOLnrg01yYCvhqNhiOAt6Tasv4uzmVZ4GYkZL7SzjnoQ3tkAX/kAi+LdIVaKoUIpLjMDevLEZ3OwzCEb4RHV4/oXOZ54w1Z86equu3VISQz6IC22RpqXtvpvBHe2m9MiESgxe/hV+2G+S+70BXxgP9niylmDaXZWHdEAXQVeHWwj7Datr/DTVYG6sqbhYY+WWVF4Aq9uMNyLmGz47Ii9RNKIRH3ggAMvW46NG2Be4iOfjjbXng9n8S6rtwCNQIHYVqgWdSx5DxwuLjXxH0Ypl5z1RdGGtUaXt7r8i+PG7pqZFHKkKzrwg5mWv/v3XCP30Q8RwEN1ZENi3AaEvVyD44VumL7RNKZriSgR0UkDdq2T+wl8C7qS4z1SKz1qC8bkq/wnwEapqPWPYnAVxvLkmDqf/bOdprOPBxCXE2VKQS9QIEV0/Gvc3IlRDhDxIoo646Gy745q48h6JGLuF5//FyGMkdgOtt9caO4JIpecxTwQH33jtBXHZrOSf+FvkTfldRPniWb7l8mpjlxTdAT5zw2pEXQFGrhf6rcPdsCDOlZKx1bOWYNbPmFJhIctOjvqGm9OFblfg8GBnuvoz24/Y9RTNumpT9sXwrYw8Qe5bYr7qiJi/4rlc3Wo7WA6cDKVPDODAGy8i8Opz0L79arN9iQh0ZTtgsmGVq/SwJhbpX0Xys9DnnyD4/pubiCHyqMTxMJr7AHvXY+PfrzJyN+VaIUJIgTprWN3C+3JpbFlLMKtmV5XNsy9orq1FKJ0T4qt2doKMW/+MKcJWRaQNEfmUwhWRKzrw4pIuT+QotinW/Q5DQcUfuiLjRQrDqWmbM0KK4491171h3euArr7Fka5vEQZvgU5wix/tj/8TIl9RpGI7/FgU/L4m4u+GY+b9d2RkTJgBLoY2QL/G4V6cQZniBjiiTc2zlmCSM/z4pXhdFd8RKON8nYZd+Q8juFOiBGM79GjkC3IpLgG3t4IKiowdR+jblcDGlq6Ur2O2BhUPMy56RewY4SwpMjYW/K66665IZIP0rYf2/TdAYaFxlyQcMYV1r7ACFulpOx6p65VTqae+sQgmsPRltM+/M+YuLP5ZHbwWzPgOFvXC0jkLPYOnRep6lgQTJ7Zel3MxMab0tlqIU0gKqouXG+vuke1Ioh2RhBtA/u+qoRQUIrDsTXS+uAQFzj8AgU60L34U+pofDI2FEaAIaiUIo/PZhV1HHiIUX36LYb0b+O+TRs5ssVsRz+0ilQl3dhikIGxcbEeeCIRCaH98HkIfv9cPhVhHpMALi9G+4P4UoJd+keJ2TQO7O6BfmS1pYBNBSRJMnKj9PKPiTJtKc/vG7Y1TTNKrC3+kvGOnRj5eRLrkFQRx5T+MJ+eOpxYYKUDEMcp26DGw7nsoAi891StFiXhCN3Y5zV4jraxBPCO3hL7h517+R8IxUhCMJry2H55j1BPpVkRaW0FQrX+7HCLtSM8iyEtE5otU2h+8G4HXX0w6dmkVSGgnYGFHfsHFWwyBHEqSYOJcXSK7QMvqD1r1LuvLjCniklU880YqkZ6pRVaCollXIvDmS8YOpPuORjhcFs68HLpvA9rqbgFEwG/xYrXbRFj23Nd4+hUvS8JpMpwLQb7zD7Bs/6su0vr8481qiYtgy857IPi/5xD85JddjHB2LKy5FJZd9oowBEbLpdOhx2HHkwmTQ0Q6s/4Ng16zEP+tuK5xRSzXgUzQO1k6SIJJAMlM9NyORTCRDO3EUUYEf+p6GeodvsF28FGwHfRriEDgwmhOeG4L+5z8384wyEPsQFqEbU3PmDJEBkkImSK9SOfLz/byZhZP3iJLpe5vQuCFJZvRt4zfGYXn/Cmiq4TYIbVceU4aPKPNLwiRcA3g5wF1vaJy17cUAgKk6QpxE7Hlp5BV/779Z9vKcQsWNJmXnDs1JcEkMJf+syvfZJ0PSKBpUpuIC1SxAxFHGUEEwps5Wml/6B4EXnuhVxUaVoK830w1jh76mlW9m4v0I/sdZsjmZj8C7/wPpFqQV/F7wzZG7GL85528+WikDB8Fyx6TYBm/k7Gr6XzlWaC9jzGqLQ+2g4+EeMLuGTLCdnQFCk6K7Ncn7nva6m9F6OsvgFAwqTgmIkw8xmnFoa1G3Pbkj4m0HyptcppgRFwNWrAgqfEVReoTa1B5msHpzZPac0UKR8Mtxnbdk+wxEcrI0abWqwgwJexI0NkzkgAh74QqhJa9AW3TZW5fYda99oftGKcRqkFv9sO6y55dOw1m+C/4vXHfrWwzHqKeeC0Sr0vBD9+JuNsQtjbipQr6L1bFRRdcHeV41KWRcEUQl8MBkavpq8/6jMMUBEmrRIT19jrPyKQJzFFBOU0w3pqK5aQrn7NOs5PhAOk/p/xYDinCuWZQYnSIewrLr3aH7bBjYNl1n4T8lYQ1rjB+61lEiAVx1yKsbyMVslhg2esA5B05xSATsXsSpWPRgwi88V9j9ySM8oIfvRv3MUY8Zxed8ycjyJbZIgJJBd99zcgyKY5wZmPPmJUfsx7Ro466hgHkiYnZQ05UyG2CmVHxCil0qDC3Z+JPVCh/L3E3PBDvzPlcvx3P3PkgEQvHyrRjJo4jtqPLYd190oBjpoQ+ehet9/UOOCVcDISXdKygTOJupXDG/0FE3RPGc+JFyXiGfvAehN5fGtXPSRm91ebn7r74F519GSx7J37iFHqLS2qxc0p6Tqfwi0ULMCaNqvf0De0X79LK+fpp/1jSiWjzedN20gPaMgBGsNpNHiotpOMTTcWLwVDw31vOe+qTcDp5XeVHEOhIguJi8IgYzi8pGZZwHMw7usLI9wzhYZ2kIgJBdSx+tJc0yx77QvgeCWdCcX8iiKO7KFuMMchNXNyKXU7gpacRXPGRYXcjLoJpmN2w0BX2M8JmRrwuGUXE8R09zojQJ7yZ++6cRBUj5W3NpVH9qEwNW1gMt200fKU6nl0ITdzVpKgwc6uD1AnkXpSOMHkpGkV6xOY0wQgIfTOm3gtFDxNtiHQQd4KxEYQOYvqJwcLW3QFGMRQUgTl/MHYsQm/b5OOQd+JvoQyzJ30liLuM1rpbDBuV7iJ2McrYbbriAYvE9eIiVaR+FfFfxD95BUbc3M7/PQvti+VdRxJFgbrVtrAdfpxBEJrICClCNnS2G5fCglSMf1r8YWPjihAPxZfdFD0Gjq4bNjbC1sZsEZkS2u68Dtr3X5ltkkA9+lGDVq+z+ujI+obUsVkCmmVSk5wnGAG2v9r5FhP2yyTgo+lifHhX3ArFMdyUyuK4InYdIhi3eGomRUHhzMtEeL+I7cXH1zrnZnBT7xQg4vijjt8Z6lbbGAQjFoje4kPos4+iHqFEyE9BNjRySyi2PGg/r4H247ddWQbCFCM8w/TZRjDxiEXE1H33NQReeRaW3ScZmSvJ7og6rm5ZwaUvG35LqS5E5Nd13OEI2m+j+fOFm7csPRAYEgRjkIyr8m0G75sNsy+eeQtnXxMx5snmMQSDxtOxuGTVVvYOh1N03hXGRxmtaN9/bYRgEPYtaS2qirxjYydeC339Odruvn5zojWRMsW63+GwHf6bmKlOgh+9g7Z7bkjbsBjcSkx/ddR7bkxbp1nQ0ZAhGDEXXlfl4wSObIueIRMmnoCHXXuPkYOoXwkFEVr+vmEYF1zxccQo/+r4nVB80bXhPZx7CBUvMO2P1PUjqJRBYctD4SkuWA88IkYwLUbrrVcgFC7+DBHU7SYYOxrLpEOhFA/rp+5gpZlViJ8oqWvM+DWWsvntI3hIEcwmkjlfAdcykJZsAYlOpLhAzSv/fVdkO5Gg/ruvup5l330d7G8Ca1pM0XnHnQRhsh+riB1M5+JH0fnyM7GqDuh3cYwqnHWlqRS34lVIGAYKY77IhQCbDdY990XeYcdCnbCzcXwSr0qtt/wZuhGYKv2FGfNK6z0z0t9z5vU45AhGTMGGc343Tgl1XEegaQCH2SZkxkSRo6zrY2TuetnZ2ByXvQflF6Lg9HNjhqHsYjDNcGoUMXS11avitmWJhpiIV2PZbR/kO081XqpiFUEMrTddGl+K2MIiI9C4Omo0gp8siyv2cCx94v1dvFYqpFxlr1t0fbxtc63+kCSY7knsqK7csQOoZugnKQqNZmbbYL0apWphKWPGoXD6RcYFrJlixID56F10vvy0sRPo+Vxtpn3POkZK2Qm7Iu83Tlh22MUUtKI/kcNI+ybbH2bID9gmOtz/TuVTVrxTkvb6Q5pgeqItjOkIwdPA+q918HgQ7AAVCIBEpseeReQJJZ1COuBXCM0gflNn2ouYd8u0ODFCb3HcKph+kWEgZ7qEQgh98QmCH7xteEMbr03Cg3qTV3VYOYoCsuVDcZQZZv/W/Q+Duu0E012KWDFtc//eKzyE+caZV5MIt9vrPLMzT7P0aSQJJgbW3Rkfe/1lRv8k52svOGWL/PaOTwfVRynKWNQddjai/Yvn4USKvrHFiAEjAlcFnvP03tkQGb5KtokHQdlyq4SN5joWPYTO/yxKRL2MbEOAz+72ZPRdX6qBkwSTRISbXZX/1MFnJlFkUkUJy2CRPVJY5iZaRE6k9rl/7/W6o5SNQOHsa437j4QKMzqeehyBp5+IvkNKSPjAGolg3NDUimBeaIOi0wRotIcqXEaYJjGEIWbkQswdKujA4iHsUiAJZmDrb3Nr7/RpTqjaI7TJLSFJYpMuRvgEiRi6lp32SEw2s5HYXlwIdxfh2V00u9bwpI67hIJodd9i3Puk3WEx5u6VRQLze+zuxvN6VhUpizeusW+vsrJrELiRmbcPl1JYRHSwgC4a5m64M25ccqSBJJgkTGTLmVWHa9bg0wDiuORIQscJihCWwvknnGy4IyRSRPqT4Htv9CIYER5T+BzFU8TzuLhzCX3a27s7HhmprEuET+11nl1j9eFzVVwPpnNBcPSvS/c73A1nxZKRq79LghngzIo7Gl915U9EHPv9dYB9Jbu58CEq+O30yClKInSYDIIRl8atd13fFWohAwsD7SE1eOjIOU/1j04eRt/VZ0zZqdCmPgJg714/E9501HkOysAhpkUlSTADgFnE5/WveX8VmMx74g2gv1Q0Fc6N+SdP7/IJMhmJYkAE09mBzucb0fHsoohWyKkYZ1wyWUChXGN3L+rKgRtH8dc4lzNjl+4mDP641N2Y4Hk0jo4ztKokmAFMTHNNxQKd6aQBiMiYpurW4w2rXyPodgyiSYhgmA2fKRGgyjAYzODCxP9zjN77SKqtTSipX5OrYo0C2lIY3JGuP+qYu3jIBqaSBJPgQm+uLj+LFapjJkuCIjKvmcVqGOSJ9K3CQI5s4Z+04yWY0Kfvo/OlZyD+LWxdMr3ooEPL3A2vJapnc03FFGbFw8zERLeXuhsuSlRWtreTBJPADP502jGjCgoK32ZgmwSaZ3wTwwJ3+x1hO+QYWHbaHSKG7uai612vPn1fkS661jCw23w0EPFzv1qB4DuvIiRM96OE48w0QEIdoa1GPDiwYN6+6orPmGgsgy8pczfWZdoY06WPJJgEkG6qcd6gMC5PoGnWNbHssLORtcA68SBAtRixe9sfq4f2+S/BqkTqk6Lz/2LEgkGLv8vb+7XnDYLJxqIS7zqsrrF3/Is4B7JhxoknkaIeFSwovHooJFiLBI8kmDgXjqjuczl/BpB1r0YJDPWXJkSw7rIXaMzWCInYtz0SoIlodiL8gshZLeKwiJSz2VwY+q9L3YtfGugY3nVNLJzkfi9yJPWBdpAF7SXBxDlJ62dMqbCQ2hDOsKqvKGYGEX2lQX8Imv6jRbXcx0BXOH5ZMhYBZrq2tL7h6oxVMIsUkwQT52R5XRUfEij2syNhPan6aSWj9nmh+zVCWPuSqj0u/A/j7FZWTyMCDFpQ6m44OY1d5mxXkmDimNrHq6psR5cG2yj6LiTIxI1au3ZhuItCn6uiBkx3gjIrt3UcMOR8VWb+tJ30w8e4l6zP+cGmeICSYOIA2D9j2vGsaE9FbMLwWS3KqUVzFkWuI0J31kyZRbp6qySZOMBPZ1Xmjnwoe+bLbAEDRl0STBwQeqsrHiCi0yM0WddZULC72RcDb03FmcTkFqmB4lBBVk0TAlZVOTHWH4o0qZLV3UiCMTl9L02enL/PBMcyJuzctwmBVpaM2XOXeC0/m2oqphCThyCcdmXJLAT4MYe78ZTM0in7tJEEY3LO1p9+4lhLgWUluCtL5ObC8NnH7jUyXnLpbt86c+oJoZD2BBNFjS1iUk1ZLQoCIlecSXcrkWv4h+d8lvEnL1iwKU2lhDYRBCTBmERNxO/tJP6Ee7wAiYBCwWJthxG3DdDq01XxGEC/NamKrJYAAjrzCkVR5oP5CgD985z0kUki7LmKP5bN8TycQHeyySYEJMGYXApraip2yWf6qPsFSTiysYYby+Z5/mxSRMRqfpfzKgZfE8ff14F2OaTaE6gDauiIkjlL3m6uqXyUmU09QRPoHbu7IWsygmbipEqCMTkrLTUVu+hMYgdjYMaMtY56zxjxl86kiIjVvK7yhQRl6kDlyPbhESAgGLTyoSPuaXzr5xknHp9HlgY2ZSZAusJadUn94n9KbBNDQBKMSdyaXJWHKOBXRXWxYHXov0mGObmQ56uuXAXirUyqIqslhAB/Za9r3FE0bampbNDB5WbEMPCDY8xe2yV6x2amj1yuIwnG5Oyur566r4X0t43dC+ApdXsqTTaNWc3vcnYwkBezoqwwMASIL3HUNd4qUtQAnR+ZDXFKoKfs7oYTB9b50GwtCcbkvPvOm7IdBdUvWIeuWqzHDJuz4BWTTaNWW39mxf6qlZbKiUgGmjFkEP3QmZ8/SdgqGUclxfKUuEszU0SOo5W86oqh7rxoBquedeS6NonYateUEYVQPgPR+/Ym64mUpOdLf7XzaSYkFn3bpO6y2i8IhEi/akTdYiOlq9flbADgNPsREPCuolovTtYfl6EwL2axHQpYRB2jcL0fj3GvaazUjKhf9E4yABHJ2vLaOsT9SzzOjxqI1ExL8ZEMPOKVYYSkjLORyBRQUufZvfty3lft/A+AY0wLIrSD6bHOgvzLR60OeZP1hybOYWRN9XjnJ2sGlgpFfWdPvddx36JzkiXbN6O8DoriMiuPdf6flodL1QBVg+gsAg/l+ftC15SLFAvvBuabzGII0MagGpjcM1vAJheQ0+LiKwYzkVez6seL1ynz/Q+tmkN5gcY90zy7qoxuW9AUd8MwDXj26WP9rc2fmTH6Es0JaLG7PSXif6+cdVzJiE7bGwSKmbMnGbpmkgzxggcF0+33eR7q1qupeuo5KvFdDDbjcsE64aayut72S/6aaROg6w8yYT/EkEPAeh3kIVvoBsfdS77JJHwyTRdJMIM0I74Zzjeg4ECT3esWqBcXuxfeJuqLj4FZXwrwL0FwTQrK9mrMeKe03tPP+E14qCus3mYqoBfjP456z7F9seBaWFrXTtulLRiamKfysdCV0SzsnBQw6WgDKe+wFni1IxD4eMuHnhNRDWWJgYAkmEFYIv4a5+2s43wzUfHEBOlMDaX1DZsN8bwu54UEGGQz1IoOvFXm9hwQbtwbZpRfrSpKzFxGzPxtaX3jdkMNu8EYrySYNKPuc5VfClZuAJkLncnEn5bWNfY6CvlqnC+BMTnNqmdGd4z1bUHt0DHzl4SNKO51lb9HUPaJoWyLY9NxMzMGlbtaSIJJ49x2xYDBPLM+Rwxe7nA37tHXHcFXU+kDsz2NqmdMV0QIatD+WFa35NFwSomXOVt7++poITBEWtjVXuuoXRcs2JgxA8tRRSTBpGlim2ZUnKsqdFe3L1O0bsW5n5hvcdQ3/qlvvZYzqw7XrKHngbietn8RQ/wToLRBUbaBpg1aAPJNT8zvqyrPK7YEHvJ35v8d4BlmpkPX9TllcxdHfM3zVVfcRESXRTGia/3Ra91SEowZtAdWRxLMwPCL2bqLEIJzibCDiEcSszC+UNhyacncJxrD1fW7Ku5mpnPM3N/0a094Hpw3c11e87qRbBluCagTAuByIuU4Yt4+pm7JrRBUteA+w+Y9ZSRY+uaMyY7hNvsruomA6grxEyV1jVXR1PHVVDSBqTRcHQa3rvbaJMEkdz7DSpMEkyKQDX8XClxHjEoGRw0mRTAsWjaC6KF11vY/TbjrmYjJm/2uyrcZvG8Can9g91r3j2QY5q+p/JKZx5uXSx3M+nqFSBj+hRj8MzGGM2OCGfIjkA41dLB9zpKl3X16p5cfRqoi8hFFfW6O9JLUU3d/dcXDTPQHSTDmZzQVNSXBJBFVrp2c710zrFKFOguM3XRgWGSAhZ0WBRj8jR6iBnIodaV/X/RdLHV8LqeIdD88Vr2evzNzq4O2GEVud8QkYC01lVM1ZpFSJeaxiYBOTef/84f8/9pu/su+Xh+2q/JJBp8QSz+xmVPA99jdjef1bu8UT80XRmvPwJelbs+EaHVaZlYdrmnB54D+2RvkDibW7CTvd0kwycMS3mqnOAr9sWcgbxKhY4xlpZgJAAANhUlEQVQLBwZB6WRwC5g+UQme9QHvg30/0Fjq+GoqgmAyHyicSRimneCoa3g+hmylyVXxqQL6VSwdAKxr2agePO6RhSv71t20CzHlCMrQl5W6F0/sK8PncnYginc5EX1tr2uIudvyVld8TUThnqPlHYyJSU5GFUkwyUCxjwyurbUALxsk8PLLwLqRI/WqBQtC4v8PJEDVhnN+N86idX7LbMpitUsrxp8d9Z4bzQxzU6YDE8GVKMjgS0vdntv7yhW7uObVpd5Yx8JN7XxfYtXYvh7Kza7KJ/XouyBh1eyIhaXXVfkPAs8OM/b2H+UrkpklMeA6kmAGDGH6BBgxaRR9KdhsFgJeH4S6x0j3ojVmtPy52rmXjSBi3sR2voxAXFxVZfOXBpcD2CFWnwxuduQFxlGfOycjNEZA/SrSi5vRbszew2MFgfK5KqsAfqzvnQ4DvlK3J+wFcCyd5e/xISAJJj68BrV2c3X5WTqUuWYuUQ1FNwVYMqs0u6aMaIHlvzp491htGHRbqbvhon47GEDxVTtfIcIhsWQQkb+kybIVhbFH8bkq1gC0ZXgZ5LeP2XNEbIL57XjmzteJsEVPOcS0zl7fMCqWfvL3gSMgCWbgGKZNgvDmhq7PNNmhzx5wbEfz5/e6hI3V1uuqfJzAUZ+Au2TQIoe7YVo4ed5qp0iNOyvW4tJBP5aO2XPbcEThqymvg664wodRMEcwQjd/TeVrzHxwTz3DWUfHwkX+nhgCsdZAYlJlq6QjYNxt/OhYZDY4FTHuttd7ZsWrSLOr8m86+JJY7YjodXtdQ9hdipFil7QnY+60Ijgdir590088EhbLs+D+mS8Z8DvcnrJYdzBCTrOr4j4dVNOLYHQ8UDrXc0asMcrfB46AJJiBY5gWCVxVVdw8PPg46yai3zHY7vZYiOLPeLDhnJMOUkOh12MOinmpo74xrDe4QQ6qRTwRR7ZnMd6p6U+OuoabI/Xld1Vu4HAe4wyfo97cHUpLTfnZGitzevShMeiiUnfDnTHHKCsMGAFJMAOGMD0C4iIY4p8cdY2jE9HMcMaEEvGj75YZLRC2QTCK5floOxgi7igZ7S+l2pfFk3TY4nc5P2fAyATQsxDjO3u9Z1sz4/PWVE4l5oU96vpULXhotwWxGRmyTuIISIJJHLu0toyLYHRljmNuYpH3/C6n8JfqZfwWdqC6/nfH3MUXh/utZUbFuZpCd0cDiJlfKq1v/HW0Or4a53/AOKZfHaJvHXUNpsItiNS8gZD+ZHfKWCL61F7XMOQCdaV1sfboTBLMYCEfZ78vTZ6cv88EE3cwDFYV3m1YXeOncXZhVPdVO58F4TfR21JQZ+38svrF94Wr53U55xFwVkQZzB0arEcOr3/ijWj9eF3O+QTDcLH3Dkahpfb7GkwF62qqqZiisOLpjlLHjLtK6z3nJ4KNbBM/ApJg4sdsUFowoDTXOB9gxqnRFBAhJe1ujy0RJb3Tp24DVX+RgKhWskxo7wBPGh2GxISePpfzXQL2jqgDUYOj7pcAWpHqRTKUI+B2u9sTzoCunyhBMCpoETMsIoVsMKhPHnG/jKGbyPpIpI0kmERQG6Q2G6rLz7KQMjd6yAf+yuFujGnkFm4IwpDPSvpzDDiiDpH4W0dd+IhwYqe1944OEbe4IJwM4RdlUbCfmR1Wi6vyfI35jj5P1QEF5CpxNzxgZhqMHYxODSLAF4M+cXgtE2UmADPIJaeOJJjk4JgWKYYDXyj4UtTL0wFkIVw/Y0qFqige4d0ddZdEuMNe5wnrkCgCoze3BteHI0EhVSGaNqyuYZEZwDbWTDslxNq/ekX7J/ZaFMvk4jkLRWbGmKXriETiktfKwOxw7g0xhcgKCSMgCSZh6NLfcJ1r6mgL9B8iRmsj6KpO1w+rb7g6Ee18Myv+DI3+Gr0td2ps/XWk+5NNT9QvhN+94EuHz7qr2R1Em6uyqpP539SD8UTyM7vbYzpcRdcOBo+DSLcXFGxPdzy6NhFsZJvEEJAEkxhug9bKV+0MRYrnK8IotBHvE+5uxIzCvurKRSCOmnNbYXqwpL6h38Vrt/yW6sprNOK/hOmPQ0E+MJ77D79r6u911v5F3U9AxlZGucbuXhQzsHd3/15X+REKFA8Yr9nrPTHDSJjBSdYxj4AkGPNYZURNb7WzlQiF4ZQxfHvqGkxZuIZr762uWE5Eu0QaqLhADkDZJpLzpLA29q9xLAbj6J4yjA0I4T57XYNZNwej+UaX88IQ47buExuBOxUtNCkeG5bVZ0zZqcCqLgl0dkzb4sFnTR2rMmKic0QJSTBZNpH+audbXcnB+hcGe0vdjQnlSmqdecLEkGZ9hoGRkSGh+x3uhojPzyKZXHNr8zsM9DLyY+bVjrF7bxPLObFvv/6ayjnMfHb3f2fmF0rrG3uRV6zpY5er0Id114dzzIzVVv4+cAQkwQwcw7RK8FVX3sLEF4ebOJF32V7nSciIrLmmYorOJEIbhN0dAYiZ6mNT/GER8rKneqwHtT+U3R8+C0A08ATBgLmm+8K4DdrIMe4lIqJfXKX5vGk7ldy9MGyak7gEycpxIyAJJm7IBreB4Uioao3hnAAJvNzubtwtEQ2bXBU3KqB+WQyELCN+rsJn9EzXGq6PppoppyisPtLrN8KLjjrPUYno5HNVLgTYSDhHTEvt9eaM6xLpS7ZJDQKSYFKDa0ql+lxOEbt3676dDMQMvslV8agC+l04xRm0uNTdUBFrUN4ZzgtJ+SXjJDEFFIvlmGFzFpgKodlXvjDYA2MiFITsnY6R8YaeiKWv/D31CEiCST3GSe/BW13xABGdnkyC8c6oeIUUOqyvTHF/UlrfONbMIPwu51UMXNtdlxmvltZ7+sk0I0vU8VY7vyXC1jpRXVmcF8Rm+5D1UouAJJjU4psS6eIookJ9UJi/9+xgIDsYr8u5kvqEuSRCCJpaYZ+78GkzA/G7ymsZSpcNjvAZULi8pK5xiZm2fevU1sJy4eqKFToQunNM4261tTBiGsuSXQhIgsmu+er6dkVsmLLQB33zGCWdYIB3S9ye/c0EdhJ69SQY8aQdtPKhI+5JzO/HO718b1ZpekdAvztSHuosnLohp7IkmCyd8r73HWIYAyEYX03FGnDvGLg6ab+PlAM6HGxel/NCwuY7mLagGjxs5Jyn3stSiKXaSUBAEkwSQBwMEcJtwAptBUAl3f0PiGCqnV7QL06ORPRTSaFlV7ptgXBcNFWEL5OFVI/xSE3sDVlwXKI7GFMdykoZj4AkmIyfosgKbkr0Nn2gBMO1sPhXV2zoSVY6uK7M3bjZyM0MTCJdLnPHh0RUxIy1OixTY8V8MSNX1sleBCTBZO/coWX6CbtpqvXD7ti3xPjMXu+JaOofaaiCYJpXO9f1DNOggw4tcze8Fi88vhrnS2BMBvgnja3TJMHEi2Bu1ZcEk+Xz6auuuAlEl4lhMNHXpSZSqvYdcl+CEa9HJTzKHi2XdSTYNpxdWa3q7CZgbYjlDibLl9eA1ZcEM2AIB1+Ar6aiCUylIql7qbuxOF6NBMH4VjubCBi2qe0HDrcnckS6KB0YmR0doY0MfaXNYju9aM4Ceckb74TkUH1JMDkwmetryq+0QLmGmNpK3A12s8/KPYfudzlXb3ZSjCOfdTj4DENAhSYUKnkX2eb8e2kOQCyHkCACkmASBC7TmvmrK98E6SNLimz7xfPy0z0On8u5DJvi6CoBdeeS+Yk7B4qwDb7VjnsKmG7Or2/4ItOwkvqkDwFJMOnDOqU9bTjnd+OgdbiCoeC/t5z31CfxduZzlS8EK1OJSC+pa7AmkrStZ58iTEIidzjx6i3rZzYCkmAye37i1k5Y6Cd2RCq/mqFeDPB6h9tjKudQ3MrJBkMOAUkwQ27Kww94/bkV+1uDyl1gaDIsglwUyUJAEkyykMwBOc3V5WfpUHd21DdckgPDkUPIAAQkwWTAJEgVJAK5ioAkmFydWTkuiUAGICAJJgMmQaogEchVBCTB5OrMynFJBDIAAUkwGTAJUgWJQK4iIAkmV2dWjksikAEISILJgEmQKkgEchUBSTC5OrNyXBKBDEBAEkwGTIJUQSKQqwhIgsnVmZXjkghkAAKSYDJgEqQKEoFcRUASTK7OrByXRCADEJAEkwGTIFWQCOQqApJgcnVm5bgkAhmAgCSYDJgEqYJEIFcRkASTqzMrxyURyAAEJMFkwCRIFSQCuYqAJJhcnVk5LolABiAgCSYDJkGqIBHIVQQkweTqzMpxSQQyAAFJMBkwCVIFiUCuIiAJJldnVo5LIpABCEiCyYBJkCpIBHIVAUkwuTqzclwSgQxAQBJMBkyCVEEikKsISILJ1ZmV45IIZAACkmAyYBKkChKBXEVAEkyuzqwcl0QgAxCQBJMBkyBVkAjkKgKSYHJ1ZuW4JAIZgIAkmAyYBKmCRCBXEZAEk6szK8clEcgABCTBZMAkSBUkArmKgCSYXJ1ZOS6JQAYgIAkmAyZBqiARyFUEJMHk6szKcUkEMgABSTAZMAlSBYlAriIgCSZXZ1aOSyKQAQhIgsmASZAqSARyFQFJMLk6s3JcEoEMQEASTAZMglRBIpCrCEiCydWZleOSCGQAApJgMmASpAoSgVxF4P8BJDBLwZvO5hIAAAAASUVORK5CYII="/>
          <p:cNvSpPr>
            <a:spLocks noChangeAspect="1" noChangeArrowheads="1"/>
          </p:cNvSpPr>
          <p:nvPr/>
        </p:nvSpPr>
        <p:spPr bwMode="auto">
          <a:xfrm>
            <a:off x="1136576" y="5007196"/>
            <a:ext cx="666750" cy="676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" name="AutoShape 6" descr="data:image/png;base64,iVBORw0KGgoAAAANSUhEUgAAARgAAAEcCAYAAAAcH6uaAAAAAXNSR0IArs4c6QAAAp50RVh0bXhmaWxlACUzQ214R3JhcGhNb2RlbCUzRSUzQ3Jvb3QlM0UlM0NteENlbGwlMjBpZCUzRCUyMjAlMjIlMkYlM0UlM0NteENlbGwlMjBpZCUzRCUyMjElMjIlMjBwYXJlbnQlM0QlMjIwJTIyJTJGJTNFJTNDbXhDZWxsJTIwaWQlM0QlMjIyJTIyJTIwdmFsdWUlM0QlMjIlMjIlMjBzdHlsZSUzRCUyMnZlcnRpY2FsTGFiZWxQb3NpdGlvbiUzRGJvdHRvbSUzQnNrZXRjaCUzRDAlM0JodG1sJTNEMSUzQmZpbGxDb2xvciUzRCUyM0YwNjY1MCUzQnN0cm9rZUNvbG9yJTNEJTIzZmZmZmZmJTNCdmVydGljYWxBbGlnbiUzRHRvcCUzQmFsaWduJTNEY2VudGVyJTNCcG9pbnRzJTNEJTVCJTVEJTNCcG9pbnRlckV2ZW50cyUzRDElM0JzaGFwZSUzRG14Z3JhcGguY2lzY29fc2FmZS5jb21wb3NpdGVJY29uJTNCYmdJY29uJTNEdGhyZWF0MSUzQnJlc0ljb24lM0RteGdyYXBoLmNpc2NvX3NhZmUudGhyZWF0LnRocmVhdF9hNiUzQiUyMiUyMHZlcnRleCUzRCUyMjElMjIlMjBwYXJlbnQlM0QlMjIxJTIyJTNFJTNDbXhHZW9tZXRyeSUyMHglM0QlMjItMjAwMCUyMiUyMHklM0QlMjI5NjAlMjIlMjB3aWR0aCUzRCUyMjQ5JTIyJTIwaGVpZ2h0JTNEJTIyNTAlMjIlMjBhcyUzRCUyMmdlb21ldHJ5JTIyJTJGJTNFJTNDJTJGbXhDZWxsJTNFJTNDJTJGcm9vdCUzRSUzQyUyRm14R3JhcGhNb2RlbCUzRV5Rg9QAACAASURBVHhe7V0HeFvV2X6/eyV5xpKdAUkIK4SyV8JeoYyyYssJpqUFCiSWCRAg/IxSoJhRRqFlEywnJYwCJSSWE1YZBcoKK8xAIOxAQkhiSXa8JN37/c+5joOHxpUsyZJ8zvPw0KJzvvOd95z7+oxvEGSRCEgEJAIpQoBSJFeKlQhIBCQCkAQjF4F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0BWI+CvmTbBXrdwZVYPIoeVlwSTw5M7FIbmrXYucRQWzKA7Hl07FMabbWOUBJNtMyb17YWA1+X8UgW/MMzdeA4BuoQnsxCQBJNZ8yG1iQMBBhS/q/J7AHbW9fNL5zbeH0dzWTUNCEiCSQPIsovUIMC1tRbv6g++V4DRAFY53J6tU9OTlJooApJgEkVOtht0BPoQDBNwtd3tuW7QFZMKbEZAEkwGLwaeXVW2trltTLFitbAeDMFi0UPFamsglNfR5l/TuW3ryDZasCCQwUNIqWp9CAYErLa7PWNT2qkUHhcCkmDigis9ldk1ZYSflcdBdETYHhkaEdoAtDDjEyLlgRL3oscy+ZKzqaZiSlld45JkIhiGYKCDLih1N9yZzH6krMQRkASTOHYpb+mrdl7OoNkgHhltohgQf70Z4BaF8Jwe0u5zzHvyxZQrGKMDrqoqbi4NPaYz78bES8vcjb9Lpk59CaZLNv3ocDdslcx+pKzEEZAEkzh2aWkpjkn+1sBFAF0KwGqmUyKEWMeHrGgPlNYtuctMm2TW4dqq4ubV2sU69IsIGEZApwqUF7s9zyW1H0DxVVesIqIxm+Uy0BbUdh4zf8mKZPYlZSWGgCSYxHBLe6ufZ5x4vFWx1BEQz19ncfG50gblmgL3okfSobR3evneiqo8qQNjeiyu7x1uzzap6N/nqvQBbO8pm5kfLK1v/GMq+pMy40NAEkx8eA1qba6dnO9f43gSjCPjUUTsaHQdzzrcngqi1Bmjbag+6SALaS8yOL+Hfkyk/MVet+j6eHQ2W9frcoYIUHsRDNDiCDi2pvnzfWblyHqpQUASTGpwTalU34zyW6GQODbFNX/ilaXE7RmXistg/4xpx7OiLwFY6Tl4AnW0IjRujHvJ+mSDIi7Dfayu64cCA2TRDrTPWbI02X1KefEhENcCjU+0rJ1KBHznnngkBy3PEdDrg47VJzO3QlFOL61rWBSrrtnffTWVR4PxFMD974gIbzrqPAeZlRVPveYZJ1WwGvKwuOXuW5huddQ3XBKPPFk3+QhIgkk+pmmT6KuuuAlElyXQYTtZ9Kn2exc/m0DbXk2WV1UVj3EE1xKhMKws4kscdY23DrSfcO391c6nmHB8WNnMSx31jQemol8p0zwCkmDMY5VxNZmhNJ9d/ijrysninTqeQqCm5iLLhHG3LWiKp13fur5q5/MgHBVOBgP+IGPyqHrPBwPpI6xsl6vQj59/AjAsPLHRD/k6jsyvb/gi2X1LeeYRiHNZmhcsa6YPAb+rci2DR8Xbo868uqy+MWHLV5+rsopZ/zdR+LsgJvqktK5h93j1MlO/ZfoJu2mq9eModYMBTS8fNW/guzQz+sg64RGQBJMDK8M/c8oBrFle73vBamZoBHrK7m440UzdnnW4qsrmLw2KQE8RHQwZ8JS6PZXxyjZT31ddeQuIL45al/FnR73nRjPyZJ3UICAJJjW4pl2qv6ZyDjOfnUDHDGvoaMc98Vn++qZPnQFVrx+MD3yda+poK+kfgTEiWv8EvdbuXnxNApjIJklCQBJMkoAcbDHrZ5841tpq+ZiB0nh10RmflY717UO1L3eYbet3OZcysH+0+opCrpL7GqKTkNkOe9Tzzaj4MxT6a6ymBNxtd3tmxaonf08dApJgUodtTMnGC0yJNrx03qLvYlY2UcHvct7GwIUmqvarwrpycencRX8307bJVXmISvrzzNTToK5XU7GwdOKzSuuSGwRqVVVVWbEjuIwIMS2DFeInSuoaq8yMSdZJDQKSYFKDa0yprTOrJgb14F0WRm2yfHS806duQ4r+AQiOmAr0qUDM35T4bDuZCf9g5v5D2KZYFJo2LIn2NkJls7sXY3iMFxz1nqPjxSKe+sLYj1JgRBiPDplcVxLMIM2O/2zn06zjaCsrBxXVL3onWWp4q8s9REpFAvJ0C6mnFtctfDRWW2+181UiHBKjXiAU5MNG3N/4Vix5Zn8XrhLe1Y6vN0Wwi92M8Zyj3vOb2BUTr7HR5bywCMq/yb1oTeJScrelJJhBmNuWmVWHa6Gg8Cy2tfisw8ctGJgtSs8h+Fy/HQ90fpnIsBhYUur2lMdq66upWAOmLaPVI6A1xJZjhtc/8UYseWZ/97oq/wHos8mk0Q+DFpS6G042Kz+Rel6Xcz4zWsrq5V1POPwkwSSyqgbYxldT+QqYDwOYHe7GuEz9Y3Vt3FGUBlcRIljWRhVATXZ3g4g9EzE6f+v08r2DqvIqgKKoohiBkI0PG3FPcnYwIv8RWF/BfXydoumggG4pcTeIMBcpKz5XxRqAfmrxWo9M5h+KlCmcZsGSYNIM+PrTTxxrybd8BSBPEIw34C/bbv7LSfP6FUGY/D++/yqIDoh3aATSFMLJ0e5NmlwVNRbQnTpgi7GDYY24IhlR7N51TSwcz1t/S8Qj4xlTiPSrRtQtTokXt9CDzzjD4bf5NwD6RpBykqOu4fl49BsKdSXBpHmW/dUVDzPRH7q6ZdahHFbmbngtmWr4XeVXM5TaRGQy8xOl9ZFfXsy+VCXzFak3ZuZGxWAEdZw1KoWpTLwznPNJwR9BCCGkzHTMWzTXnHZDp5YkmDTPta+moglMhq0KgXRd044onbf4f8lUY/25FftbgpRYqAKmHxz1DeMi6eOd4XyBFHPxaJJhByPcEQB+PG58GOutun5M0bzF78fd1kSD2lpYLlzt9AMoZEBnnc8vm9t4j4mmQ6qKJJg0TjdfcMoWvvb2n34BnZksfHwyvJr7DEPxVTs1k3ehfZqS7nA39Arg1LNCVA/mvpJIuWoggaa6wkDwM+gTUMrMlDHwhQPK5FS97mw4u7Ja1dndrYuu83mSYPrPjCQYM6s1SXXChVdIRXhHkfGw2eXsYJMxfHsNj4GOjrYttnzouZ97/nfxRLzuR8dONsITAMabgYRBi0vdDYk8maPlnKknaSFdPJlbzPTVt44CWlCSohcknjw53z+hdCWIN4cvlQQTfpYkwSSyehNoIy5ffas/+JSACb0+XOAHEa82mVHmNhHMBkb8BneGbsQrSEeeTlDBSgGI88mInsd5RLCGDfAUBhMCAgT6l0b6q2D+ttS9+CUz0HlrKs5UQG7mxMjFGIKC0+33eR4y01+8dXyuiusBuqJnO0kwkmDiXUdJrc+zjivxBfJ+JEZxL8HEIXuTrciMBa1ZhbgWFv+Pzh9A2MJsmxTXCzK4XcSgYcZqRcE7pFleYpU//U+T8t3Jm5LHCYz8nfl/J/B0EfUyUZ3E3RbDtqPD/W/xWpfU0mVn1LEMoBJJMLGhTXgSY4uWNXoi8NNpx4zKLyhcHe4+IZ/pV8kMjGTsYKqdqzlzCCbsYhCEozN/quuhB1TYQKpew8Ckga4cBi//4Av/pCNeNu+8abbPZlfl4zq4n3+T3MHIHYzZNZSSelEDJDFesdd7fp3MY1KTq2KNgujWtikZaEYI1S9zuBf/Ldmq+F2V1+vQr+hrSSxCArO85I3wRyTZsyDlhUVA5AsiVVkW7kdiCpQUB7en2578caDwrZt5wkQbW6/TdT62695kaBVxPPqP11LQfexK1uibayqm6EyNXUk0+5WAxvrM4fWL/5ms/nJFzpBbgIM1ca2zyvcOdoYnGKETMf/LXt94aiL6iSPRxpppLo21Cwk0IR5z+kT6y+Q2RPjUXufZNZk6Gl7qqi7Cc4aN/0vAWgqok0vmL5TZJPsALwkmmSsxiqyWmopddKbl4TJsiGY6c0eezgfFYxgmUrS2rdWPCmnabQzaOpGQmWkafnq6YbDGoZOHz31SPKUnpQgfKIb2IhgRjQ/FnU+pu3G3pHSYY0IkwaRpQjec87txaqhDBJaKjDnjP456z7GxVBJWpBesmnYiVO1vxNhBmATHajM0fuevHO7GHZI11o0zp+0RDIU8RLRdVJkm5y1ZemWTHLkw0zRbXU+weSJmSPj8QZv0iBXmsXX61BMCin47EZL2IaUJgtR2Q9AVXa8uSdI9SJehnzYfoOhe48ZfDOUau3tRQr5fqQVl8KVLgknTHBhezqs/+ATAr6J1KY5QShgjMRE5zc/qo6TgKLOGbmkaWkZ0I+5eVvKqfSe532sbqEIi7gyBZ5uRI17+dFWdVjpnocdM/aFWRxJMGmfcW+18UCGcFukeplsVQSC6Sq7hmwJmN9c4b9AYFyQW4yWNAxzUrigILXiOY96TCXs0r6+euq8K/XYCDjJ76BS5pUpJnZQqn6dBhTQJnUuCSQKIZkV4p5cfpqjKK7EIpkse6QR+h4HRBIwbiGWrWf1yoF6AGC+ErPlnD7/3sVVmx7MpSNctBDotbH7tKIIG8vpnVr9sricJJs2z53M5A0jECTHNemZ1d4T1FsYfYgVT59lVZd7WQJVCyp/AvG1CY9ZCRznmxZdTKqF+srSRJJg0T1yziOEK+qMIiCRLChEQABPPdLgb6/r2sto1ZUQ+lP9TgHP6+hTFo5GRiaG+cYdkWmDH03821JUEk+ZZWnvBKVvktbeL7bs1zV0Pze4Y79lJmQL3orXtrsppnaRfoLByAIMjxrwxC5QCOqPE3fCA2fpDsZ4kmEGYdW91xQNEdPogdD1Uu+w04sowVLOXt7GAEo6adnfD8Fj1hvrvkmAGYQWIXYytrW0ZEY0ZhO5llwNFgKCrujJrWP2iewcqKtfbS4IZpBn2VTsvB9H1Q968f5DwT7Rbw2iasdRe33BgojKGUjtJMIM02yK/M7H+YEwz9EHST3YbHgECvCXQdpTpYs2tEEkwMXASnsq+6VPH2YDdWNWDsZ4+zcAuZPpdlXMB/QwMwZAKZjDKzDoUtKjKpOI5Cz/KTP0yTytJMH3mZNXsqrKi1sAlKmgqE7YnQGFmAndBJf6XSMWoAx0K4xMQnizxWm82G/KyKzbvsncJyp6ZtxykRtEQsFksBxfem7xUuEMBbUkwm2bZP2Pa8aSEbtSJdjFeG8zEhBWmLCQM+ykA0Aqm0LzSuiV3RVs4flfl2wzedygsrlwZo7h10UG3l7obLsqVMaVrHEOeYDaFUbgTjONB0dOhxpwUNvY5K8DqxSXK8JfJ7e7leOevmXolWL9OmtjFRDJjKhBEgkhcWur23J4xSmWRIkOaYIRzm0XRnwZjRFLnTBAN0ZetgVD56PlLvvhy1nHFozvzzgox/pH62C0EKijoOs51dghf36QOLR3CyGIB8gqAYAAcECYsg1MY3GoFTU3GvdvgjGDwex2yBCN2E8z61Ykm9jI1dQxxe3M/KbqXdHV2qkNZqqPHwXrIUbDuPtFQT/vuKwSXvYngJ8uMjzXjCxFsh/0Glp33hLrlWOjNPoRWfIzQsjeg/TTgcMWmh298FAotLdFHHtl3F2paiKxoIDAkCcbrci5WgBM3eyizcXmbGjCMe5rUrjbxFz//5OmwHXQkYO3vgaD7vWi94xroP4qAeplZ1O13RMHva6CO276fghwKob3uZgQ/ejflyuvAGmhKddm8RU+lvLMh0EGKl37mIeitrryGwCdsCuD8jaaHniCydOSx4hU3MAHQ5i9UoWCHppGVmMaD9clEJIyrRmba07LtiBOQf9IfQZbI7k3aF8vReue14AzcydCIUSia8X9Qt9sx8oIJBbHxhkugpZgkdfDnpWP23o1qa0OZt3qzT6MhRzAtM6sOJy2Y12nJ/yyemCFiate5po7Op1CFzspVAMZkymVt8VW3Qd0qRrSBUBCtt9citPLTjFuleUeVI7/qzJh6dT69AB2Nj8SsN7AKzLqmTpE7mIGh2N16yBFMcmAD/DXOh3TGKQTjSXvQChUUYtiN9RD/jlqY0fH4P9H53ycHTddIHRe6LoF14kEx9Qq++zra6m+NWW/AFRjrNWv+PvH+ARpwvzkoQBLMACbVP3PKAawpLwOUNwAxA2pKefko/ut9UIbZY8rpeGI+Op8XucMyqxRddB0sv4qd9SOw9GW0339HWpQnoteDhcHfjuhKhqewy5WPOneHuE+T8V/MT4EkGPNYha25sdq5V5Dw/mACWTT7Wlh22j3mDmZj7fnQfvphgCNOfvO831Qif2rs6BXt/7oPgf/9J/kKhJEojOsY+JpZ/4QUZRR0TADBz4wfFPAPUJQW0SykBV9UlaL3He5/f5UWxbKsk8H8LrIMqsjqeqsrFxFx5WANSFyOFlZfDGX4yKgqhD56B20P3A3e2DxYqvbrV3GUoeiym6GURTdF0r77Eq23XJEhl9TcZVIpCrFIWyLeITUGtxPTh4qiLCiuW3SP3Omk/AE1Y9ZxShURzovNLqeXgZKUdhRFuGWHnWH7zVRYd90bUCNfCwXf+C/an5gPbjX+AA9qEce6oouuhTJm64h6iCd2beWnaH+sHtziH1R9zXQuwjmIpBAAt4LwtqpYrxs2Z8ErZtrmYh25g0nSrHpdlfUEnp56q5fIClN+IdRf7QZ17NbgQAB5hx8LZdTofg0Cr72AjoUPgNs2Jmn08YuhEgeKzr0C6rb988cF3n0dvPZH8MYWaD98i9DK5V0HluwsRqaDYGfINeJB4z5nSBVJMEma7g1nV1arzHeA0WWnnwFFvCwVzboK6vid+pPMW6+g46F7B+XIoZQ4UDjzT1C375+DLiguch+6B8K4LpcKgToooOxdMn/hilwaV6yxSIKJhZDJ3/2uyie5y4AvowrlF6Dw7MsM8/u+JfTh22i97+a0+ispxSUonH1NWLudwGvPo/3hOdm8W4kx96QT8Q32Oo+woxoSJasJRsRu2aq1tGOw/UXWn37iWGuB5VtmWDJx1YijU6HrYljE/UyfEvrsQ+N+Q4/L16fvsjF3fKGiYSi+5K9QRo/rp0fni0vQ2fDwoOyo0jlnRAhpuj6rrH7xfensd7D6ymqC8bkqrmfGuNL6xj8OFoCiX5/L2QCGM9U+RwMaY34Bis67EpYJu/QTI+45xM5B++aL3r+pKtRtJ8Aybjso2+wAKiruMugj6gqD012YobduhP7zGmjffwV93U/QVq8CQsHNVcSFbuHsa437ob4l8MISdCx5FNzRPqAhDn5j6gA4SMAGJu7QdTJAElfuTGwjUop01tZayDJvWN2iqHGDBn8sydEg2wnmUQIdWeL2bDlYT4LfnDHZUWpzrEupV3Zy5hrCKK/wgqthCXMnI0im86nHoX37JWiYHdbd9oa6wy7GC494So6n6OvXIvTlZwh9/B70H78FCopQ8HtXWEfGwMvPoGPRg12hJbKsiNciBfCzjhW6Qq9B549Um77efu/iZ7NsKClTN6sJxu9yLmXG/jrjtLK5nodThlIUwSKhPRFOG4y+E+nTIJnz/wLxrN2viJ2I3xs3oUTVQ+x0dA1Q+58ejSfzh+eAtey60CWQrrP+MCnKw466hucTmYeh0iarCcZX7fwchB0HKwnWylnHlYzozPuJkDkvR6YWbl6+8URsxjzflLwEKgVef9F4Lcq252cGfCEou4x0L1qTwLCHXJOsJhi/y/kOA5PErGmEO4bXeS5M5ww21ThvUBiXp7PPZPVFZSNQePp5YV+XktVHJDniGNZ2383QvetT3VXy5YtLWi10yvC5Tz6RfOG5JzG7Caba+RQTjhfTQoAW0kO/S9fEs2vKCD/U9wBENkPN4PVi2f5XyD/FBXXr/gGeUq62phk+RR1P/juj3BZMj5voUUddw+9N1x/CFbObYFwVdzPo3O75I9DP7VrgyC3nPfVJqufUf075sRxSnkl1P6mQr249HgUnnwU1zItSKvoLK5MZoa9WoH3eP6A3Zd1OZoPD7UluHOe0AZ/ejrKaYDZMP3GGqlrqe0FGWMUh5dDSeYtSGh8yWxPYi8BUBWdeEDtAVZrWob5hHTbeegW4STzEZU1hnZXzymRu6pgTltUE01FduWMHsciy1ysei9jJ/JzXMWHCXc+kxG3Yf7bzNNZx/yYTh5ggZ0oFZeSWKLrgaoh/Z1LRfU1ovfUKw34mWwoBb9ndngP66ltbC8vhL0+2TJ7cfyQLlo/UP911gX51LfTBMqtIN75ZTTAvTZ6cv8+Ojle7L3p7gicsJsG42+72zE4GqN7p5YcpVuVPuo7JJPyNsgw5stpQfNU/oGwxNhlwJF2G9tUKIzB5FtnDaKRqh+iaZT8CHwHmnUDKKDDbjfgNYYybxZIRmUEhwjoQNWma/prFynfa5yxZmnRAM0Rgln0m/VFrqik/W2FlTkQ8GesJeKykuOQmuu1B096s66ord7SSfgQznagQDmSGsDYT3vhZWay7TUThrCszV/f2VrTe9zeEVmRP2mci6MwiIgwL2+b4sTUyTpAu8i8R83KLqj5RVKDeT7ctaIpfWGa2SACVzBoIV1UV+0uDqzdlCQivnJhIBe3EWMXE70PHtyqUzqDCm8PwM+sBYioj0HYKMJ6JxgBcnG3HoEizQ8LJ8PTzQKPHQi0dGTa9yWDMrIjxIi55A2+9gsCrzwGDmGhtMMbfs08RxgqAn4jvCUK9JxdsbbKeYMQEbahxXmdhXGnO5W6wl9Eg9i/+zg4fCeuOu8OyxyQjXILwLRLHJ+FflJYizg6dHdB8G6Ct+BjBd1413Apk6YGAOESB1oH5htK52Z2yNk2rKrXLR1ysXbDa+Q0BW6W2p+ySLrynleGjEPzwHbA/zK5btUDYw1j22g+WX+1uXP4KVwKjJItwui8jxLP05x8j+PF7CH36AXQRGzhCEKl856mGEV7w9RfBPRwmswv95GhLTEtLOoor6KGHfk6OxPRKyQmCEZCtPf3YPfLy85flypFmoMtARIwr/svtXdkGQkGIcAiBN17q+rAjFVseVOHcWDYC6jY7GIGqRJxfQ4bY5Zgo4pJW5JPWPv/YiEbH639G6MfvoK9ZFd0tQLUg79BjYD30aKhjtwG3taL1tquhrfraRK+5XoU26jrPHCx/u4GgmzMEI0DwucovBSs3Ze9V7C9TSfbSrjzN43cCqRaEVn+H4NJX+odUiDD7BafOhO3QY3r9Kj5+7cvPEHjnNYgA4BHj8oqYvuI4JTJFWqwgq9XwsI4awpl1cDDY9Qokdh0d7WBN63J0jFDEbkkc06x77w/LbhOhlPVOminuZdr/eXv09U1kZIS07rW/8W+y2RD471PGnU4uFQJpOvMjpfWe2OkXMmjgOUUwm0kGyl+zIXxC5HVARoAo694HAIqyuZpIBq+vW4PQR+8aRw199fdhdwUibkvJjfVA93GnT0cifSw3rYe2ZhVCy9+Hvna1cSTh9WvBup6y5SnuesQdkLrlVkYsXnWHnaGO2caIMxOu6L4NaJtzkxFCom8RxznhrGnZc39Ytt8R4hJ7c9E0tN51HUQwrWwqPT/GvveJxolVXAIzXrfXew7NlnHlHMEI4IUZP0LKwwwMz5aJ6KknOcow7Np7frkPCTMIvWkdQis+RuiDtxD6egW4RWQJ6FqWecc4kT8tjhhcgU6Evv8a+s+ru4JFff050NkJvdPIM9ZFOp3t4PZ2cEdb5B1JYRHIlg8RplN8CWIHJHYp4rgmdipK6XAjml3MNLc9euiZC8nY8YzfCdY994Nlx92gjOkfGa+7aXDZm2ir+1vmTL8ARIEGRicxNhLxWp1J3KvoTPQ9MX9tIbSHiC3M0BSiMtJpax1sWEUSYVsGxjLwUzu0A8a4l2SFf0VOEoyYEK6ttfhWfzAXwGkkHqmzqCgjt0Bx7V1Rk9n3HI4gheDb/+s6FoSCKLrwmrDZBOKGQNeM4NukhYynZO2nH41djziC9DpeqSpEfmnx8atlI0Eik4E4YlmtAA0M+uD7S9E+7zZYD5hs/BM2jk2YgRnxhu+9Me4hJ7sBQdyf6MusKpZ0tGuPDrXMAjlLMN0LZXlVVfFoe+ffSKEziClrLHALz/0zrHvsG996jxLcKT5BkWtzexva629FcPn7myuJ1CjFf741dn7sZClhQk7n00+go/FfJmomv4rIIMCEZ/J1/Cm/vqFPHNLk95fJEnOeYLrB56oqm79UGacgcKNGmEjM22T6i5M46uQdX5VRH67AUxw9xBGkuwj3A8PHKUZmyXR8CHqLH6E3X0K7CHAoLpnTWAjw6qD5joD9Wpo/35fGrjO2qyFDMD1ngC84ZYuNgdBOmhbYSVWVMSENY8BMuoKtVaZRBH1zfEeGInyavmYSmUFpKiXLPsTMkiCC4hhuXGZaDz7SeL4VkfkHu7S5b0HwvTd6EYzYcalbjBk01cSTuDhOBd96BSImcJoj5ekMnL5NPgAAIABJREFUPOQoKLiM7nh07aCBkIEdD0mCSWQe2OUq9NO6tWDDfSDtRby0KGO3NbI1qtvvCMVeFjVFbMoUZO7awbz/i3+e2MEUX3QtxOV0OovITBla+WnXRfeKjyEuvgejEPCF3e3pn0VuMJTJsD4lwZicEO//Td2GWngl8Iv/ksmmSa8m8hzZ9j8MlokHd116RslFnezOxUfcNvcfEN7Pm49IpSO6ckyHSVOb7P6FPOMY9MHbCL7xIkLixWvwyxcOSTBhZ0ESTBhYRDL7nv9ZxO4Qr1LNaz7YyNw79sxgr22yl8F20BHIO/w4UGmKXuU72qCtXWNY1RpHkTf+2zusAhFskw6ButPuRt4lEi9JJi1/48FPJIfreHoBQsvezKgEbTrjs7J6T/+EU/EMLkfrDmmC2Tjz2D1CWsEsZp4EsF0hGs6EQsNioUchw4SVhFt+xi4D4XdkeEsn6Ziir1uL4CfvIvT2qwit+lrEJOhKLxItCb24nxKGgYpivIBZ9jkQtokHJ8evSdPQfLkrvE/VIM+KJJjIEzCkCGb9uRX720JUoQOnks4jmcgqPgmOagM/yKvXZPfC+KzgjPNBhUUmW4Svpq3+HsFXnkXwg7ehN3sHlLdaGNop47ZD3lFTDOM4s/5MkQbQ/KcZYO+GAY0vFY0lwQxxgmmqmXKKCnWWzthzUw6jnCNW8ZydXzGAQPcd7YahXudznq5XmGQWVYVlwq6GdfFAshi03Xsjgh++nUzNkiJLEswQJRhfTeXRxHyDDuyTbda88a78grMuhG3/w+NtZtQX9yodT8xPue8O2fKQf/J02A7+NaCIjM3xlc6nF6Cj8ZH4GqWhtiSYIUgwPldlPZin54JntZlvpPjyvxmJ6uMtIkZLm/vW9OUnIkJ+5anIO6Yy7ruZ4DuvoW3u3+MdYsrrS4IZQgQjXAPGOkKfgXjIBJ8iVUXRlf8wYrnEU4T/Utu82+Jpkpy6ioq846Yhv/yUuOQJgml/tA7cujGudqmuLAlmiBDM2gtO2SKvvV0c0uP70lK9AlMs3zB0+7/rIGLImC2hLz5Bu/tWw6ZkUIpqQUHVGbAdcYLp7kNfLEf7/DsgcillVGF84aiXhnbh5iRnLjt5dlVZc2twGQPCx2hIFetu+6Cw+mIgv8DUuIVHdPv9d0L7rn+clYgChNvCFmON2C09jexEfRGeQUTAE69OwlbFrJm+CL9QJI52oyOHXeipj5E/6ebLMi4TJIHWldQ1bCmyDJiaABOVmKE0V087VmdenuokgibUSbhKzhCMz+X8BsC2CSORIQ1FEG4RNwUFRYjl9yRCKYiwCfmVp8E68SBTIxDBptofutfw2TFdrDYj+JVSOsIwthMxdXsXgnW/Q6GOGdeVIeC1500/b4s0tkVi92WSHDsWPoDQJ8tiPsezCNHv3QBBStGi6pnGIGpFZmI8UkJbuMjtjhwwx2RnIlNGU1lwkcLYnmza0Y67l4i1nZUlJwjGf7bzadZxXOQZEMuNNhK4k4E26LSSVF6vi3w2OvKIlN1EcCoCRFg0ReS4GQyjOusek5B30pkpdRoMffwuWufcZNrTmAqLjbsSESiq9e7rgWAgIszKlmORX/57w9DOCPYUzSivh5RC1yWmCTKur4zZ8Pru8DwM/ec1cTVNrDI3Q+F6+5bNV1Ltyx3xyhAW5P7qihtANAtAoVirpW7PwAyb4lUiyfWznmC8NZVTSecnwrwWtYrwgiHW7h1eEHoJdz2zEbW1CtXWhgxXgFphrVsL1NYaaTy73QN+vuCUkQWdHeW6xidD4YlgMn+xMYDJEfFoi86/yviQU1Z0Ha3/+AtCK5eb7qLg1HNgO+BwbLzpMuM5O1YRxx1x7BH2NJ1PPW6KZMTxqujcP8d1hxRLj56/i2RuIoB4GkuQGW/ZLMpNhXMWPRMrTazvvCnb6QHlMgV0KoDNhMLAA6Vuzxlp1DvpXWU1wXDt5Hzfj/ZPiWg7AxlhkquQX2f804GRVw5ku2oQzuwqR+fG0IgO8DSAzgF4bKqeva2TDkbBKa7esWWTPN3aV5+h9Y5rTadnFc6Lhef8GUqJHc0X9Yk1rShQiorBbW1gEdi7e7eiqCi+5k7DF6n19muiZzHouYuZdSVE9slUFBHxr+XKmakQHV2mWI+EIDOtZdKbANKI8TMr3ALm7QlKEcEIhSlSNvT6FpnQblXUA4rnLMyeVJdh0Mhqgmk+u7Ja09m9aRBMRAv0EF2aikux9dVT91WgeRQj42PyizpuOxSefRmUEVskX/gmie0P34vAq8+blm+ddAhEdgKRm6jl4jONuDTipUrcDRlZT/Pyjd+EAR0CAWg/fAP2e1F43pVG7Jr2x+oR+N9/TPVnPeRoFJ52jqm68VYKvPwM2h91x9tsUOsTcHuy8qoP5kCymmB8M5xvQMGBAOms06Wlcxel1ArL63I2EOBM1YTl/aYSeSec3PXBJjmwlXBUbDGcBb2m1RdxdvMqTwMxo6V2lnFPwhtboAt/IBH8W6QqUVQoxSVGYG/e2Axu9hkEI3yiOjz/QuczT5jqTx29VdduKYkhH8SFtkjT0nbfzeCOdlN6ZEIlBi//Cj/sN8n93oAvjAd7PFlLMO2uykM6oIugq8MthP2G1TV+mmowN9ZUXKyxcksqL4DVbcYbEfMNnx2Rlyga0YgPPBCAZevxUSPsC1zE8/HG2vPBbP4l1XbgESgQuwrVgs4lj6HjhcVGvqNoxbLznii6sNao0nb3XxH8+F1T0yKOVAVnXhDzslf//muEfvohYjiI7iwI7NuA0JcrEPzwLdMX2qYUTXElAjopoO5VMn/hLwF3UtxnKsVnLcH4XJX/BPgIVbWeMWzOgjjeXBOH03+28zTW8WDiEuJsKcglaoSIrh+N+xsRqiFCHiRRR1x0tt1xTVx5j0SM3cLz/2LkMRK7gdbba40dQaTS85gngoNvvPaCuGxW8k/8LfKm/C6ifPEs33J5tbFLiu4An7lhNaKuACPXC/3W4W5YEOdKydjqWUsw62dMqbCQZSdHfcPN6UK3K3B4sDNd/ZntR+x6imZdtSn7YvhWRp4g9y0xX3VEzF/xXK5utR0sB06G0icGcOCNFxF49Tlo33612b5EBLqyHTDZsMpVelgTi/SvIvlZ6PNPEHz/zU3EEHlU4ngYzX2Aveux8e9XGbmbcq0QIaRAnTWsbuF9uTS2rCWYVbOryubZFzTX1iKUzgnxVTs7Qcatf8YUYasi0oaIfErhisgVHXhxSZcnchTbFOt+h6Gg4g9dkfEiheHUtM0ZIcXxx7rr3rDudUBX3+JI17cIg7dAJ7jFj/bH/wmRryhSsR1+LAp+XxPxd8Mx8/47MjImzAAXQxugX+NwL86gTHEDHNGm5llLMMkZfvxSvK6K7wiUcb5Ow678hxHcKVGCsR16NPIFuRSXgNtbQQVFxo4j9O1KYGNLV8rXMVuDiocZF70idoxwlhQZGwt+V911VySyQfrWQ/v+G6Cw0LhLEo6YwrpXWAGL9LQdj9T1yqnUU99YBBNY+jLa598ZcxcW/6wOXgtmfAeLemHpnIWewdMidT1LgokTW6/LuZgYU3pbLcQpJAXVxcuNdffIdiTRjkjCDSD/d9VQCgoRWPYmOl9cggLnH4BAJ9oXPwp9zQ+GxsIIUAS1EoTR+ezCriMPEYovv8Ww3g3890kjZ7bYrYjndpHKhDs7DFIQNi62I08EQiG0Pz4PoY/f64dCrCNS4IXFaF9wfwrQS79Icbumgd0d0K/MljSwiaAkCSZO1H6eUXGmTaW5feP2xikm6dWFP1LesVMjHy8iXfIKgrjyH8aTc8dTC4wUIOIYZTv0GFj3PRSBl57qlaJEPKEbu5xmr5FW1iCekVtC3/BzL/8j4RgpCEYTXtsPzzHqiXQrIq2tIKjWv10OkXakZxHkJSLzRSrtD96NwOsvJh27tAoktBOwsCO/4OIthkAOJUkwca4ukV2gZfUHrXqX9WXGFHHJKp55I5VIz9QiK0HRrCsRePMlYwfSfUcjHC4LZ14O3bcBbXW3ACLgt3ix2m0iLHvuazz9ipcl4TQZzoUg3/kHWLb/VRdpff7xZrXERbBl5z0Q/N9zCH7yyy5GODsW1lwKyy57RRgCo+XS6dDjsOPJhMkhIp1Z/4ZBr1mI/1Zc17gilutAJuidLB0kwSSAZCZ6bscimEiGduIoI4I/db0M9Q7fYDv4KNgO+jVEIHBhNCc8t4V9Tv5vZxjkIXYgLcK2pmdMGSKDJIRMkV6k8+Vne3kziydvkaVS9zch8MKSzehbxu+MwnP+FNFVQuyQWq48Jw2e0eYXhEi4BvDzgLpeUbnrWwoBAdJ0hbiJ2PJTyKp/3/6zbeW4BQuazEvOnZqSYBKYS//ZlW+yzgck0DSpTcQFqtiBiKOMIALhzRyttD90DwKvvdCrCg0rQd5vphpHD33Nqt7NRfqR/Q4zZHOzH4F3/gdSLcir+L1hGyN2Mf7zTt58NFKGj4Jlj0mwjN/J2NV0vvIs0N7HGNWWB9vBR0I8YfcMGWE7ugIFJ0X26xP3PW31tyL09RdAKJhUHBMRJh7jtOLQViNue/LHRNoPlTY5TTAirgYtWJDU+Ioi9Yk1qDzN4PTmSe25IoWj4RZju+5J9pgIZeRoU+tVBJgSdiTo7BlJgJB3QhVCy96Atukyt68w6177w3aM0wjVoDf7Yd1lz66dBjP8F/zeuO9WthkPUU+8FonXpeCH70TcbQhbG/FSBf0Xq+KiC66Ocjzq0ki4IojL4YDI1fTVZ33GYQqCpFUiwnp7nWdk0gTmqKCcJhhvTcVy0pXPWafZyXCA9J9TfiyHFOFcMygxOsQ9heVXu8N22DGw7LpPQv5KwhpXGL/1LCLEgrhrEda3kQpZLLDsdQDyjpxikInYPYnSsehBBN74r7F7EkZ5wY/ejfsYI56zi875kxFky2wRgaSC775mZJkURzizsWfMyo9Zj+hRR13DAPLExOwhJyrkNsHMqHiFFDpUmNsz8ScqlL+XuBseiHfmfK7fjmfufJCIhWNl2jETxxHb0eWw7j5pwDFTQh+9i9b7egecEi4Gwks6VlAmcbdSOOP/IKLuCeM58aJkPEM/eA9C7y+N6uekjN5q83N3X/yLzr4Mlr0TP3EKvcUltdg5JT2nU/jFogUYk0bVe/qG9ot3aeV8/bR/LOlEtPm8aTvpAW0ZACNY7SYPlRbS8Ymm4sVgKPjvLec99Uk4nbyu8iMIdCRBcTF4RAznl5QMSzgO5h1dYeR7hvCwTlIRgaA6Fj/aS5plj30hfI+EM6G4PxHE0V2ULcYY5CYubsUuJ/DS0wiu+MiwuxEXwTTMbljoCvsZYTMjXpeMIuL4jh5nROgT3sx9d06iipHytubSqH5UpoYtLIbbNhq+Uh3PLoQm7mpSVJi51UHqBHIvSkeYvBSNIj1ic5pgBIS+GVPvhaKHiTZEOog7wdgIQgcx/cRgYevuAKMYCorAnD8YOxaht23yccg78bdQhtmTvhLEXUZr3S2GjUp3EbsYZew2XfGAReJ6cZEqUr+K+C/in7wCI25u5/+ehfbF8q4jiaJA3Wpb2A4/ziAITWSEFCEbOtuNS2FBKsY/Lf6wsXFFiIfiy26KHgNH1w0bG2FrY7aITAltd14H7fuvzDZJoB79qEGr11l9dGR9Q+rYLAHNMqlJzhOMANtf7XyLCftlEvDRdDE+vCtuheIYbkplcVwRuw4RjFs8NZOioHDmZSK8X8T24uNrnXMzuKl3ChBx/FHH7wx1q20MghELRG/xIfTZR1GPUCLkpyAbGrklFFsetJ/XQPvx264sA2GKEZ5h+mwjmHjEImLqvvsaAq88C8vuk4zMlWR3RB1Xt6zg0pcNv6VUFyLy6zrucATtt9H8+cLNW5YeCAwJgjFIxlX5NoP3zYbZF8+8hbOviRjzZPMYgkHj6Vhcsmore4fDKTrvCuOjjFa07782QjAI+5a0FlVF3rGxE6+Fvv4cbXdfvznRmkiZYt3vcNgO/03MVCfBj95B2z03pG1YDG4lpr866j03pq3TLOhoyBCMmAuvq/JxAke2Rc+QCRNPwMOuvcfIQdSvhIIILX/fMIwLrvg4YpR/dfxOKL7o2vAezj2EiheY9kfq+hFUyqCw5aHwFBesBx4RI5gWo/XWKxAKF3+GCOp2E4wdjWXSoVCKh/VTd7DSzCrET5TUNWb8GkvZ/PYRPKQIZhPJnK+AaxlIS7aARCdSXKDmlf++K7KdSFD/3Vddz7Lvvg72N4E1LabovONOgjDZj1XEDqZz8aPofPmZWFUH9Ls4RhXOutJUilvxKiQMA4UxX+RCgM0G6577Iu+wY6FO2Nk4PolXpdZb/gzdCEyV/sKMeaX1nhnp7znzehxyBCOmYMM5vxunhDquI9A0gMNsEzJjoshR1vUxMne97Gxsjsveg/ILUXD6uTHDUHYxmGY4NYoYutrqVXHbskRDTMSrsey2D/KdpxovVbGKIIbWmy6NL0VsYZERaFwdNRrBT5bFFXs4lj7x/i5eKxVSrrLXLbo+3ra5Vn9IEkz3JHZUV+7YAVQz9JMUhUYzs22wXo1StbCUMeNQOP0i4wLWTDFiwHz0LjpfftrYCfR8rjbTvmcdI6XshF2R9xsnLDvsYgpa0Z/IYaR9k+0PM+QHbBMd7n+n8ikr3ilJe/0hTTA90RbGdITgaWD91zp4PAh2gAoEQCLTY88i8oSSTiEd8CuEZhC/qTPtRcy7ZVqcGKG3OG4VTL/IMJAzXUIhhL74BMEP3ja8oY3XJuFBvcmrOqwcRQHZ8qE4ygyzf+v+h0HddoLpLkWsmLa5f+8VHsJ848yrSYTb7XWe2ZmnWfo0kgQTA+vujI+9/jKjf5LztRecskV+e8eng+qjFGUs6g47G9H+xfNwIkXf2GLEgBGBqwLPeXrvbIgMXyXbxIOgbLlVwkZzHYseQud/FiWiXka2IcBnd3sy+q4v1cBJgkkiws2uyn/q4DOTKDKpooRlsMgeKSxzEy0iJ1L73L/3et1RykagcPa1xv1HQoUZHU89jsDTT0TfISUkfGCNRDBuaGpFMC+0QdFpAjTaQxUuI0yTGMIQM3Ih5g4VdGDxEHYpkAQzsPW3ubV3+jQnVO0R2uSWkCSxSRcjfIJEDF3LTnskJpvZSGwvLoS7i/DsLppda3hSx11CQbS6bzHufdLusBhz98oigfk9dnfjeT2ripTFG9fYt1dZ2TUI3MjM24dLKSwiOlhAFw1zN9wZNy450kASTBImsuXMqsM1a/BpAHFcciSh4wRFCEvh/BNONtwREiki/UnwvTd6EYwIjyl8juIp4nlc3LmEPu3t3R2PjFTWJcKn9jrPrrH68LkqrgfTuSA4+tel+x3uhrNiycjV3yXBDHBmxR2Nr7ryJyKO/f46wL6S3Vz4EBX8dnrkFCUROkwGwYhL49a7ru8KtZCBhYH2kBo8dOScp/pHJw+j7+ozpuxUaFMfAbB3r58JbzrqPAdl4BDTopIkmAHALOLz+te8vwpM5j3xBtBfKpoK58b8k6d3+QSZjEQxIILp7EDn843oeHZRRCvkVIwzLpksoFCusbsXdeXAjaP4a5zLmbFLdxMGf1zqbkzwPBpHxxlaVRLMACamuaZigc500gBEZExTdevxhtWvEXQ7BtEkRDDMhs+UCFBlGAxmcGHi/zlG730k1dYmlNSvyVWxRgFtKQzuSNcfdcxdPGQDU0mCSXChN1eXn8UK1TGTJUERmdfMYjUM8kT6VmEgR7bwT9rxEkzo0/fR+dIzEP8Wti6ZXnTQoWXuhtcS1bO5pmIKs+JhZmKi20vdDRclKivb20mCSWAGfzrtmFEFBYVvM7BNAs0zvolhgbv9jrAdcgwsO+0OEUN3c9H1rlefvq9IF11rGNhtPhqI+LlfrUDwnVcREqb7UcJxZhogoY7QViMeHFgwb191xWdMNJbBl5S5G+sybYzp0kcSTAJIN9U4b1AYlyfQNOuaWHbY2chaYJ14EKBajNi97Y/VQ/v8l2BVIvVJ0fl/MWLBoMXf5e392vMGwWRjUYl3HVbX2Dv+RZwD2TDjxJNIUY8KFhRePRQSrEWCRxJMnAtHVPe5nD8DyLpXowSG+ksTIlh32Qs0ZmuEROzbHgnQRDQ7EX5B5KwWcVhEytlsLgz916XuxS8NdAzvuiYWTnK/FzmS+kA7yIL2kmDinKT1M6ZUWEhtCGdY1VcUM4OIvtKgPwRN/9GiWu5joCscvywZiwAzXVta33B1xiqYRYpJgolzsryuig8JFPvZkbCeVP20klH7vND9GiGsfUnVHhf+h3F2K6unEQEGLSh1N5ycxi5ztitJMHFM7eNVVbajS4NtFH0XEmTiRq1duzDcRaHPVVEDpjtBmZXbOg4Ycr4qM3/aTvrhY9xL1uf8YFM8QEkwcQDsnzHteFa0pyI2YfisFuXUojmLItcRoTtrpswiXb1Vkkwc4KezKnNHPpQ982W2gAGjLgkmDgi91RUPENHpEZqs6ywo2N3si4G3puJMYnKL1EBxqCCrpgkBq6qcGOsPRZpUyepuJMGYnL6XJk/O32eCYxkTdu7bhEArS8bsuUu8lp9NNRVTiMlDEE67smQWAvyYw914SmbplH3aSIIxOWfrTz9xrKXAshLclSVyc2H47GP3GhkvuXS3b5059YRQSHuCiaLGFjGppqwWBQGRK86ku5XINfzDcz7L+JMXLNiUplJCmwgCkmBMoibi93YSf8I9XoBEQKFgsbbDiNsGaPXpqngMoN+aVEVWSwABnXmFoijzwXwFgP55TvrIJBH2XMUfy+Z4Hk6gO9lkEwKSYEwuhTU1FbvkM33U/YIkHNlYw41l8zx/NikiYjW/y3kVg6+J4+/rQLscUu0J1AE1dETJnCVvN9dUPsrMpp6gCfSO3d2QNRlBM3FSJcGYnJWWmopddCaxgzEwY8ZaR71njPhLZ1JExGpeV/lCgjJ1oHJk+/AIEBAMWvnQEfc0vvXzjBOPzyNLA5syEyBdYa26pH7xPyW2iSEgCcYkbk2uykMU8KuiuliwOvTfJMOcXMjzVVeuAvFWJlWR1RJCgL+y1zXuKJq21FQ26OByM2IY+MExZq/tEr1jM9NHLteRBGNydtdXT93XQvrbxu4F8JS6PZUmm8as5nc5OxjIi1lRVhgYAsSXOOoabxUpaoDOj8yGOCXQU3Z3w4kD63xotpYEY3LefedN2Y6C6hesQ1ct1mOGzVnwismmUautP7Nif9VKS+VEJAPNGDKIfujMz58kbJWMo5JieUrcpZkpIsfRSl51xVB3XjSDVc86cl2bRGy1a8qIQiifgeh9e5P1RErS86W/2vk0ExKLvm1Sd1ntFwRCpF81om6xkdLV63I2AHCa/QgIeFdRrRcn64/LUJgXs9gOBSyijlG43o/HuNc0VmpG1C96JxmAiGRteW0d4v4lHudHDURqpqX4SAYe8cowQlLG2UhkCiip8+zefTnvq3b+B8AxpgUR2sH0WGdB/uWjVoe8yfpDE+cwsqZ6vPOTNQNLhaK+s6fe67hv0TnJku2bUV4HRXGZlcc6/0/Lw6VqgKpBdBaBh/L8faFrykWKhXcD801mMQRoY1ANTO6ZLWCTC8hpcfEVg5nIq1n148XrlPn+h1bNobxA455pnl1VRrctaIq7YZgGPPv0sf7W5s/MGH2J5gS02N2eEvG/V846rmREp+0NAsXM2ZMMXTNJhnjBg4Lp9vs8D3Xr1VQ99RyV+C4Gm3G5YJ1wU1ldb/slf820CdD1B5mwH2LIIWC9DvKQLXSD4+4l32QSPpmmiySYQZoR3wznG1BwoMnudQvUi4vdC28T9cXHwKwvBfiXILgmBWV7NWa8U1rv6Wf8JjzUFVZvMxXQi/EfR73n2L5YcC0srWun7dIWDE3MU/lY6MpoFnZOCph0tIGUd1gLvNoRCHy85UPPiaiGssRAQBLMICwRf43zdtZxvpmoeGKCdKaG0vqGzYZ4XpfzQgIMshlqRQfeKnN7Dgg37g0zyq9WFSVmLiNm/ra0vnG7oYbdYIxXEkyaUfe5yi8FKzeAzIXOZOJPS+saex2FfDXOl8CYnGbVM6M7xvq2oHbomPlLwkYU97rK3yMo+8RQtsWx6biZGYPKXS0kwaRxbrtiwGCeWZ8jBi93uBv36OuO4Kup9IHZnkbVM6YrIgQ1aH8sq1vyaDilxMucrb19dbQQGCIt7GqvddSuCxZszJiB5agikmDSNLFNMyrOVRW6q9uXKVq34txPzLc46hv/1Ldey5lVh2vW0PNAXE/bv4gh/glQ2qAo20DTBi0A+aYn5vdVlecVWwIP+Tvz/w7wDDPToev6nLK5iyO+5vmqK24iosuiGNG1/ui1bikJxgzaA6sjCWZg+MVs3UUIwblE2EHEI4lZGF8obLm0ZO4TjeHq+l0VdzPTOWbub/q1JzwPzpu5Lq953Ui2DLcE1AkBcDmRchwxbx9Tt+RWCKpacJ9h854yEix9c8Zkx3Cb/RXdREB1hfiJkrrGqmjq+GoqmsBUGq4Og1tXe22SYJI7n2GlSYJJEciGvwsFriNGJYOjBpMiGBYtG0H00Dpr+58m3PVMxOTNflfl2wzeNwG1P7B7rftHMgzz11R+yczjzculDmZ9vUIkDP9CDP6ZGMOZMcEM+RFIhxo62D5nydLuPr3Tyw8jVRH5iKI+N0d6Seqpu7+64mEm+oMkGPMzmoqakmCSiCrXTs73rhlWqUKdBcZuOjAsMsDCTosCDP5GD1EDOZS60r8v+i6WOj6XU0S6Hx6rXs/fmbnVQVuMIrc7YhKwlprKqRqzSKkS89hEQKem8//5Q/5/bTf/ZV+vD9tV+SSDT4iln9jMKeB77O7G83q3d4qn5gujtWfgy1K3Z0K0Oi0zqw7XtOBzQP/sDXIHE2t2kve7JJjkYQlvtVMchf7YM5A3idAxxoUKX7olAAANg0lEQVQDg6B0MrgFTJ+oBM/6gPfBvh9oLHV8NRVBMJkPFM4kDNNOcNQ1PB9DttLkqvhUAf0qlg4A1rVsVA8e98jClX3rbtqFmHIEZejLSt2LJ/aV4XM5OxDFu5yIvrbXNcTcbXmrK74monDP0fIOxsQkJ6OKJJhkoNhHBtfWWoCXDRJ4+WVg3ciRetWCBSHx/wcSoGrDOb8bZ9E6v2U2ZbHapRXjz456z41mhrkp04GJ4EoUZPClpW7P7X3lil1c8+pSb6xj4aZ2vi+xamxfD+VmV+WTevRdkLBqdsTC0uuq/AeBZ4cZe/uP8hXJzJIYcB1JMAOGMH0CjJg0ir4UbDYLAa8PQt1jpHvRGjNa/lzt3MtGEDFvYjtfRiAurqqy+UuDywHsEKtPBjc78gLjqM+dkxEaI6B+FenFzWg3Zu/hsYJA+VyVVQA/1vdOhwFfqdsT9gI4ls7y9/gQkAQTH16DWru5uvwsHcpcM5eohqKbAiyZVZpdU0a0wPJfHbx7rDYMuq3U3XBRvx0MoPiqna8Q4ZBYMojIX9Jk2YrC2KP4XBVrANoyvAzy28fsOSI2wfx2PHPn60TYoqccYlpnr28YFUs/+fvAEZAEM3AM0yZBeHND12ea7NBnDzi2o/nze13CxmrrdVU+TuCoT8BdMmiRw90wLZw8b7VTpMadFWtx6aAfS8fsuW04ovDVlNdBV1zhwyiYIxihm7+m8jVmPrinnuGso2PhIn9PDIFYayAxqbJV0hEw7jZ+dCwyG5yKGHfb6z2z4lWk2VX5Nx18Sax2RPS6va4h7C7FSLFL2pMxd1oRnA5F377pJx4Ji+VZcP/Mlwz4HW5PWaw7GCGn2VVxnw6q6UUwOh4ones5I9YY5e8DR0ASzMAxTIsErqoqbh4efJx1E9HvGGx3eyxE8Wc82HDOSQepodDrMQfFvNRR3xjWG9wgB9Uinogj27MY79T0J0ddw82R+vK7KjdwOI9xhs9Rb+4OpaWm/GyNlTk9+tAYdFGpu+HOmGOUFQaMgCSYAUOYHgFxEQzxT466xtGJaGY4Y0KJ+NF3y4wWCNsgGMXyfLQdDBF3lIz2l1Lty+JJOmzxu5yfM2BkAuhZiPGdvd6zrZnxeWsqpxLzwh51faoWPLTbgtiMDFkncQQkwSSOXVpbxkUwujLHMTexyHt+l1P4S/Uyfgs7UF3/u2Pu4ovD/dYyo+JcTaG7owHEzC+V1jf+OlodX43zP2Ac068O0beOugZT4RZEat5ASH+yO2UsEX1qr2sYcoG60rpYe3QmCWawkI+z35cmT87fZ4KJOxgGqwrvNqyu8dM4uzCq+6qdz4Lwm+htKaizdn5Z/eL7wtXzupzzCDgrogzmDg3WI4fXP/FGtH68Lud8gmG42HsHo9BS+30NpoJ1NdVUTFFY8XRHqWPGXaX1nvMTwUa2iR8BSTDxYzYoLRhQmmucDzDj1GgKiJCSdrfHloiS3ulTt4Gqv0hAVCtZJrR3gCeNDkNiQk+fy/kuAXtH1IGowVH3SwCtSPUiGcoRcLvd7QlnQNdPlCAYFbSIGRaRQjYY1CePuF/G0E1kfSTSRhJMIqgNUpsN1eVnWUiZGz3kA3/lcDfGNHILNwRhyGcl/TkGHFGHSPytoy58RDix09p7R4eIW1wQTobwi7Io2M/MDqvFVXm+xnxHn6fqgAJylbgbHjAzDcYORqcGEeCLQZ84vJaJMhOAGeSSU0cSTHJwTIsUw4EvFHwp6uXpALIQrp8xpUJVFI/w7o66SyLcYa/zhHVIFIHRm1uD68ORoJCqEE0bVtewyAxgG2umnRJi7V+9ov0Tey2KZXLxnIUiM2PM0nVEInHJa2Vgdjj3hphCZIWEEZAEkzB06W+4zjV1tAX6DxGjtRF0Vafrh9U3XJ2Idr6ZFX+GRn+N3pY7Nbb+OtL9yaYn6hfC717wpcNn3dXsDqLNVVnVyfxv6sF4IvmZ3e0xHa6iaweDx0Gk2wsKtqc7Hl2bCDayTWIISIJJDLdBa+WrdoYixfMVYRTaiPcJdzdiRmFfdeUiEEfNua0wPVhS39Dv4rVbfkt15TUa8V/C9MehIB8Yz/2H3zX19zpr/6LuJyBjK6NcY3cvihnYu7t/r6v8CAWKB4zX7PWemGEkzOAk65hHQBKMeawyoqa32tlKhMJwyhi+PXUNpixcw7X3VlcsJ6JdIg1UXCAHoGwTyXlSWBv71zgWg3F0TxnGBoRwn72uwaybg9F8o8t5YYhxW/eJjcCdihaaFI8Ny+ozpuxUYFWXBDo7pm3x4LOmjlUZMdE5ooQkmCybSH+1862u5GD9C4O9pe7GhHIltc48YWJIsz7DwMjIkND9DndDxOdnkUyuubX5HQZ6Gfkx82rH2L23ieWc2Ldff03lHGY+u/u/M/MLpfWNvcgr1vSxy1Xow7rrwzlmxmorfx84ApJgBo5hWiX4qitvYeKLw02cyLtsr/MkZETWXFMxRWcSoQ3C7o4AxEz1sSn+sAh52VM91oPaH8ruD58FIBp4gmDAXNN9YdwGbeQY9xIR0S+u0nzetJ1K7l4YNs1JXIJk5bgRkAQTN2SD28BwJFS1xnBOgARebnc37paIhk2uihsVUL8sBkKWET9X4TN6pmsN10dTzZRTFFYf6fUb4UVHneeoRHTyuSoXAmwknCOmpfZ6c8Z1ifQl26QGAUkwqcE1pVJ9LqeI3bt1304GYgbf5Kp4VAH9LpziDFpc6m6oiDUo7wznhaT8knGSmAKKxXLMsDkLTIXQ7CtfGOyBMREKQvZOx8h4Q0/E0lf+nnoEJMGkHuOk9+CtrniAiE5PJsF4Z1S8Qgod1lemuD8prW8ca2YQfpfzKgau7a7LjFdL6z39ZJqRJep4q53fEmFrnaiuLM4LYrN9yHqpRUASTGrxTYl0cRRRoT4ozN97djCQHYzX5VxJfcJcEiEETa2wz134tJmB+F3ltQylywZH+AwoXF5S17jETNu+dWprYblwdcUKHQjdOaZxt9paGDGNZckuBCTBZNd8dX27IjZMWeiDvnmMkk4wwLslbs/+ZgI7Cb16Eox40g5a+dAR9yTm9+OdXr43qzS9I6DfHSkPdRZO3ZBTWRJMlk553/sOMYyBEIyvpmINuHcMXJ2030fKAR0ONq/LeSFh8x1MW1ANHjZyzlPvZSnEUu0kICAJJgkgDoYI4TZghbYCoJLu/gdEMNVOL+gXJ0ci+qmk0LIr3bZAOC6aKsKXyUKqx3ikJvaGLDgu0R2MqQ5lpYxHQBJMxk9RZAU3JXqbPlCC4VpY/KsrNvQkKx1cV+Zu3GzkZgYmkS6XueNDIipixlodlqmxYr6YkSvrZC8CkmCyd+7QMv2E3TTV+mF37FtifGav90Q09Y80VEEwzaud63qGadBBh5a5G16LFx5fjfMlMCYD/JPG1mmSYOJFMLfqS4LJ8vn0VVfcBKLLxDCY6OtSEylV+w65L8GI16MSHmWPlss6Emwbzq6sVnV2E7A2xHIHk+XLa8DqS4IZMISDL8BXU9EEplKR1L3U3Vgcr0aCYHyrnU0EDNvU9gOH2xM5Il2UDozMjo7QRoa+0maxnV40Z4G85I13QnKoviSYHJjM9TXlV1qgXENMbSXuBrvZZ+WeQ/e7nKs3OynGkc86HHyGIaBCEwqVvItsc/69NAcglkNIEAFJMAkCl2nN/NWVb4L0kSVFtv3iefnpHofP5VyGTXF0lYC6c8n8xJ0DRdgG32rHPQVMN+fXN3yRaVhJfdKHgCSY9GGd0p42nPO7cdA6XMFQ8N9bznvqk3g787nKF4KVqUSkl9Q1WBNJ2tazTxEmIZE7nHj1lvUzGwFJMJk9P3FrJyz0EzsilV/NUC8GeL3D7TGVcyhu5WSDIYeAJJghN+XhB7z+3Ir9rUHlLjA0GRZBLopkISAJJllI5oCc5urys3SoOzvqGy7JgeHIIWQAApJgMmASpAoSgVxFQBJMrs6sHJdEIAMQkASTAZMgVZAI5CoCkmBydWbluCQCGYCAJJgMmASpgkQgVxGQBJOrMyvHJRHIAAQkwWTAJEgVJAK5ioAkmFydWTkuiUAGICAJJgMmQaogEchVBCTB5OrMynFJBDIAAUkwGTAJUgWJQK4iIAkmV2dWjksikAEISILJgEmQKkgEchUBSTC5OrNyXBKBDEBAEkwGTIJUQSKQqwhIgsnVmZXjkghkAAKSYDJgEqQKEoFcRUASTK7OrByXRCADEJAEkwGTIFWQCOQqApJgcnVm5bgkAhmAgCSYDJgEqYJEIFcRkASTqzMrxyURyAAEJMFkwCRIFSQCuYqAJJhcnVk5LolABiAgCSYDJkGqIBHIVQQkweTqzMpxSQQyAAFJMBkwCVIFiUCuIiAJJldnVo5LIpABCEiCyYBJkCpIBHIVAUkwuTqzclwSgQxAQBJMBkyCVEEikKsISILJ1ZmV45IIZAACkmAyYBKkChKBXEVAEkyuzqwcl0QgAxCQBJMBkyBVkAjkKgKSYHJ1ZuW4JAIZgIAkmAyYBKmCRCBXEZAEk6szK8clEcgABCTBZMAkSBUkArmKgCSYXJ1ZOS6JQAYgIAkmAyZBqiARyFUEJMHk6szKcUkEMgABSTAZMAlSBYlAriLw/yQkS8FADfW/AAAAAElFTkSuQmCC"/>
          <p:cNvSpPr>
            <a:spLocks noChangeAspect="1" noChangeArrowheads="1"/>
          </p:cNvSpPr>
          <p:nvPr/>
        </p:nvSpPr>
        <p:spPr bwMode="auto">
          <a:xfrm>
            <a:off x="307975" y="-166688"/>
            <a:ext cx="666750" cy="676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237" y="1319212"/>
            <a:ext cx="7629525" cy="421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1113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1BEF1B6D-EDD0-46B0-8C4B-4503BA8E5168}"/>
              </a:ext>
            </a:extLst>
          </p:cNvPr>
          <p:cNvSpPr txBox="1">
            <a:spLocks/>
          </p:cNvSpPr>
          <p:nvPr/>
        </p:nvSpPr>
        <p:spPr>
          <a:xfrm>
            <a:off x="294114" y="264068"/>
            <a:ext cx="7444968" cy="42862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400" b="1" kern="1200" baseline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</a:lstStyle>
          <a:p>
            <a:r>
              <a:rPr lang="en-US" altLang="ko-KR" sz="2000" dirty="0">
                <a:solidFill>
                  <a:prstClr val="black"/>
                </a:solidFill>
                <a:latin typeface="+mj-lt"/>
                <a:ea typeface="+mn-ea"/>
                <a:cs typeface="Arial" charset="0"/>
              </a:rPr>
              <a:t>5. </a:t>
            </a:r>
            <a:r>
              <a:rPr lang="en-US" altLang="ko-KR" sz="2000" dirty="0">
                <a:solidFill>
                  <a:prstClr val="black"/>
                </a:solidFill>
                <a:cs typeface="Arial" charset="0"/>
              </a:rPr>
              <a:t>ISTIO </a:t>
            </a:r>
            <a:r>
              <a:rPr lang="ko-KR" altLang="en-US" sz="2000" dirty="0">
                <a:solidFill>
                  <a:prstClr val="black"/>
                </a:solidFill>
                <a:cs typeface="Arial" charset="0"/>
              </a:rPr>
              <a:t>등장 배경</a:t>
            </a:r>
            <a:endParaRPr lang="ko-KR" altLang="en-US" sz="2200" dirty="0"/>
          </a:p>
        </p:txBody>
      </p:sp>
      <p:sp>
        <p:nvSpPr>
          <p:cNvPr id="9" name="AutoShape 2" descr="data:image/png;base64,iVBORw0KGgoAAAANSUhEUgAAARgAAAEcCAYAAAAcH6uaAAAAAXNSR0IArs4c6QAAAp50RVh0bXhmaWxlACUzQ214R3JhcGhNb2RlbCUzRSUzQ3Jvb3QlM0UlM0NteENlbGwlMjBpZCUzRCUyMjAlMjIlMkYlM0UlM0NteENlbGwlMjBpZCUzRCUyMjElMjIlMjBwYXJlbnQlM0QlMjIwJTIyJTJGJTNFJTNDbXhDZWxsJTIwaWQlM0QlMjIyJTIyJTIwdmFsdWUlM0QlMjIlMjIlMjBzdHlsZSUzRCUyMnZlcnRpY2FsTGFiZWxQb3NpdGlvbiUzRGJvdHRvbSUzQnNrZXRjaCUzRDAlM0JodG1sJTNEMSUzQmZpbGxDb2xvciUzRCUyM0YwNjY1MCUzQnN0cm9rZUNvbG9yJTNEJTIzZmZmZmZmJTNCdmVydGljYWxBbGlnbiUzRHRvcCUzQmFsaWduJTNEY2VudGVyJTNCcG9pbnRzJTNEJTVCJTVEJTNCcG9pbnRlckV2ZW50cyUzRDElM0JzaGFwZSUzRG14Z3JhcGguY2lzY29fc2FmZS5jb21wb3NpdGVJY29uJTNCYmdJY29uJTNEdGhyZWF0MSUzQnJlc0ljb24lM0RteGdyYXBoLmNpc2NvX3NhZmUudGhyZWF0LnRocmVhdF9hNiUzQiUyMiUyMHZlcnRleCUzRCUyMjElMjIlMjBwYXJlbnQlM0QlMjIxJTIyJTNFJTNDbXhHZW9tZXRyeSUyMHglM0QlMjItMjAwMCUyMiUyMHklM0QlMjI5NjAlMjIlMjB3aWR0aCUzRCUyMjQ5JTIyJTIwaGVpZ2h0JTNEJTIyNTAlMjIlMjBhcyUzRCUyMmdlb21ldHJ5JTIyJTJGJTNFJTNDJTJGbXhDZWxsJTNFJTNDJTJGcm9vdCUzRSUzQyUyRm14R3JhcGhNb2RlbCUzRV5Rg9QAACAASURBVHhe7V0HeFvV2X6/eyV5xpKdAUkIK4SyV8JeoYyyYssJpqUFCiSWCRAg/IxSoJhRRqFlEywnJYwCJSSWE1YZBcoKK8xAIOxAQkhiSXa8JN37/c+5joOHxpUsyZJ8zvPw0KJzvvOd95z7+oxvEGSRCEgEJAIpQoBSJFeKlQhIBCQCkAQjF4F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0BWI+CvmTbBXrdwZVYPIoeVlwSTw5M7FIbmrXYucRQWzKA7Hl07FMabbWOUBJNtMyb17YWA1+X8UgW/MMzdeA4BuoQnsxCQBJNZ8yG1iQMBBhS/q/J7AHbW9fNL5zbeH0dzWTUNCEiCSQPIsovUIMC1tRbv6g++V4DRAFY53J6tU9OTlJooApJgEkVOtht0BPoQDBNwtd3tuW7QFZMKbEZAEkwGLwaeXVW2trltTLFitbAeDMFi0UPFamsglNfR5l/TuW3ryDZasCCQwUNIqWp9CAYErLa7PWNT2qkUHhcCkmDigis9ldk1ZYSflcdBdETYHhkaEdoAtDDjEyLlgRL3oscy+ZKzqaZiSlld45JkIhiGYKCDLih1N9yZzH6krMQRkASTOHYpb+mrdl7OoNkgHhltohgQf70Z4BaF8Jwe0u5zzHvyxZQrGKMDrqoqbi4NPaYz78bES8vcjb9Lpk59CaZLNv3ocDdslcx+pKzEEZAEkzh2aWkpjkn+1sBFAF0KwGqmUyKEWMeHrGgPlNYtuctMm2TW4dqq4ubV2sU69IsIGEZApwqUF7s9zyW1H0DxVVesIqIxm+Uy0BbUdh4zf8mKZPYlZSWGgCSYxHBLe6ufZ5x4vFWx1BEQz19ncfG50gblmgL3okfSobR3evneiqo8qQNjeiyu7x1uzzap6N/nqvQBbO8pm5kfLK1v/GMq+pMy40NAEkx8eA1qba6dnO9f43gSjCPjUUTsaHQdzzrcngqi1Bmjbag+6SALaS8yOL+Hfkyk/MVet+j6eHQ2W9frcoYIUHsRDNDiCDi2pvnzfWblyHqpQUASTGpwTalU34zyW6GQODbFNX/ilaXE7RmXistg/4xpx7OiLwFY6Tl4AnW0IjRujHvJ+mSDIi7Dfayu64cCA2TRDrTPWbI02X1KefEhENcCjU+0rJ1KBHznnngkBy3PEdDrg47VJzO3QlFOL61rWBSrrtnffTWVR4PxFMD974gIbzrqPAeZlRVPveYZJ1WwGvKwuOXuW5huddQ3XBKPPFk3+QhIgkk+pmmT6KuuuAlElyXQYTtZ9Kn2exc/m0DbXk2WV1UVj3EE1xKhMKws4kscdY23DrSfcO391c6nmHB8WNnMSx31jQemol8p0zwCkmDMY5VxNZmhNJ9d/ijrysninTqeQqCm5iLLhHG3LWiKp13fur5q5/MgHBVOBgP+IGPyqHrPBwPpI6xsl6vQj59/AjAsPLHRD/k6jsyvb/gi2X1LeeYRiHNZmhcsa6YPAb+rci2DR8Xbo868uqy+MWHLV5+rsopZ/zdR+LsgJvqktK5h93j1MlO/ZfoJu2mq9eModYMBTS8fNW/guzQz+sg64RGQBJMDK8M/c8oBrFle73vBamZoBHrK7m440UzdnnW4qsrmLw2KQE8RHQwZ8JS6PZXxyjZT31ddeQuIL45al/FnR73nRjPyZJ3UICAJJjW4pl2qv6ZyDjOfnUDHDGvoaMc98Vn++qZPnQFVrx+MD3yda+poK+kfgTEiWv8EvdbuXnxNApjIJklCQBJMkoAcbDHrZ5841tpq+ZiB0nh10RmflY717UO1L3eYbet3OZcysH+0+opCrpL7GqKTkNkOe9Tzzaj4MxT6a6ymBNxtd3tmxaonf08dApJgUodtTMnGC0yJNrx03qLvYlY2UcHvct7GwIUmqvarwrpycencRX8307bJVXmISvrzzNTToK5XU7GwdOKzSuuSGwRqVVVVWbEjuIwIMS2DFeInSuoaq8yMSdZJDQKSYFKDa0yprTOrJgb14F0WRm2yfHS806duQ4r+AQiOmAr0qUDM35T4bDuZCf9g5v5D2KZYFJo2LIn2NkJls7sXY3iMFxz1nqPjxSKe+sLYj1JgRBiPDplcVxLMIM2O/2zn06zjaCsrBxXVL3onWWp4q8s9REpFAvJ0C6mnFtctfDRWW2+181UiHBKjXiAU5MNG3N/4Vix5Zn8XrhLe1Y6vN0Wwi92M8Zyj3vOb2BUTr7HR5bywCMq/yb1oTeJScrelJJhBmNuWmVWHa6Gg8Cy2tfisw8ctGJgtSs8h+Fy/HQ90fpnIsBhYUur2lMdq66upWAOmLaPVI6A1xJZjhtc/8UYseWZ/97oq/wHos8mk0Q+DFpS6G042Kz+Rel6Xcz4zWsrq5V1POPwkwSSyqgbYxldT+QqYDwOYHe7GuEz9Y3Vt3FGUBlcRIljWRhVATXZ3g4g9EzE6f+v08r2DqvIqgKKoohiBkI0PG3FPcnYwIv8RWF/BfXydoumggG4pcTeIMBcpKz5XxRqAfmrxWo9M5h+KlCmcZsGSYNIM+PrTTxxrybd8BSBPEIw34C/bbv7LSfP6FUGY/D++/yqIDoh3aATSFMLJ0e5NmlwVNRbQnTpgi7GDYY24IhlR7N51TSwcz1t/S8Qj4xlTiPSrRtQtTokXt9CDzzjD4bf5NwD6RpBykqOu4fl49BsKdSXBpHmW/dUVDzPRH7q6ZdahHFbmbngtmWr4XeVXM5TaRGQy8xOl9ZFfXsy+VCXzFak3ZuZGxWAEdZw1KoWpTLwznPNJwR9BCCGkzHTMWzTXnHZDp5YkmDTPta+moglMhq0KgXRd044onbf4f8lUY/25FftbgpRYqAKmHxz1DeMi6eOd4XyBFHPxaJJhByPcEQB+PG58GOutun5M0bzF78fd1kSD2lpYLlzt9AMoZEBnnc8vm9t4j4mmQ6qKJJg0TjdfcMoWvvb2n34BnZksfHwyvJr7DEPxVTs1k3ehfZqS7nA39Arg1LNCVA/mvpJIuWoggaa6wkDwM+gTUMrMlDHwhQPK5FS97mw4u7Ja1dndrYuu83mSYPrPjCQYM6s1SXXChVdIRXhHkfGw2eXsYJMxfHsNj4GOjrYttnzouZ97/nfxRLzuR8dONsITAMabgYRBi0vdDYk8maPlnKknaSFdPJlbzPTVt44CWlCSohcknjw53z+hdCWIN4cvlQQTfpYkwSSyehNoIy5ffas/+JSACb0+XOAHEa82mVHmNhHMBkb8BneGbsQrSEeeTlDBSgGI88mInsd5RLCGDfAUBhMCAgT6l0b6q2D+ttS9+CUz0HlrKs5UQG7mxMjFGIKC0+33eR4y01+8dXyuiusBuqJnO0kwkmDiXUdJrc+zjivxBfJ+JEZxL8HEIXuTrciMBa1ZhbgWFv+Pzh9A2MJsmxTXCzK4XcSgYcZqRcE7pFleYpU//U+T8t3Jm5LHCYz8nfl/J/B0EfUyUZ3E3RbDtqPD/W/xWpfU0mVn1LEMoBJJMLGhTXgSY4uWNXoi8NNpx4zKLyhcHe4+IZ/pV8kMjGTsYKqdqzlzCCbsYhCEozN/quuhB1TYQKpew8Ckga4cBi//4Av/pCNeNu+8abbPZlfl4zq4n3+T3MHIHYzZNZSSelEDJDFesdd7fp3MY1KTq2KNgujWtikZaEYI1S9zuBf/Ldmq+F2V1+vQr+hrSSxCArO85I3wRyTZsyDlhUVA5AsiVVkW7kdiCpQUB7en2578caDwrZt5wkQbW6/TdT62695kaBVxPPqP11LQfexK1uibayqm6EyNXUk0+5WAxvrM4fWL/5ms/nJFzpBbgIM1ca2zyvcOdoYnGKETMf/LXt94aiL6iSPRxpppLo21Cwk0IR5z+kT6y+Q2RPjUXufZNZk6Gl7qqi7Cc4aN/0vAWgqok0vmL5TZJPsALwkmmSsxiqyWmopddKbl4TJsiGY6c0eezgfFYxgmUrS2rdWPCmnabQzaOpGQmWkafnq6YbDGoZOHz31SPKUnpQgfKIb2IhgRjQ/FnU+pu3G3pHSYY0IkwaRpQjec87txaqhDBJaKjDnjP456z7GxVBJWpBesmnYiVO1vxNhBmATHajM0fuevHO7GHZI11o0zp+0RDIU8RLRdVJkm5y1ZemWTHLkw0zRbXU+weSJmSPj8QZv0iBXmsXX61BMCin47EZL2IaUJgtR2Q9AVXa8uSdI9SJehnzYfoOhe48ZfDOUau3tRQr5fqQVl8KVLgknTHBhezqs/+ATAr6J1KY5QShgjMRE5zc/qo6TgKLOGbmkaWkZ0I+5eVvKqfSe532sbqEIi7gyBZ5uRI17+dFWdVjpnocdM/aFWRxJMGmfcW+18UCGcFukeplsVQSC6Sq7hmwJmN9c4b9AYFyQW4yWNAxzUrigILXiOY96TCXs0r6+euq8K/XYCDjJ76BS5pUpJnZQqn6dBhTQJnUuCSQKIZkV4p5cfpqjKK7EIpkse6QR+h4HRBIwbiGWrWf1yoF6AGC+ErPlnD7/3sVVmx7MpSNctBDotbH7tKIIG8vpnVr9sricJJs2z53M5A0jECTHNemZ1d4T1FsYfYgVT59lVZd7WQJVCyp/AvG1CY9ZCRznmxZdTKqF+srSRJJg0T1yziOEK+qMIiCRLChEQABPPdLgb6/r2sto1ZUQ+lP9TgHP6+hTFo5GRiaG+cYdkWmDH03821JUEk+ZZWnvBKVvktbeL7bs1zV0Pze4Y79lJmQL3orXtrsppnaRfoLByAIMjxrwxC5QCOqPE3fCA2fpDsZ4kmEGYdW91xQNEdPogdD1Uu+w04sowVLOXt7GAEo6adnfD8Fj1hvrvkmAGYQWIXYytrW0ZEY0ZhO5llwNFgKCrujJrWP2iewcqKtfbS4IZpBn2VTsvB9H1Q968f5DwT7Rbw2iasdRe33BgojKGUjtJMIM02yK/M7H+YEwz9EHST3YbHgECvCXQdpTpYs2tEEkwMXASnsq+6VPH2YDdWNWDsZ4+zcAuZPpdlXMB/QwMwZAKZjDKzDoUtKjKpOI5Cz/KTP0yTytJMH3mZNXsqrKi1sAlKmgqE7YnQGFmAndBJf6XSMWoAx0K4xMQnizxWm82G/KyKzbvsncJyp6ZtxykRtEQsFksBxfem7xUuEMBbUkwm2bZP2Pa8aSEbtSJdjFeG8zEhBWmLCQM+ykA0Aqm0LzSuiV3RVs4flfl2wzedygsrlwZo7h10UG3l7obLsqVMaVrHEOeYDaFUbgTjONB0dOhxpwUNvY5K8DqxSXK8JfJ7e7leOevmXolWL9OmtjFRDJjKhBEgkhcWur23J4xSmWRIkOaYIRzm0XRnwZjRFLnTBAN0ZetgVD56PlLvvhy1nHFozvzzgox/pH62C0EKijoOs51dghf36QOLR3CyGIB8gqAYAAcECYsg1MY3GoFTU3GvdvgjGDwex2yBCN2E8z61Ykm9jI1dQxxe3M/KbqXdHV2qkNZqqPHwXrIUbDuPtFQT/vuKwSXvYngJ8uMjzXjCxFsh/0Glp33hLrlWOjNPoRWfIzQsjeg/TTgcMWmh298FAotLdFHHtl3F2paiKxoIDAkCcbrci5WgBM3eyizcXmbGjCMe5rUrjbxFz//5OmwHXQkYO3vgaD7vWi94xroP4qAeplZ1O13RMHva6CO276fghwKob3uZgQ/ejflyuvAGmhKddm8RU+lvLMh0EGKl37mIeitrryGwCdsCuD8jaaHniCydOSx4hU3MAHQ5i9UoWCHppGVmMaD9clEJIyrRmba07LtiBOQf9IfQZbI7k3aF8vReue14AzcydCIUSia8X9Qt9sx8oIJBbHxhkugpZgkdfDnpWP23o1qa0OZt3qzT6MhRzAtM6sOJy2Y12nJ/yyemCFiate5po7Op1CFzspVAMZkymVt8VW3Qd0qRrSBUBCtt9citPLTjFuleUeVI7/qzJh6dT69AB2Nj8SsN7AKzLqmTpE7mIGh2N16yBFMcmAD/DXOh3TGKQTjSXvQChUUYtiN9RD/jlqY0fH4P9H53ycHTddIHRe6LoF14kEx9Qq++zra6m+NWW/AFRjrNWv+PvH+ARpwvzkoQBLMACbVP3PKAawpLwOUNwAxA2pKefko/ut9UIbZY8rpeGI+Op8XucMyqxRddB0sv4qd9SOw9GW0339HWpQnoteDhcHfjuhKhqewy5WPOneHuE+T8V/MT4EkGPNYha25sdq5V5Dw/mACWTT7Wlh22j3mDmZj7fnQfvphgCNOfvO831Qif2rs6BXt/7oPgf/9J/kKhJEojOsY+JpZ/4QUZRR0TADBz4wfFPAPUJQW0SykBV9UlaL3He5/f5UWxbKsk8H8LrIMqsjqeqsrFxFx5WANSFyOFlZfDGX4yKgqhD56B20P3A3e2DxYqvbrV3GUoeiym6GURTdF0r77Eq23XJEhl9TcZVIpCrFIWyLeITUGtxPTh4qiLCiuW3SP3Omk/AE1Y9ZxShURzovNLqeXgZKUdhRFuGWHnWH7zVRYd90bUCNfCwXf+C/an5gPbjX+AA9qEce6oouuhTJm64h6iCd2beWnaH+sHtziH1R9zXQuwjmIpBAAt4LwtqpYrxs2Z8ErZtrmYh25g0nSrHpdlfUEnp56q5fIClN+IdRf7QZ17NbgQAB5hx8LZdTofg0Cr72AjoUPgNs2Jmn08YuhEgeKzr0C6rb988cF3n0dvPZH8MYWaD98i9DK5V0HluwsRqaDYGfINeJB4z5nSBVJMEma7g1nV1arzHeA0WWnnwFFvCwVzboK6vid+pPMW6+g46F7B+XIoZQ4UDjzT1C375+DLiguch+6B8K4LpcKgToooOxdMn/hilwaV6yxSIKJhZDJ3/2uyie5y4AvowrlF6Dw7MsM8/u+JfTh22i97+a0+ispxSUonH1NWLudwGvPo/3hOdm8W4kx96QT8Q32Oo+woxoSJasJRsRu2aq1tGOw/UXWn37iWGuB5VtmWDJx1YijU6HrYljE/UyfEvrsQ+N+Q4/L16fvsjF3fKGiYSi+5K9QRo/rp0fni0vQ2fDwoOyo0jlnRAhpuj6rrH7xfensd7D6ymqC8bkqrmfGuNL6xj8OFoCiX5/L2QCGM9U+RwMaY34Bis67EpYJu/QTI+45xM5B++aL3r+pKtRtJ8Aybjso2+wAKiruMugj6gqD012YobduhP7zGmjffwV93U/QVq8CQsHNVcSFbuHsa437ob4l8MISdCx5FNzRPqAhDn5j6gA4SMAGJu7QdTJAElfuTGwjUop01tZayDJvWN2iqHGDBn8sydEg2wnmUQIdWeL2bDlYT4LfnDHZUWpzrEupV3Zy5hrCKK/wgqthCXMnI0im86nHoX37JWiYHdbd9oa6wy7GC494So6n6OvXIvTlZwh9/B70H78FCopQ8HtXWEfGwMvPoGPRg12hJbKsiNciBfCzjhW6Qq9B549Um77efu/iZ7NsKClTN6sJxu9yLmXG/jrjtLK5nodThlIUwSKhPRFOG4y+E+nTIJnz/wLxrN2viJ2I3xs3oUTVQ+x0dA1Q+58ejSfzh+eAtey60CWQrrP+MCnKw466hucTmYeh0iarCcZX7fwchB0HKwnWylnHlYzozPuJkDkvR6YWbl6+8URsxjzflLwEKgVef9F4Lcq252cGfCEou4x0L1qTwLCHXJOsJhi/y/kOA5PErGmEO4bXeS5M5ww21ThvUBiXp7PPZPVFZSNQePp5YV+XktVHJDniGNZ2383QvetT3VXy5YtLWi10yvC5Tz6RfOG5JzG7Caba+RQTjhfTQoAW0kO/S9fEs2vKCD/U9wBENkPN4PVi2f5XyD/FBXXr/gGeUq62phk+RR1P/juj3BZMj5voUUddw+9N1x/CFbObYFwVdzPo3O75I9DP7VrgyC3nPfVJqufUf075sRxSnkl1P6mQr249HgUnnwU1zItSKvoLK5MZoa9WoH3eP6A3Zd1OZoPD7UluHOe0AZ/ejrKaYDZMP3GGqlrqe0FGWMUh5dDSeYtSGh8yWxPYi8BUBWdeEDtAVZrWob5hHTbeegW4STzEZU1hnZXzymRu6pgTltUE01FduWMHsciy1ysei9jJ/JzXMWHCXc+kxG3Yf7bzNNZx/yYTh5ggZ0oFZeSWKLrgaoh/Z1LRfU1ovfUKw34mWwoBb9ndngP66ltbC8vhL0+2TJ7cfyQLlo/UP911gX51LfTBMqtIN75ZTTAvTZ6cv8+Ojle7L3p7gicsJsG42+72zE4GqN7p5YcpVuVPuo7JJPyNsgw5stpQfNU/oGwxNhlwJF2G9tUKIzB5FtnDaKRqh+iaZT8CHwHmnUDKKDDbjfgNYYybxZIRmUEhwjoQNWma/prFynfa5yxZmnRAM0Rgln0m/VFrqik/W2FlTkQ8GesJeKykuOQmuu1B096s66ord7SSfgQznagQDmSGsDYT3vhZWay7TUThrCszV/f2VrTe9zeEVmRP2mci6MwiIgwL2+b4sTUyTpAu8i8R83KLqj5RVKDeT7ctaIpfWGa2SACVzBoIV1UV+0uDqzdlCQivnJhIBe3EWMXE70PHtyqUzqDCm8PwM+sBYioj0HYKMJ6JxgBcnG3HoEizQ8LJ8PTzQKPHQi0dGTa9yWDMrIjxIi55A2+9gsCrzwGDmGhtMMbfs08RxgqAn4jvCUK9JxdsbbKeYMQEbahxXmdhXGnO5W6wl9Hg9U+KApSNgHXH3WHZY5IRLkH4Fonjk/AvSksRZ4fODmi+DdBWfIzgO68abgWy9EBAHKJA68B8Q+nc7E5Zm6ZVldrlIy7WLljt/IaArVLbU3ZJF97TyvBRCH74DtgfZtetWiDsYSx77QfLr3Y3Ln+FK4FRkkU43ZcR4ln6848R/Pg9hD79ALqIDRwhiFS+81TDCC/4+ovgHg6T2YV+crQlpqUlHcUV9NBDPydHYnql5ATBCMjWnn7sHnn5+cty5Ugz0GUgIsYV/+X2rmwDoSBEOITAGy91fdiRii0PqnBuLBsBdZsdjEBVIs6vIUPsckwUcUkr8klrn39sRKPj9T8j9ON30Nesiu4WoFqQd+gxsB56NNSx24DbWtF629XQVn1totdcr0IbdZ1nDpa/3UDQzRmCESD4XOWXgpWbsvcq9pepJHtpV57m8TuBVAtCq79DcOkr/UMqRJj9glNnwnboMb1+FR+/9uVnCLzzGkQA8IhxeUVMX3FtKTJFWqwgq9XwsI4awpl1cDDY9Qokdh0d7WBN63J0jFDEbkkc06x77w/LbhOhlPVOminuZdr/eXv09U1kZIS07rW/8W+y2RD471PGnU4uFQJpOvMjpfWe2OkXMmjgOUUwm0kGyl+zIXxC5HVARoAo694HAOLeZFMRyeD1dWsQ+uhd46ihr/4+7K5AxG0pubEe6D7u9OlIpI/lpvXQ1qxCaPn70NeuNo4kvH4tWNdTtjzFXQ8NHwl1y62MWLzqDjtDHbONEWcmXNF9G9A25yYjhETfIo5zwlnTsuf+sGy/I8Ql9uaiaWi96zqIYFrZVHp+jH3vE40Tq7gEZrxur/ccmi3jyjmCEcALM36ElIcZGJ4tE9FTT3KUYdi19/xyHxJmEHrTOoRWfIzQB28h9PUKcIvIEtC1LPOOcSJ/WhwxuAKdCH3/NfSfV3cFi/r6c6CzE3qnkWesi3Q628Ht7eCOtsg7ksIikC0fIkyn+BLEDkjsUsRxTexUlNLhRjS7mGlue/TQMxeSseMZvxOse+4Hy467QRnTPzJed9PgsjfRVve3zJl+AYgCDYxOYmwk4rU6k7hX0Znoe2L+2kJoDxFbmKEpRGWk09Y62LCKJMK2DIxl4Kd2aAeMcS/JCv+KnCQYMSFcW2vxrf5gLoDTSDxSZ1FRRm6B4tq7oiaz7zkcQQrBt//XdSwIBVF04TVhswnEDYGuGcG3SQsZT8naTz8aux5xBOl1vFJViPzS4uNXy0aCRCYDccSyWgEaGPTB95eifd5tsB4w2fgnbBybMAMz4g3fe2PcQ052A4K4P9GXWVUs6WjXHh1qmQVylmC6F8ryqqri0fbOv5FCZxBT1ljgFp77Z1j32De+9R4luFN8giLX5vY2tNffiuDy9zdXEqlRiv98a+z82MlSwoSczqefQEfjv0zUTH4VkUGACc/k6/hTfn1Dnzikye8vkyXmPMF0g89VVTZ/qTJOQeBGjTCRmLfJ9BcncdTJO74qoz5cgac4eogjSHcR7geGj1OMzJLp+BD0Fj9Cb76EdhHgUFwyp7EQ4NVB8x0B+7U0f74vjV1nbFdDhmB6zgBfcMoWGwOhnTQtsJOqKmNCGsaAmXQFW6tMowj65viODEX4NH3NJDKD0lRKln2ImSVBBMUx3LjMtB58pPF8KyLzD3Zpc9+C4Htv9CIYseNStxgzaKqJJ3FxnAq+9QpETOA0R8rTSv9fwAAAIABJREFUGXjIUVBwGd3x6NpBAyEDOx6SBJPIPLDLVeindWvBhvtA2ot4aVHGbmtka1S33xGKvSxqitiUKcjctYN5/xf/PLGDKb7oWojL6XQWkZkytPLTrovuFR9DXHwPRiHgC7vb0z+L3GAok2F9SoIxOSHe/5u6DbXwSuAX/yWTTZNeTeQ5su1/GCwTD+669IySizrZnYuPuG3uPyC8nzcfkUpHdOWYDpOmNtn9C3nGMeiDtxF840WExIvX4JcvHJJgws6CJJgwsIhk9j3/s4jdIV6lmtd8sJG5d+yZwV7bZC+D7aAjkHf4caDSFL3Kd7RBW7vGsKo1jiJv/Ld3WAUi2CYdAnWn3Y28SyRekkxa/saDn0gO1/H0AoSWvZlRCdp0xmdl9Z7+CafiGVyO1h3SBLNx5rF7hLSCWcw8CWC7QjScCYWGxUKPQoYJKwm3/IxdBsLvyPCWTtIxRV+3FsFP3kXo7VcRWvW1iEnQlV4kWhJ6cT8lDAMVxXgBs+xzIGwTD06OX5OmoflyV3ifqkGeFUkwkSdgSBHM+nMr9reFqEIHTiWdRzKRVXwSHNUGfpBXr8nuhfFZwRnngwqLTLYIX01b/T2CrzyL4AdvQ2/2DihvtTC0U8Zth7yjphjGcWb9mSINoPlPM8DeDQMaXyoaS4IZ4gTTVDPlFBXqLJ2x56YcRjlHrOI5O79iAIHuO9oNQ73O5zxdrzDJLKoKy4RdDevigWQxaLv3RgQ/fDuZmiVFliSYIUowvprKo4n5Bh3YJ9useeNd+QVnXQjb/ofH28yoL+5VOp6Yn3LfHbLlIf/k6bAd/GtAERmb4yudTy9AR+Mj8TVKQ21JMEOQYHyuynowT88Fz2oz30jx5X8zEtXHW0SMljb3renLT0SE/MpTkXdMZdx3M8F3XkPb3L/HO8SU15cEM4QIRrgGjHWEPgPxkAk+RaqKoiv/YcRyiacI/6W2ebfF0yQ5dRUVecdNQ375KXHJEwTT/mgduHVjXO1SXVkSzBAhmLUXnLJFXnu7OKTH96WlegWmWL5h6PZ/10HEkDFbQl98gnb3rYZNyaAU1YKCqjNgO+IE092HvliO9vl3QORSyqjC+MJRLw3tws1Jzlx28uyqsubW4DIGhI/RkCrW3fZBYfXFQH6BqXELj+j2+++E9l3/OCsRBQi3hS3GGrFbehrZifoiPIOIgCdenYStilkzfRF+oUgc7UZHDrvQUx8jf9LNl2VcJkgCrSupa9hSZBkwNQEmKjFDaa6edqzOvDzVSQRNqJNwlZwhGJ/L+Q2AbRNGIkMaiiDcIm4KCooQy+9JhFIQYRPyK0+DdeJBpkYggk21P3Sv4bNjulhtRvArpXSEYWwnYur2LgTrfodCHTOuK0PAa8+bft4WaWyLxO7LJDl2LHwAoU+WxXyOZxGi37sBgpSiRdUzjUHUiszEeKSEtnCR2x05YI7JzkSmjKay4CKFsT3ZtKMddy8RazsrS04QjP9s59Os47jIMyCWG20kcCcDbdBpJam8Xhf5bHTkESm7ieBUBIiwaIrIcTMYRnXWPSYh76QzU+o0GPr4XbTOucm0pzEVFht3JSJQVOvd1wPBQESYlS3HIr/894ahnRHsKZpRXg8pha5LTBNkXF8Zs+H13eF5GPrPa+JqmlhlbobC9fYtm6+k2pc74pUhLMj91RU3gGgWgEKxVkvdnoEZNsWrRJLrZz3BeGsqp5LOT4R5LWoV4QVDrN07vCD0Eu56ZiNqaxWqrQ0ZrgC1wlq3FqitNdJ4drsH/HzBKSMLOjvKdY1PhsITwWT+YmMAkyPi0Radf5XxIaes6Dpa//EXhFYuN91FwannwHbA4dh402XGc3asIo474tgj7Gk6n3rcFMmI41XRuX+O6w4plh49fxfJ3EQA8TSWIDPeslmUmwrnLHomVppY33lTttMDymUK6FQAmwmFgQdK3Z4z0qh30rvKaoLh2sn5vh/tnxLRdgYywiRXIb/O+KcDI68cyHbVIJzZVY7OjaERHeBpAJ0D8NhUPXtbJx2MglNcvWPLJnm6ta8+Q+sd15pOzyqcFwvP+TOUEjuaL+oTa1pRoBQVg9vawCKwd/duRVFRfM2dhi9S6+3XRM9i0HMXM+tKiOyTqSgi4l/LlTNTITq6TLEeCUFmWsukNwGkEeNnVrgFzNsTlCKCEQpTpGzo9S0yod2qqAcUz1mYPakuw6CR1QTTfHZltaaze9MgmIgW6CG6NBWXYuurp+6rQPMoRsbH5Bd13HYoPPsyKCO2SL7wTRLbH74XgVefNy3fOukQiOwEIjdRy8VnGnFpxEuVuBsysp7m5Ru/CQM6BALQfvgG7Pei8Lwrjdg17Y/VI/C//5jqz3rI0Sg87RxTdeOtFHj5GbQ/6o632aDWJ+D2ZOVVH8yBZDXB+GY434CCAwHSWadLS+cuSqkVltflbCDAmaoJy/tNJfJOOLnrg01yYCvhqNhiOAt6Tasv4uzmVZ4GYkZL7SzjnoQ3tkAX/kAi+LdIVaKoUIpLjMDevLEZ3OwzCEb4RHV4/oXOZ54w1Z86equu3VISQz6IC22RpqXtvpvBHe2m9MiESgxe/hV+2G+S+70BXxgP9niylmDaXZWHdEAXQVeHWwj7Datr/DTVYG6sqbhYY+WWVF4Aq9uMNyLmGz47Ii9RNKIRH3ggAMvW46NG2Be4iOfjjbXng9n8S6rtwCNQIHYVqgWdSx5DxwuLjXxH0Ypl5z1RdGGtUaXt7r8i+PG7pqZFHKkKzrwg5mWv/v3XCP30Q8RwEN1ZENi3AaEvVyD44VumL7RNKZriSgR0UkDdq2T+wl8C7qS4z1SKz1qC8bkq/wnwEapqPWPYnAVxvLkmDqf/bOdprOPBxCXE2VKQS9QIEV0/Gvc3IlRDhDxIoo646Gy745q48h6JGLuF5//FyGMkdgOtt9caO4JIpecxTwQH33jtBXHZrOSf+FvkTfldRPniWb7l8mpjlxTdAT5zw2pEXQFGrhf6rcPdsCDOlZKx1bOWYNbPmFJhIctOjvqGm9OFblfg8GBnuvoz24/Y9RTNumpT9sXwrYw8Qe5bYr7qiJi/4rlc3Wo7WA6cDKVPDODAGy8i8Opz0L79arN9iQh0ZTtgsmGVq/SwJhbpX0Xys9DnnyD4/pubiCHyqMTxMJr7AHvXY+PfrzJyN+VaIUJIgTprWN3C+3JpbFlLMKtmV5XNsy9orq1FKJ0T4qt2doKMW/+MKcJWRaQNEfmUwhWRKzrw4pIuT+QotinW/Q5DQcUfuiLjRQrDqWmbM0KK4491171h3euArr7Fka5vEQZvgU5wix/tj/8TIl9RpGI7/FgU/L4m4u+GY+b9d2RkTJgBLoY2QL/G4V6cQZniBjiiTc2zlmCSM/z4pXhdFd8RKON8nYZd+Q8juFOiBGM79GjkC3IpLgG3t4IKiowdR+jblcDGlq6Ur2O2BhUPMy56RewY4SwpMjYW/K66665IZIP0rYf2/TdAYaFxlyQcMYV1r7ACFulpOx6p65VTqae+sQgmsPRltM+/M+YuLP5ZHbwWzPgOFvXC0jkLPYOnRep6lgQTJ7Zel3MxMab0tlqIU0gKqouXG+vuke1Ioh2RhBtA/u+qoRQUIrDsTXS+uAQFzj8AgU60L34U+pofDI2FEaAIaiUIo/PZhV1HHiIUX36LYb0b+O+TRs5ssVsRz+0ilQl3dhikIGxcbEeeCIRCaH98HkIfv9cPhVhHpMALi9G+4P4UoJd+keJ2TQO7O6BfmS1pYBNBSRJMnKj9PKPiTJtKc/vG7Y1TTNKrC3+kvGOnRj5eRLrkFQRx5T+MJ+eOpxYYKUDEMcp26DGw7nsoAi891StFiXhCN3Y5zV4jraxBPCO3hL7h517+R8IxUhCMJry2H55j1BPpVkRaW0FQrX+7HCLtSM8iyEtE5otU2h+8G4HXX0w6dmkVSGgnYGFHfsHFWwyBHEqSYOJcXSK7QMvqD1r1LuvLjCniklU880YqkZ6pRVaCollXIvDmS8YOpPuORjhcFs68HLpvA9rqbgFEwG/xYrXbRFj23Nd4+hUvS8JpMpwLQb7zD7Bs/6su0vr8481qiYtgy857IPi/5xD85JddjHB2LKy5FJZd9oowBEbLpdOhx2HHkwmTQ0Q6s/4Ng16zEP+tuK5xRSzXgUzQO1k6SIJJAMlM9NyORTCRDO3EUUYEf+p6GeodvsF28FGwHfRriEDgwmhOeG4L+5z8384wyEPsQFqEbU3PmDJEBkkImSK9SOfLz/byZhZP3iJLpe5vQuCFJZvRt4zfGYXn/Cmiq4TYIbVceU4aPKPNLwiRcA3g5wF1vaJy17cUAgKk6QpxE7Hlp5BV/779Z9vKcQsWNJmXnDs1JcEkMJf+syvfZJ0PSKBpUpuIC1SxAxFHGUEEwps5Wml/6B4EXnuhVxUaVoK830w1jh76mlW9m4v0I/sdZsjmZj8C7/wPpFqQV/F7wzZG7GL85528+WikDB8Fyx6TYBm/k7Gr6XzlWaC9jzGqLQ+2g4+EeMLuGTLCdnQFCk6K7Ncn7nva6m9F6OsvgFAwqTgmIkw8xmnFoa1G3Pbkj4m0HyptcppgRFwNWrAgqfEVReoTa1B5msHpzZPac0UKR8Mtxnbdk+wxEcrI0abWqwgwJexI0NkzkgAh74QqhJa9AW3TZW5fYda99oftGKcRqkFv9sO6y55dOw1m+C/4vXHfrWwzHqKeeC0Sr0vBD9+JuNsQtjbipQr6L1bFRRdcHeV41KWRcEUQl8MBkavpq8/6jMMUBEmrRIT19jrPyKQJzFFBOU0w3pqK5aQrn7NOs5PhAOk/p/xYDinCuWZQYnSIewrLr3aH7bBjYNl1n4T8lYQ1rjB+61lEiAVx1yKsbyMVslhg2esA5B05xSATsXsSpWPRgwi88V9j9ySM8oIfvRv3MUY8Zxed8ycjyJbZIgJJBd99zcgyKY5wZmPPmJUfsx7Ro466hgHkiYnZQ05UyG2CmVHxCil0qDC3Z+JPVCh/L3E3PBDvzPlcvx3P3PkgEQvHyrRjJo4jtqPLYd190oBjpoQ+ehet9/UOOCVcDISXdKygTOJupXDG/0FE3RPGc+JFyXiGfvAehN5fGtXPSRm91ebn7r74F519GSx7J37iFHqLS2qxc0p6Tqfwi0ULMCaNqvf0De0X79LK+fpp/1jSiWjzedN20gPaMgBGsNpNHiotpOMTTcWLwVDw31vOe+qTcDp5XeVHEOhIguJi8IgYzi8pGZZwHMw7usLI9wzhYZ2kIgJBdSx+tJc0yx77QvgeCWdCcX8iiKO7KFuMMchNXNyKXU7gpacRXPGRYXcjLoJpmN2w0BX2M8JmRrwuGUXE8R09zojQJ7yZ++6cRBUj5W3NpVH9qEwNW1gMt200fKU6nl0ITdzVpKgwc6uD1AnkXpSOMHkpGkV6xOY0wQgIfTOm3gtFDxNtiHQQd4KxEYQOYvqJwcLW3QFGMRQUgTl/MHYsQm/b5OOQd+JvoQyzJ30liLuM1rpbDBuV7iJ2McrYbbriAYvE9eIiVaR+FfFfxD95BUbc3M7/PQvti+VdRxJFgbrVtrAdfpxBEJrICClCNnS2G5fCglSMf1r8YWPjihAPxZfdFD0Gjq4bNjbC1sZsEZkS2u68Dtr3X5ltkkA9+lGDVq+z+ujI+obUsVkCmmVSk5wnGAG2v9r5FhP2yyTgo+lifHhX3ArFMdyUyuK4InYdIhi3eGomRUHhzMtEeL+I7cXH1zrnZnBT7xQg4vijjt8Z6lbbGAQjFoje4kPos4+iHqFEyE9BNjRySyi2PGg/r4H247ddWQbCFCM8w/TZRjDxiEXE1H33NQReeRaW3ScZmSvJ7og6rm5ZwaUvG35LqS5E5Nd13OEI2m+j+fOFm7csPRAYEgRjkIyr8m0G75sNsy+eeQtnXxMx5snmMQSDxtOxuGTVVvYOh1N03hXGRxmtaN9/bYRgEPYtaS2qirxjYydeC339Odruvn5zojWRMsW63+GwHf6bmKlOgh+9g7Z7bkjbsBjcSkx/ddR7bkxbp1nQ0ZAhGDEXXlfl4wSObIueIRMmnoCHXXuPkYOoXwkFEVr+vmEYF1zxccQo/+r4nVB80bXhPZx7CBUvMO2P1PUjqJRBYctD4SkuWA88IkYwLUbrrVcgFC7+DBHU7SYYOxrLpEOhFA/rp+5gpZlViJ8oqWvM+DWWsvntI3hIEcwmkjlfAdcykJZsAYlOpLhAzSv/fVdkO5Gg/ruvup5l330d7G8Ca1pM0XnHnQRhsh+riB1M5+JH0fnyM7GqDuh3cYwqnHWlqRS34lVIGAYKY77IhQCbDdY990XeYcdCnbCzcXwSr0qtt/wZuhGYKv2FGfNK6z0z0t9z5vU45AhGTMGGc343Tgl1XEegaQCH2SZkxkSRo6zrY2TuetnZ2ByXvQflF6Lg9HNjhqHsYjDNcGoUMXS11avitmWJhpiIV2PZbR/kO081XqpiFUEMrTddGl+K2MIiI9C4Omo0gp8siyv2cCx94v1dvFYqpFxlr1t0fbxtc63+kCSY7knsqK7csQOoZugnKQqNZmbbYL0apWphKWPGoXD6RcYFrJlixID56F10vvy0sRPo+Vxtpn3POkZK2Qm7Iu83Tlh22MUUtKI/kcNI+ybbH2bID9gmOtz/TuVTVrxTkvb6Q5pgeqItjOkIwdPA+q918HgQ7AAVCIBEpseeReQJJZ1COuBXCM0gflNn2ouYd8u0ODFCb3HcKph+kWEgZ7qEQgh98QmCH7xteEMbr03Cg3qTV3VYOYoCsuVDcZQZZv/W/Q+Duu0E012KWDFtc//eKzyE+caZV5MIt9vrPLMzT7P0aSQJJgbW3Rkfe/1lRv8k52svOGWL/PaOTwfVRynKWNQddjai/Yvn4USKvrHFiAEjAlcFnvP03tkQGb5KtokHQdlyq4SN5joWPYTO/yxKRL2MbEOAz+72ZPRdX6qBkwSTRISbXZX/1MFnJlFkUkUJy2CRPVJY5iZaRE6k9rl/7/W6o5SNQOHsa437j4QKMzqeehyBp5+IvkNKSPjAGolg3NDUimBeaIOi0wRotIcqXEaYJjGEIWbkQswdKujA4iHsUiAJZmDrb3Nr7/RpTqjaI7TJLSFJYpMuRvgEiRi6lp32SEw2s5HYXlwIdxfh2V00u9bwpI67hIJodd9i3Puk3WEx5u6VRQLze+zuxvN6VhUpizeusW+vsrJrELiRmbcPl1JYRHSwgC4a5m64M25ccqSBJJgkTGTLmVWHa9bg0wDiuORIQscJihCWwvknnGy4IyRSRPqT4Htv9CIYER5T+BzFU8TzuLhzCX3a27s7HhmprEuET+11nl1j9eFzVVwPpnNBcPSvS/c73A1nxZKRq79LghngzIo7Gl915U9EHPv9dYB9Jbu58CEq+O30yClKInSYDIIRl8atd13fFWohAwsD7SE1eOjIOU/1j04eRt/VZ0zZqdCmPgJg714/E9501HkOysAhpkUlSTADgFnE5/WveX8VmMx74g2gv1Q0Fc6N+SdP7/IJMhmJYkAE09mBzucb0fHsoohWyKkYZ1wyWUChXGN3L+rKgRtH8dc4lzNjl+4mDP641N2Y4Hk0jo4ztKokmAFMTHNNxQKd6aQBiMiYpurW4w2rXyPodgyiSYhgmA2fKRGgyjAYzODCxP9zjN77SKqtTSipX5OrYo0C2lIY3JGuP+qYu3jIBqaSBJPgQm+uLj+LFapjJkuCIjKvmcVqGOSJ9K3CQI5s4Z+04yWY0Kfvo/OlZyD+LWxdMr3ooEPL3A2vJapnc03FFGbFw8zERLeXuhsuSlRWtreTBJPADP502jGjCgoK32ZgmwSaZ3wTwwJ3+x1hO+QYWHbaHSKG7uai612vPn1fkS661jCw23w0EPFzv1qB4DuvIiRM96OE48w0QEIdoa1GPDiwYN6+6orPmGgsgy8pczfWZdoY06WPJJgEkG6qcd6gMC5PoGnWNbHssLORtcA68SBAtRixe9sfq4f2+S/BqkTqk6Lz/2LEgkGLv8vb+7XnDYLJxqIS7zqsrrF3/Is4B7JhxoknkaIeFSwovHooJFiLBI8kmDgXjqjuczl/BpB1r0YJDPWXJkSw7rIXaMzWCInYtz0SoIlodiL8gshZLeKwiJSz2VwY+q9L3YtfGugY3nVNLJzkfi9yJPWBdpAF7SXBxDlJ62dMqbCQ2hDOsKqvKGYGEX2lQX8Imv6jRbXcx0BXOH5ZMhYBZrq2tL7h6oxVMIsUkwQT52R5XRUfEij2syNhPan6aSWj9nmh+zVCWPuSqj0u/A/j7FZWTyMCDFpQ6m44OY1d5mxXkmDimNrHq6psR5cG2yj6LiTIxI1au3ZhuItCn6uiBkx3gjIrt3UcMOR8VWb+tJ30w8e4l6zP+cGmeICSYOIA2D9j2vGsaE9FbMLwWS3KqUVzFkWuI0J31kyZRbp6qySZOMBPZ1Xmjnwoe+bLbAEDRl0STBwQeqsrHiCi0yM0WddZULC72RcDb03FmcTkFqmB4lBBVk0TAlZVOTHWH4o0qZLV3UiCMTl9L02enL/PBMcyJuzctwmBVpaM2XOXeC0/m2oqphCThyCcdmXJLAT4MYe78ZTM0in7tJEEY3LO1p9+4lhLgWUluCtL5ObC8NnH7jUyXnLpbt86c+oJoZD2BBNFjS1iUk1ZLQoCIlecSXcrkWv4h+d8lvEnL1iwKU2lhDYRBCTBmERNxO/tJP6Ee7wAiYBCwWJthxG3DdDq01XxGEC/NamKrJYAAjrzCkVR5oP5CgD985z0kUki7LmKP5bN8TycQHeyySYEJMGYXApraip2yWf6qPsFSTiysYYby+Z5/mxSRMRqfpfzKgZfE8ff14F2OaTaE6gDauiIkjlL3m6uqXyUmU09QRPoHbu7IWsygmbipEqCMTkrLTUVu+hMYgdjYMaMtY56zxjxl86kiIjVvK7yhQRl6kDlyPbhESAgGLTyoSPuaXzr5xknHp9HlgY2ZSZAusJadUn94n9KbBNDQBKMSdyaXJWHKOBXRXWxYHXov0mGObmQ56uuXAXirUyqIqslhAB/Za9r3FE0bampbNDB5WbEMPCDY8xe2yV6x2amj1yuIwnG5Oyur566r4X0t43dC+ApdXsqTTaNWc3vcnYwkBezoqwwMASIL3HUNd4qUtQAnR+ZDXFKoKfs7oYTB9b50GwtCcbkvPvOm7IdBdUvWIeuWqzHDJuz4BWTTaNWW39mxf6qlZbKiUgGmjFkEP3QmZ8/SdgqGUclxfKUuEszU0SOo5W86oqh7rxoBquedeS6NonYateUEYVQPgPR+/Ym64mUpOdLf7XzaSYkFn3bpO6y2i8IhEi/akTdYiOlq9flbADgNPsREPCuolovTtYfl6EwL2axHQpYRB2jcL0fj3GvaazUjKhf9E4yABHJ2vLaOsT9SzzOjxqI1ExL8ZEMPOKVYYSkjLORyBRQUufZvfty3lft/A+AY0wLIrSD6bHOgvzLR60OeZP1hybOYWRN9XjnJ2sGlgpFfWdPvddx36JzkiXbN6O8DoriMiuPdf6flodL1QBVg+gsAg/l+ftC15SLFAvvBuabzGII0MagGpjcM1vAJheQ0+LiKwYzkVez6seL1ynz/Q+tmkN5gcY90zy7qoxuW9AUd8MwDXj26WP9rc2fmTH6Es0JaLG7PSXif6+cdVzJiE7bGwSKmbMnGbpmkgzxggcF0+33eR7q1qupeuo5KvFdDDbjcsE64aayut72S/6aaROg6w8yYT/EkEPAeh3kIVvoBsfdS77JJHwyTRdJMIM0I74Zzjeg4ECT3esWqBcXuxfeJuqLj4FZXwrwL0FwTQrK9mrMeKe03tPP+E14qCus3mYqoBfjP456z7F9seBaWFrXTtulLRiamKfysdCV0SzsnBQw6WgDKe+wFni1IxD4eMuHnhNRDWWJgYAkmEFYIv4a5+2s43wzUfHEBOlMDaX1DZsN8bwu54UEGGQz1IoOvFXm9hwQbtwbZpRfrSpKzFxGzPxtaX3jdkMNu8EYrySYNKPuc5VfClZuAJkLncnEn5bWNfY6CvlqnC+BMTnNqmdGd4z1bUHt0DHzl4SNKO51lb9HUPaJoWyLY9NxMzMGlbtaSIJJ49x2xYDBPLM+Rwxe7nA37tHXHcFXU+kDsz2NqmdMV0QIatD+WFa35NFwSomXOVt7++poITBEWtjVXuuoXRcs2JgxA8tRRSTBpGlim2ZUnKsqdFe3L1O0bsW5n5hvcdQ3/qlvvZYzqw7XrKHngbietn8RQ/wToLRBUbaBpg1aAPJNT8zvqyrPK7YEHvJ35v8d4BlmpkPX9TllcxdHfM3zVVfcRESXRTGia/3Ra91SEowZtAdWRxLMwPCL2bqLEIJzibCDiEcSszC+UNhyacncJxrD1fW7Ku5mpnPM3N/0a094Hpw3c11e87qRbBluCagTAuByIuU4Yt4+pm7JrRBUteA+w+Y9ZSRY+uaMyY7hNvsruomA6grxEyV1jVXR1PHVVDSBqTRcHQa3rvbaJMEkdz7DSpMEkyKQDX8XClxHjEoGRw0mRTAsWjaC6KF11vY/TbjrmYjJm/2uyrcZvG8Can9g91r3j2QY5q+p/JKZx5uXSx3M+nqFSBj+hRj8MzGGM2OCGfIjkA41dLB9zpKl3X16p5cfRqoi8hFFfW6O9JLUU3d/dcXDTPQHSTDmZzQVNSXBJBFVrp2c710zrFKFOguM3XRgWGSAhZ0WBRj8jR6iBnIodaV/X/RdLHV8LqeIdD88Vr2evzNzq4O2GEVud8QkYC01lVM1ZpFSJeaxiYBOTef/84f8/9pu/su+Xh+2q/JJBp8QSz+xmVPA99jdjef1bu8UT80XRmvPwJelbs+EaHVaZlYdrmnB54D+2RvkDibW7CTvd0kwycMS3mqnOAr9sWcgbxKhY4xlpZgJAAANhUlEQVQLBwZB6WRwC5g+UQme9QHvg30/0Fjq+GoqgmAyHyicSRimneCoa3g+hmylyVXxqQL6VSwdAKxr2agePO6RhSv71t20CzHlCMrQl5W6F0/sK8PncnYginc5EX1tr2uIudvyVld8TUThnqPlHYyJSU5GFUkwyUCxjwyurbUALxsk8PLLwLqRI/WqBQtC4v8PJEDVhnN+N86idX7LbMpitUsrxp8d9Z4bzQxzU6YDE8GVKMjgS0vdntv7yhW7uObVpd5Yx8JN7XxfYtXYvh7Kza7KJ/XouyBh1eyIhaXXVfkPAs8OM/b2H+UrkpklMeA6kmAGDGH6BBgxaRR9KdhsFgJeH4S6x0j3ojVmtPy52rmXjSBi3sR2voxAXFxVZfOXBpcD2CFWnwxuduQFxlGfOycjNEZA/SrSi5vRbszew2MFgfK5KqsAfqzvnQ4DvlK3J+wFcCyd5e/xISAJJj68BrV2c3X5WTqUuWYuUQ1FNwVYMqs0u6aMaIHlvzp491htGHRbqbvhon47GEDxVTtfIcIhsWQQkb+kybIVhbFH8bkq1gC0ZXgZ5LeP2XNEbIL57XjmzteJsEVPOcS0zl7fMCqWfvL3gSMgCWbgGKZNgvDmhq7PNNmhzx5wbEfz5/e6hI3V1uuqfJzAUZ+Au2TQIoe7YVo4ed5qp0iNOyvW4tJBP5aO2XPbcEThqymvg664wodRMEcwQjd/TeVrzHxwTz3DWUfHwkX+nhgCsdZAYlJlq6QjYNxt/OhYZDY4FTHuttd7ZsWrSLOr8m86+JJY7YjodXtdQ9hdipFil7QnY+60Ijgdir590088EhbLs+D+mS8Z8DvcnrJYdzBCTrOr4j4dVNOLYHQ8UDrXc0asMcrfB46AJJiBY5gWCVxVVdw8PPg46yai3zHY7vZYiOLPeLDhnJMOUkOh12MOinmpo74xrDe4QQ6qRTwRR7ZnMd6p6U+OuoabI/Xld1Vu4HAe4wyfo97cHUpLTfnZGitzevShMeiiUnfDnTHHKCsMGAFJMAOGMD0C4iIY4p8cdY2jE9HMcMaEEvGj75YZLRC2QTCK5floOxgi7igZ7S+l2pfFk3TY4nc5P2fAyATQsxDjO3u9Z1sz4/PWVE4l5oU96vpULXhotwWxGRmyTuIISIJJHLu0toyLYHRljmNuYpH3/C6n8JfqZfwWdqC6/nfH3MUXh/utZUbFuZpCd0cDiJlfKq1v/HW0Or4a53/AOKZfHaJvHXUNpsItiNS8gZD+ZHfKWCL61F7XMOQCdaV1sfboTBLMYCEfZ78vTZ6cv88EE3cwDFYV3m1YXeOncXZhVPdVO58F4TfR21JQZ+38svrF94Wr53U55xFwVkQZzB0arEcOr3/ijWj9eF3O+QTDcLH3Dkahpfb7GkwF62qqqZiisOLpjlLHjLtK6z3nJ4KNbBM/ApJg4sdsUFowoDTXOB9gxqnRFBAhJe1ujy0RJb3Tp24DVX+RgKhWskxo7wBPGh2GxISePpfzXQL2jqgDUYOj7pcAWpHqRTKUI+B2u9sTzoCunyhBMCpoETMsIoVsMKhPHnG/jKGbyPpIpI0kmERQG6Q2G6rLz7KQMjd6yAf+yuFujGnkFm4IwpDPSvpzDDiiDpH4W0dd+IhwYqe1944OEbe4IJwM4RdlUbCfmR1Wi6vyfI35jj5P1QEF5CpxNzxgZhqMHYxODSLAF4M+cXgtE2UmADPIJaeOJJjk4JgWKYYDXyj4UtTL0wFkIVw/Y0qFqige4d0ddZdEuMNe5wnrkCgCoze3BteHI0EhVSGaNqyuYZEZwDbWTDslxNq/ekX7J/ZaFMvk4jkLRWbGmKXriETiktfKwOxw7g0xhcgKCSMgCSZh6NLfcJ1r6mgL9B8iRmsj6KpO1w+rb7g6Ee18Myv+DI3+Gr0td2ps/XWk+5NNT9QvhN+94EuHz7qr2R1Em6uyqpP539SD8UTyM7vbYzpcRdcOBo+DSLcXFGxPdzy6NhFsZJvEEJAEkxhug9bKV+0MRYrnK8IotBHvE+5uxIzCvurKRSCOmnNbYXqwpL6h38Vrt/yW6sprNOK/hOmPQ0E+MJ77D79r6u911v5F3U9AxlZGucbuXhQzsHd3/15X+REKFA8Yr9nrPTHDSJjBSdYxj4AkGPNYZURNb7WzlQiF4ZQxfHvqGkxZuIZr762uWE5Eu0QaqLhADkDZJpLzpLA29q9xLAbj6J4yjA0I4T57XYNZNwej+UaX88IQ47buExuBOxUtNCkeG5bVZ0zZqcCqLgl0dkzb4sFnTR2rMmKic0QJSTBZNpH+audbXcnB+hcGe0vdjQnlSmqdecLEkGZ9hoGRkSGh+x3uhojPzyKZXHNr8zsM9DLyY+bVjrF7bxPLObFvv/6ayjnMfHb3f2fmF0rrG3uRV6zpY5er0Id114dzzIzVVv4+cAQkwQwcw7RK8FVX3sLEF4ebOJF32V7nSciIrLmmYorOJEIbhN0dAYiZ6mNT/GER8rKneqwHtT+U3R8+C0A08ATBgLmm+8K4DdrIMe4lIqJfXKX5vGk7ldy9MGyak7gEycpxIyAJJm7IBreB4Uioao3hnAAJvNzubtwtEQ2bXBU3KqB+WQyELCN+rsJn9EzXGq6PppoppyisPtLrN8KLjjrPUYno5HNVLgTYSDhHTEvt9eaM6xLpS7ZJDQKSYFKDa0ql+lxOEbt3676dDMQMvslV8agC+l04xRm0uNTdUBFrUN4ZzgtJ+SXjJDEFFIvlmGFzFpgKodlXvjDYA2MiFITsnY6R8YaeiKWv/D31CEiCST3GSe/BW13xABGdnkyC8c6oeIUUOqyvTHF/UlrfONbMIPwu51UMXNtdlxmvltZ7+sk0I0vU8VY7vyXC1jpRXVmcF8Rm+5D1UouAJJjU4psS6eIookJ9UJi/9+xgIDsYr8u5kvqEuSRCCJpaYZ+78GkzA/G7ymsZSpcNjvAZULi8pK5xiZm2fevU1sJy4eqKFToQunNM4261tTBiGsuSXQhIgsmu+er6dkVsmLLQB33zGCWdYIB3S9ye/c0EdhJ69SQY8aQdtPKhI+5JzO/HO718b1ZpekdAvztSHuosnLohp7IkmCyd8r73HWIYAyEYX03FGnDvGLg6ab+PlAM6HGxel/NCwuY7mLagGjxs5Jyn3stSiKXaSUBAEkwSQBwMEcJtwAptBUAl3f0PiGCqnV7QL06ORPRTSaFlV7ptgXBcNFWEL5OFVI/xSE3sDVlwXKI7GFMdykoZj4AkmIyfosgKbkr0Nn2gBMO1sPhXV2zoSVY6uK7M3bjZyM0MTCJdLnPHh0RUxIy1OixTY8V8MSNX1sleBCTBZO/coWX6CbtpqvXD7ti3xPjMXu+JaOofaaiCYJpXO9f1DNOggw4tcze8Fi88vhrnS2BMBvgnja3TJMHEi2Bu1ZcEk+Xz6auuuAlEl4lhMNHXpSZSqvYdcl+CEa9HJTzKHi2XdSTYNpxdWa3q7CZgbYjlDibLl9eA1ZcEM2AIB1+Ar6aiCUylIql7qbuxOF6NBMH4VjubCBi2qe0HDrcnckS6KB0YmR0doY0MfaXNYju9aM4Ceckb74TkUH1JMDkwmetryq+0QLmGmNpK3A12s8/KPYfudzlXb3ZSjCOfdTj4DENAhSYUKnkX2eb8e2kOQCyHkCACkmASBC7TmvmrK98E6SNLimz7xfPy0z0On8u5DJvi6CoBdeeS+Yk7B4qwDb7VjnsKmG7Or2/4ItOwkvqkDwFJMOnDOqU9bTjnd+OgdbiCoeC/t5z31CfxduZzlS8EK1OJSC+pa7AmkrStZ58iTEIidzjx6i3rZzYCkmAye37i1k5Y6Cd2RCq/mqFeDPB6h9tjKudQ3MrJBkMOAUkwQ27Kww94/bkV+1uDyl1gaDIsglwUyUJAEkyykMwBOc3V5WfpUHd21DdckgPDkUPIAAQkwWTAJEgVJAK5ioAkmFydWTkuiUAGICAJJgMmQaogEchVBCTB5OrMynFJBDIAAUkwGTAJUgWJQK4iIAkmV2dWjksikAEISILJgEmQKkgEchUBSTC5OrNyXBKBDEBAEkwGTIJUQSKQqwhIgsnVmZXjkghkAAKSYDJgEqQKEoFcRUASTK7OrByXRCADEJAEkwGTIFWQCOQqApJgcnVm5bgkAhmAgCSYDJgEqYJEIFcRkASTqzMrxyURyAAEJMFkwCRIFSQCuYqAJJhcnVk5LolABiAgCSYDJkGqIBHIVQQkweTqzMpxSQQyAAFJMBkwCVIFiUCuIiAJJldnVo5LIpABCEiCyYBJkCpIBHIVAUkwuTqzclwSgQxAQBJMBkyCVEEikKsISILJ1ZmV45IIZAACkmAyYBKkChKBXEVAEkyuzqwcl0QgAxCQBJMBkyBVkAjkKgKSYHJ1ZuW4JAIZgIAkmAyYBKmCRCBXEZAEk6szK8clEcgABCTBZMAkSBUkArmKgCSYXJ1ZOS6JQAYgIAkmAyZBqiARyFUEJMHk6szKcUkEMgABSTAZMAlSBYlAriIgCSZXZ1aOSyKQAQhIgsmASZAqSARyFQFJMLk6s3JcEoEMQEASTAZMglRBIpCrCEiCydWZleOSCGQAApJgMmASpAoSgVxF4P8BJDBLwZvO5hIAAAAASUVORK5CYII="/>
          <p:cNvSpPr>
            <a:spLocks noChangeAspect="1" noChangeArrowheads="1"/>
          </p:cNvSpPr>
          <p:nvPr/>
        </p:nvSpPr>
        <p:spPr bwMode="auto">
          <a:xfrm>
            <a:off x="155575" y="-319088"/>
            <a:ext cx="666750" cy="676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0" name="AutoShape 4" descr="data:image/png;base64,iVBORw0KGgoAAAANSUhEUgAAARgAAAEcCAYAAAAcH6uaAAAAAXNSR0IArs4c6QAAAp50RVh0bXhmaWxlACUzQ214R3JhcGhNb2RlbCUzRSUzQ3Jvb3QlM0UlM0NteENlbGwlMjBpZCUzRCUyMjAlMjIlMkYlM0UlM0NteENlbGwlMjBpZCUzRCUyMjElMjIlMjBwYXJlbnQlM0QlMjIwJTIyJTJGJTNFJTNDbXhDZWxsJTIwaWQlM0QlMjIyJTIyJTIwdmFsdWUlM0QlMjIlMjIlMjBzdHlsZSUzRCUyMnZlcnRpY2FsTGFiZWxQb3NpdGlvbiUzRGJvdHRvbSUzQnNrZXRjaCUzRDAlM0JodG1sJTNEMSUzQmZpbGxDb2xvciUzRCUyM0YwNjY1MCUzQnN0cm9rZUNvbG9yJTNEJTIzZmZmZmZmJTNCdmVydGljYWxBbGlnbiUzRHRvcCUzQmFsaWduJTNEY2VudGVyJTNCcG9pbnRzJTNEJTVCJTVEJTNCcG9pbnRlckV2ZW50cyUzRDElM0JzaGFwZSUzRG14Z3JhcGguY2lzY29fc2FmZS5jb21wb3NpdGVJY29uJTNCYmdJY29uJTNEdGhyZWF0MSUzQnJlc0ljb24lM0RteGdyYXBoLmNpc2NvX3NhZmUudGhyZWF0LnRocmVhdF9hNiUzQiUyMiUyMHZlcnRleCUzRCUyMjElMjIlMjBwYXJlbnQlM0QlMjIxJTIyJTNFJTNDbXhHZW9tZXRyeSUyMHglM0QlMjItMjAwMCUyMiUyMHklM0QlMjI5NjAlMjIlMjB3aWR0aCUzRCUyMjQ5JTIyJTIwaGVpZ2h0JTNEJTIyNTAlMjIlMjBhcyUzRCUyMmdlb21ldHJ5JTIyJTJGJTNFJTNDJTJGbXhDZWxsJTNFJTNDJTJGcm9vdCUzRSUzQyUyRm14R3JhcGhNb2RlbCUzRV5Rg9QAACAASURBVHhe7V0HeFvV2X6/eyV5xpKdAUkIK4SyV8JeoYyyYssJpqUFCiSWCRAg/IxSoJhRRqFlEywnJYwCJSSWE1YZBcoKK8xAIOxAQkhiSXa8JN37/c+5joOHxpUsyZJ8zvPw0KJzvvOd95z7+oxvEGSRCEgEJAIpQoBSJFeKlQhIBCQCkAQjF4F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0BWI+CvmTbBXrdwZVYPIoeVlwSTw5M7FIbmrXYucRQWzKA7Hl07FMabbWOUBJNtMyb17YWA1+X8UgW/MMzdeA4BuoQnsxCQBJNZ8yG1iQMBBhS/q/J7AHbW9fNL5zbeH0dzWTUNCEiCSQPIsovUIMC1tRbv6g++V4DRAFY53J6tU9OTlJooApJgEkVOtht0BPoQDBNwtd3tuW7QFZMKbEZAEkwGLwaeXVW2trltTLFitbAeDMFi0UPFamsglNfR5l/TuW3ryDZasCCQwUNIqWp9CAYErLa7PWNT2qkUHhcCkmDigis9ldk1ZYSflcdBdETYHhkaEdoAtDDjEyLlgRL3oscy+ZKzqaZiSlld45JkIhiGYKCDLih1N9yZzH6krMQRkASTOHYpb+mrdl7OoNkgHhltohgQf70Z4BaF8Jwe0u5zzHvyxZQrGKMDrqoqbi4NPaYz78bES8vcjb9Lpk59CaZLNv3ocDdslcx+pKzEEZAEkzh2aWkpjkn+1sBFAF0KwGqmUyKEWMeHrGgPlNYtuctMm2TW4dqq4ubV2sU69IsIGEZApwqUF7s9zyW1H0DxVVesIqIxm+Uy0BbUdh4zf8mKZPYlZSWGgCSYxHBLe6ufZ5x4vFWx1BEQz19ncfG50gblmgL3okfSobR3evneiqo8qQNjeiyu7x1uzzap6N/nqvQBbO8pm5kfLK1v/GMq+pMy40NAEkx8eA1qba6dnO9f43gSjCPjUUTsaHQdzzrcngqi1Bmjbag+6SALaS8yOL+Hfkyk/MVet+j6eHQ2W9frcoYIUHsRDNDiCDi2pvnzfWblyHqpQUASTGpwTalU34zyW6GQODbFNX/ilaXE7RmXistg/4xpx7OiLwFY6Tl4AnW0IjRujHvJ+mSDIi7Dfayu64cCA2TRDrTPWbI02X1KefEhENcCjU+0rJ1KBHznnngkBy3PEdDrg47VJzO3QlFOL61rWBSrrtnffTWVR4PxFMD974gIbzrqPAeZlRVPveYZJ1WwGvKwuOXuW5huddQ3XBKPPFk3+QhIgkk+pmmT6KuuuAlElyXQYTtZ9Kn2exc/m0DbXk2WV1UVj3EE1xKhMKws4kscdY23DrSfcO391c6nmHB8WNnMSx31jQemol8p0zwCkmDMY5VxNZmhNJ9d/ijrysninTqeQqCm5iLLhHG3LWiKp13fur5q5/MgHBVOBgP+IGPyqHrPBwPpI6xsl6vQj59/AjAsPLHRD/k6jsyvb/gi2X1LeeYRiHNZmhcsa6YPAb+rci2DR8Xbo868uqy+MWHLV5+rsopZ/zdR+LsgJvqktK5h93j1MlO/ZfoJu2mq9eModYMBTS8fNW/guzQz+sg64RGQBJMDK8M/c8oBrFle73vBamZoBHrK7m440UzdnnW4qsrmLw2KQE8RHQwZ8JS6PZXxyjZT31ddeQuIL45al/FnR73nRjPyZJ3UICAJJjW4pl2qv6ZyDjOfnUDHDGvoaMc98Vn++qZPnQFVrx+MD3yda+poK+kfgTEiWv8EvdbuXnxNApjIJklCQBJMkoAcbDHrZ5841tpq+ZiB0nh10RmflY717UO1L3eYbet3OZcysH+0+opCrpL7GqKTkNkOe9Tzzaj4MxT6a6ymBNxtd3tmxaonf08dApJgUodtTMnGC0yJNrx03qLvYlY2UcHvct7GwIUmqvarwrpycencRX8307bJVXmISvrzzNTToK5XU7GwdOKzSuuSGwRqVVVVWbEjuIwIMS2DFeInSuoaq8yMSdZJDQKSYFKDa0yprTOrJgb14F0WRm2yfHS806duQ4r+AQiOmAr0qUDM35T4bDuZCf9g5v5D2KZYFJo2LIn2NkJls7sXY3iMFxz1nqPjxSKe+sLYj1JgRBiPDplcVxLMIM2O/2zn06zjaCsrBxXVL3onWWp4q8s9REpFAvJ0C6mnFtctfDRWW2+181UiHBKjXiAU5MNG3N/4Vix5Zn8XrhLe1Y6vN0Wwi92M8Zyj3vOb2BUTr7HR5bywCMq/yb1oTeJScrelJJhBmNuWmVWHa6Gg8Cy2tfisw8ctGJgtSs8h+Fy/HQ90fpnIsBhYUur2lMdq66upWAOmLaPVI6A1xJZjhtc/8UYseWZ/97oq/wHos8mk0Q+DFpS6G042Kz+Rel6Xcz4zWsrq5V1POPwkwSSyqgbYxldT+QqYDwOYHe7GuEz9Y3Vt3FGUBlcRIljWRhVATXZ3g4g9EzE6f+v08r2DqvIqgKKoohiBkI0PG3FPcnYwIv8RWF/BfXydoumggG4pcTeIMBcpKz5XxRqAfmrxWo9M5h+KlCmcZsGSYNIM+PrTTxxrybd8BSBPEIw34C/bbv7LSfP6FUGY/D++/yqIDoh3aATSFMLJ0e5NmlwVNRbQnTpgi7GDYY24IhlR7N51TSwcz1t/S8Qj4xlTiPSrRtQtTokXt9CDzzjD4bf5NwD6RpBykqOu4fl49BsKdSXBpHmW/dUVDzPRH7q6ZdahHFbmbngtmWr4XeVXM5TaRGQy8xOl9ZFfXsy+VCXzFak3ZuZGxWAEdZw1KoWpTLwznPNJwR9BCCGkzHTMWzTXnHZDp5YkmDTPta+moglMhq0KgXRd044onbf4f8lUY/25FftbgpRYqAKmHxz1DeMi6eOd4XyBFHPxaJJhByPcEQB+PG58GOutun5M0bzF78fd1kSD2lpYLlzt9AMoZEBnnc8vm9t4j4mmQ6qKJJg0TjdfcMoWvvb2n34BnZksfHwyvJr7DEPxVTs1k3ehfZqS7nA39Arg1LNCVA/mvpJIuWoggaa6wkDwM+gTUMrMlDHwhQPK5FS97mw4u7Ja1dndrYuu83mSYPrPjCQYM6s1SXXChVdIRXhHkfGw2eXsYJMxfHsNj4GOjrYttnzouZ97/nfxRLzuR8dONsITAMabgYRBi0vdDYk8maPlnKknaSFdPJlbzPTVt44CWlCSohcknjw53z+hdCWIN4cvlQQTfpYkwSSyehNoIy5ffas/+JSACb0+XOAHEa82mVHmNhHMBkb8BneGbsQrSEeeTlDBSgGI88mInsd5RLCGDfAUBhMCAgT6l0b6q2D+ttS9+CUz0HlrKs5UQG7mxMjFGIKC0+33eR4y01+8dXyuiusBuqJnO0kwkmDiXUdJrc+zjivxBfJ+JEZxL8HEIXuTrciMBa1ZhbgWFv+Pzh9A2MJsmxTXCzK4XcSgYcZqRcE7pFleYpU//U+T8t3Jm5LHCYz8nfl/J/B0EfUyUZ3E3RbDtqPD/W/xWpfU0mVn1LEMoBJJMLGhTXgSY4uWNXoi8NNpx4zKLyhcHe4+IZ/pV8kMjGTsYKqdqzlzCCbsYhCEozN/quuhB1TYQKpew8Ckga4cBi//4Av/pCNeNu+8abbPZlfl4zq4n3+T3MHIHYzZNZSSelEDJDFesdd7fp3MY1KTq2KNgujWtikZaEYI1S9zuBf/Ldmq+F2V1+vQr+hrSSxCArO85I3wRyTZsyDlhUVA5AsiVVkW7kdiCpQUB7en2578caDwrZt5wkQbW6/TdT62695kaBVxPPqP11LQfexK1uibayqm6EyNXUk0+5WAxvrM4fWL/5ms/nJFzpBbgIM1ca2zyvcOdoYnGKETMf/LXt94aiL6iSPRxpppLo21Cwk0IR5z+kT6y+Q2RPjUXufZNZk6Gl7qqi7Cc4aN/0vAWgqok0vmL5TZJPsALwkmmSsxiqyWmopddKbl4TJsiGY6c0eezgfFYxgmUrS2rdWPCmnabQzaOpGQmWkafnq6YbDGoZOHz31SPKUnpQgfKIb2IhgRjQ/FnU+pu3G3pHSYY0IkwaRpQjec87txaqhDBJaKjDnjP456z7GxVBJWpBesmnYiVO1vxNhBmATHajM0fuevHO7GHZI11o0zp+0RDIU8RLRdVJkm5y1ZemWTHLkw0zRbXU+weSJmSPj8QZv0iBXmsXX61BMCin47EZL2IaUJgtR2Q9AVXa8uSdI9SJehnzYfoOhe48ZfDOUau3tRQr5fqQVl8KVLgknTHBhezqs/+ATAr6J1KY5QShgjMRE5zc/qo6TgKLOGbmkaWkZ0I+5eVvKqfSe532sbqEIi7gyBZ5uRI17+dFWdVjpnocdM/aFWRxJMGmfcW+18UCGcFukeplsVQSC6Sq7hmwJmN9c4b9AYFyQW4yWNAxzUrigILXiOY96TCXs0r6+euq8K/XYCDjJ76BS5pUpJnZQqn6dBhTQJnUuCSQKIZkV4p5cfpqjKK7EIpkse6QR+h4HRBIwbiGWrWf1yoF6AGC+ErPlnD7/3sVVmx7MpSNctBDotbH7tKIIG8vpnVr9sricJJs2z53M5A0jECTHNemZ1d4T1FsYfYgVT59lVZd7WQJVCyp/AvG1CY9ZCRznmxZdTKqF+srSRJJg0T1yziOEK+qMIiCRLChEQABPPdLgb6/r2sto1ZUQ+lP9TgHP6+hTFo5GRiaG+cYdkWmDH03821JUEk+ZZWnvBKVvktbeL7bs1zV0Pze4Y79lJmQL3orXtrsppnaRfoLByAIMjxrwxC5QCOqPE3fCA2fpDsZ4kmEGYdW91xQNEdPogdD1Uu+w04sowVLOXt7GAEo6adnfD8Fj1hvrvkmAGYQWIXYytrW0ZEY0ZhO5llwNFgKCrujJrWP2iewcqKtfbS4IZpBn2VTsvB9H1Q968f5DwT7Rbw2iasdRe33BgojKGUjtJMIM02yK/M7H+YEwz9EHST3YbHgECvCXQdpTpYs2tEEkwMXASnsq+6VPH2YDdWNWDsZ4+zcAuZPpdlXMB/QwMwZAKZjDKzDoUtKjKpOI5Cz/KTP0yTytJMH3mZNXsqrKi1sAlKmgqE7YnQGFmAndBJf6XSMWoAx0K4xMQnizxWm82G/KyKzbvsncJyp6ZtxykRtEQsFksBxfem7xUuEMBbUkwm2bZP2Pa8aSEbtSJdjFeG8zEhBWmLCQM+ykA0Aqm0LzSuiV3RVs4flfl2wzedygsrlwZo7h10UG3l7obLsqVMaVrHEOeYDaFUbgTjONB0dOhxpwUNvY5K8DqxSXK8JfJ7e7leOevmXolWL9OmtjFRDJjKhBEgkhcWur23J4xSmWRIkOaYIRzm0XRnwZjRFLnTBAN0ZetgVD56PlLvvhy1nHFozvzzgox/pH62C0EKijoOs51dghf36QOLR3CyGIB8gqAYAAcECYsg1MY3GoFTU3GvdvgjGDwex2yBCN2E8z61Ykm9jI1dQxxe3M/KbqXdHV2qkNZqqPHwXrIUbDuPtFQT/vuKwSXvYngJ8uMjzXjCxFsh/0Glp33hLrlWOjNPoRWfIzQsjeg/TTgcMWmh298FAotLdFHHtl3F2paiKxoIDAkCcbrci5WgBM3eyizcXmbGjCMe5rUrjbxFz//5OmwHXQkYO3vgaD7vWi94xroP4qAeplZ1O13RMHva6CO276fghwKob3uZgQ/ejflyuvAGmhKddm8RU+lvLMh0EGKl37mIeitrryGwCdsCuD8jaaHniCydOSx4hU3MAHQ5i9UoWCHppGVmMaD9clEJIyrRmba07LtiBOQf9IfQZbI7k3aF8vReue14AzcydCIUSia8X9Qt9sx8oIJBbHxhkugpZgkdfDnpWP23o1qa0OZt3qzT6MhRzAtM6sOJy2Y12nJ/yyemCFiate5po7Op1CFzspVAMZkymVt8VW3Qd0qRrSBUBCtt9citPLTjFuleUeVI7/qzJh6dT69AB2Nj8SsN7AKzLqmTpE7mIGh2N16yBFMcmAD/DXOh3TGKQTjSXvQChUUYtiN9RD/jlqY0fH4P9H53ycHTddIHRe6LoF14kEx9Qq++zra6m+NWW/AFRjrNWv+PvH+ARpwvzkoQBLMACbVP3PKAawpLwOUNwAxA2pKefko/ut9UIbZY8rpeGI+Op8XucMyqxRddB0sv4qd9SOw9GW0339HWpQnoteDhcHfjuhKhqewy5WPOneHuE+T8V/MT4EkGPNYha25sdq5V5Dw/mACWTT7Wlh22j3mDmZj7fnQfvphgCNOfvO831Qif2rs6BXt/7oPgf/9J/kKhJEojOsY+JpZ/4QUZRR0TADBz4wfFPAPUJQW0SykBV9UlaL3He5/f5UWxbKsk8H8LrIMqsjqeqsrFxFx5WANSFyOFlZfDGX4yKgqhD56B20P3A3e2DxYqvbrV3GUoeiym6GURTdF0r77Eq23XJEhl9TcZVIpCrFIWyLeITUGtxPTh4qiLCiuW3SP3Omk/AE1Y9ZxShURzovNLqeXgZKUdhRFuGWHnWH7zVRYd90bUCNfCwXf+C/an5gPbjX+AA9qEce6oouuhTJm64h6iCd2beWnaH+sHtziH1R9zXQuwjmIpBAAt4LwtqpYrxs2Z8ErZtrmYh25g0nSrHpdlfUEnp56q5fIClN+IdRf7QZ17NbgQAB5hx8LZdTofg0Cr72AjoUPgNs2Jmn08YuhEgeKzr0C6rb988cF3n0dvPZH8MYWaD98i9DK5V0HluwsRqaDYGfINeJB4z5nSBVJMEma7g1nV1arzHeA0WWnnwFFvCwVzboK6vid+pPMW6+g46F7B+XIoZQ4UDjzT1C375+DLiguch+6B8K4LpcKgToooOxdMn/hilwaV6yxSIKJhZDJ3/2uyie5y4AvowrlF6Dw7MsM8/u+JfTh22i97+a0+ispxSUonH1NWLudwGvPo/3hOdm8W4kx96QT8Q32Oo+woxoSJasJRsRu2aq1tGOw/UXWn37iWGuB5VtmWDJx1YijU6HrYljE/UyfEvrsQ+N+Q4/L16fvsjF3fKGiYSi+5K9QRo/rp0fni0vQ2fDwoOyo0jlnRAhpuj6rrH7xfensd7D6ymqC8bkqrmfGuNL6xj8OFoCiX5/L2QCGM9U+RwMaY34Bis67EpYJu/QTI+45xM5B++aL3r+pKtRtJ8Aybjso2+wAKiruMugj6gqD012YobduhP7zGmjffwV93U/QVq8CQsHNVcSFbuHsa437ob4l8MISdCx5FNzRPqAhDn5j6gA4SMAGJu7QdTJAElfuTGwjUop01tZayDJvWN2iqHGDBn8sydEg2wnmUQIdWeL2bDlYT4LfnDHZUWpzrEupV3Zy5hrCKK/wgqthCXMnI0im86nHoX37JWiYHdbd9oa6wy7GC494So6n6OvXIvTlZwh9/B70H78FCopQ8HtXWEfGwMvPoGPRg12hJbKsiNciBfCzjhW6Qq9B549Um77efu/iZ7NsKClTN6sJxu9yLmXG/jrjtLK5nodThlIUwSKhPRFOG4y+E+nTIJnz/wLxrN2viJ2I3xs3oUTVQ+x0dA1Q+58ejSfzh+eAtey60CWQrrP+MCnKw466hucTmYeh0iarCcZX7fwchB0HKwnWylnHlYzozPuJkDkvR6YWbl6+8URsxjzflLwEKgVef9F4Lcq252cGfCEou4x0L1qTwLCHXJOsJhi/y/kOA5PErGmEO4bXeS5M5ww21ThvUBiXp7PPZPVFZSNQePp5YV+XktVHJDniGNZ2383QvetT3VXy5YtLWi10yvC5Tz6RfOG5JzG7Caba+RQTjhfTQoAW0kO/S9fEs2vKCD/U9wBENkPN4PVi2f5XyD/FBXXr/gGeUq62phk+RR1P/juj3BZMj5voUUddw+9N1x/CFbObYFwVdzPo3O75I9DP7VrgyC3nPfVJqufUf075sRxSnkl1P6mQr249HgUnnwU1zItSKvoLK5MZoa9WoH3eP6A3Zd1OZoPD7UluHOe0AZ/ejrKaYDZMP3GGqlrqe0FGWMUh5dDSeYtSGh8yWxPYi8BUBWdeEDtAVZrWob5hHTbeegW4STzEZU1hnZXzymRu6pgTltUE01FduWMHsciy1ysei9jJ/JzXMWHCXc+kxG3Yf7bzNNZx/yYTh5ggZ0oFZeSWKLrgaoh/Z1LRfU1ovfUKw34mWwoBb9ndngP66ltbC8vhL0+2TJ7cfyQLlo/UP911gX51LfTBMqtIN75ZTTAvTZ6cv8+Ojle7L3p7gicsJsG42+72zE4GqN7p5YcpVuVPuo7JJPyNsgw5stpQfNU/oGwxNhlwJF2G9tUKIzB5FtnDaKRqh+iaZT8CHwHmnUDKKDDbjfgNYYybxZIRmUEhwjoQNWma/prFynfa5yxZmnRAM0Rgln0m/VFrqik/W2FlTkQ8GesJeKykuOQmuu1B096s66ord7SSfgQznagQDmSGsDYT3vhZWay7TUThrCszV/f2VrTe9zeEVmRP2mci6MwiIgwL2+b4sTUyTpAu8i8R83KLqj5RVKDeT7ctaIpfWGa2SACVzBoIV1UV+0uDqzdlCQivnJhIBe3EWMXE70PHtyqUzqDCm8PwM+sBYioj0HYKMJ6JxgBcnG3HoEizQ8LJ8PTzQKPHQi0dGTa9yWDMrIjxIi55A2+9gsCrzwGDmGhtMMbfs08RxgqAn4jvCUK9JxdsbbKeYMQEbahxXmdhXGnO5W6wl9Hg9U+KApSNgHXH3WHZY5IRLkH4Fonjk/AvSksRZ4fODmi+DdBWfIzgO68abgWy9EBAHKJA68B8Q+nc7E5Zm6ZVldrlIy7WLljt/IaArVLbU3ZJF97TyvBRCH74DtgfZtetWiDsYSx77QfLr3Y3Ln+FK4FRkkU43ZcR4ln6848R/Pg9hD79ALqIDRwhiFS+81TDCC/4+ovgHg6T2YV+crQlpqUlHcUV9NBDPydHYnql5ATBCMjWnn7sHnn5+cty5Ugz0GUgIsYV/+X2rmwDoSBEOITAGy91fdiRii0PqnBuLBsBdZsdjEBVIs6vIUPsckwUcUkr8klrn39sRKPj9T8j9ON30Nesiu4WoFqQd+gxsB56NNSx24DbWtF629XQVn1totdcr0IbdZ1nDpa/3UDQzRmCESD4XOWXgpWbsvcq9pepJHtpV57m8TuBVAtCq79DcOkr/UMqRJj9glNnwnboMb1+FR+/9uVnCLzzGkQA8IhxeUVMX3FtKTJFWqwgq9XwsI4awpl1cDDY9Qokdh0d7WBN63J0jFDEbkkc06x77w/LbhOhlPVOminuZdr/eXv09U1kZIS07rW/8W+y2RD471PGnU4uFQJpOvMjpfWe2OkXMmjgOUUwm0kGyl+zIXxC5HVARoAo694HAOLeZFMRyeD1dWsQ+uhd46ihr/4+7K5AxG0pubEe6D7u9OlIpI/lpvXQ1qxCaPn70NeuNo4kvH4tWNdTtjzFXQ8NHwl1y62MWLzqDjtDHbONEWcmXNF9G9A25yYjhETfIo5zwlnTsuf+sGy/I8Ql9uaiaWi96zqIYFrZVHp+jH3vE40Tq7gEZrxur/ccmi3jyjmCEcALM36ElIcZGJ4tE9FTT3KUYdi19/xyHxJmEHrTOoRWfIzQB28h9PUKcIvIEtC1LPOOcSJ/WhwxuAKdCH3/NfSfV3cFi/r6c6CzE3qnkWesi3Q628Ht7eCOtsg7ksIikC0fIkyn+BLEDkjsUsRxTexUlNLhRjS7mGlue/TQMxeSseMZvxOse+4Hy467QRnTPzJed9PgsjfRVve3zJl+AYgCDYxOYmwk4rU6k7hX0Znoe2L+2kJoDxFbmKEpRGWk09Y62LCKJMK2DIxl4Kd2aAeMcS/JCv+KnCQYMSFcW2vxrf5gLoDTSDxSZ1FRRm6B4tq7oiaz7zkcQQrBt//XdSwIBVF04TVhswnEDYGuGcG3SQsZT8naTz8aux5xBOl1vFJViPzS4uNXy0aCRCYDccSyWgEaGPTB95eifd5tsB4w2fgnbBybMAMz4g3fe2PcQ052A4K4P9GXWVUs6WjXHh1qmQVylmC6F8ryqqri0fbOv5FCZxBT1ljgFp77Z1j32De+9R4luFN8giLX5vY2tNffiuDy9zdXEqlRiv98a+z82MlSwoSczqefQEfjv0zUTH4VkUGACc/k6/hTfn1Dnzikye8vkyXmPMF0g89VVTZ/qTJOQeBGjTCRmLfJ9BcncdTJO74qoz5cgac4eogjSHcR7geGj1OMzJLp+BD0Fj9Cb76EdhHgUFwyp7EQ4NVB8x0B+7U0f74vjV1nbFdDhmB6zgBfcMoWGwOhnTQtsJOqKmNCGsaAmXQFW6tMowj65viODEX4NH3NJDKD0lRKln2ImSVBBMUx3LjMtB58pPF8KyLzD3Zpc9+C4Htv9CIYseNStxgzaKqJJ3FxnAq+9QpETOA0R8rTSv9fwAAAIABJREFUGXjIUVBwGd3x6NpBAyEDOx6SBJPIPLDLVeindWvBhvtA2ot4aVHGbmtka1S33xGKvSxqitiUKcjctYN5/xf/PLGDKb7oWojL6XQWkZkytPLTrovuFR9DXHwPRiHgC7vb0z+L3GAok2F9SoIxOSHe/5u6DbXwSuAX/yWTTZNeTeQ5su1/GCwTD+669IySizrZnYuPuG3uPyC8nzcfkUpHdOWYDpOmNtn9C3nGMeiDtxF840WExIvX4JcvHJJgws6CJJgwsIhk9j3/s4jdIV6lmtd8sJG5d+yZwV7bZC+D7aAjkHf4caDSFL3Kd7RBW7vGsKo1jiJv/Ld3WAUi2CYdAnWn3Y28SyRekkxa/saDn0gO1/H0AoSWvZlRCdp0xmdl9Z7+CafiGVyO1h3SBLNx5rF7hLSCWcw8CWC7QjScCYWGxUKPQoYJKwm3/IxdBsLvyPCWTtIxRV+3FsFP3kXo7VcRWvW1iEnQlV4kWhJ6cT8lDAMVxXgBs+xzIGwTD06OX5OmoflyV3ifqkGeFUkwkSdgSBHM+nMr9reFqEIHTiWdRzKRVXwSHNUGfpBXr8nuhfFZwRnngwqLTLYIX01b/T2CrzyL4AdvQ2/2DihvtTC0U8Zth7yjphjGcWb9mSINoPlPM8DeDQMaXyoaS4IZ4gTTVDPlFBXqLJ2x56YcRjlHrOI5O79iAIHuO9oNQ73O5zxdrzDJLKoKy4RdDevigWQxaLv3RgQ/fDuZmiVFliSYIUowvprKo4n5Bh3YJ9useeNd+QVnXQjb/ofH28yoL+5VOp6Yn3LfHbLlIf/k6bAd/GtAERmb4yudTy9AR+Mj8TVKQ21JMEOQYHyuynowT88Fz2oz30jx5X8zEtXHW0SMljb3renLT0SE/MpTkXdMZdx3M8F3XkPb3L/HO8SU15cEM4QIRrgGjHWEPgPxkAk+RaqKoiv/YcRyiacI/6W2ebfF0yQ5dRUVecdNQ375KXHJEwTT/mgduHVjXO1SXVkSzBAhmLUXnLJFXnu7OKTH96WlegWmWL5h6PZ/10HEkDFbQl98gnb3rYZNyaAU1YKCqjNgO+IE092HvliO9vl3QORSyqjC+MJRLw3tws1Jzlx28uyqsubW4DIGhI/RkCrW3fZBYfXFQH6BqXELj+j2+++E9l3/OCsRBQi3hS3GGrFbehrZifoiPIOIgCdenYStilkzfRF+oUgc7UZHDrvQUx8jf9LNl2VcJkgCrSupa9hSZBkwNQEmKjFDaa6edqzOvDzVSQRNqJNwlZwhGJ/L+Q2AbRNGIkMaiiDcIm4KCooQy+9JhFIQYRPyK0+DdeJBpkYggk21P3Sv4bNjulhtRvArpXSEYWwnYur2LgTrfodCHTOuK0PAa8+bft4WaWyLxO7LJDl2LHwAoU+WxXyOZxGi37sBgpSiRdUzjUHUiszEeKSEtnCR2x05YI7JzkSmjKay4CKFsT3ZtKMddy8RazsrS04QjP9s59Os47jIMyCWG20kcCcDbdBpJam8Xhf5bHTkESm7ieBUBIiwaIrIcTMYRnXWPSYh76QzU+o0GPr4XbTOucm0pzEVFht3JSJQVOvd1wPBQESYlS3HIr/894ahnRHsKZpRXg8pha5LTBNkXF8Zs+H13eF5GPrPa+JqmlhlbobC9fYtm6+k2pc74pUhLMj91RU3gGgWgEKxVkvdnoEZNsWrRJLrZz3BeGsqp5LOT4R5LWoV4QVDrN07vCD0Eu56ZiNqaxWqrQ0ZrgC1wlq3FqitNdJ4drsH/HzBKSMLOjvKdY1PhsITwWT+YmMAkyPi0Radf5XxIaes6Dpa//EXhFYuN91FwannwHbA4dh402XGc3asIo474tgj7Gk6n3rcFMmI41XRuX+O6w4plh49fxfJ3EQA8TSWIDPeslmUmwrnLHomVppY33lTttMDymUK6FQAmwmFgQdK3Z4z0qh30rvKaoLh2sn5vh/tnxLRdgYywiRXIb/O+KcDI68cyHbVIJzZVY7OjaERHeBpAJ0D8NhUPXtbJx2MglNcvWPLJnm6ta8+Q+sd15pOzyqcFwvP+TOUEjuaL+oTa1pRoBQVg9vawCKwd/duRVFRfM2dhi9S6+3XRM9i0HMXM+tKiOyTqSgi4l/LlTNTITq6TLEeCUFmWsukNwGkEeNnVrgFzNsTlCKCEQpTpGzo9S0yod2qqAcUz1mYPakuw6CR1QTTfHZltaaze9MgmIgW6CG6NBWXYuurp+6rQPMoRsbH5Bd13HYoPPsyKCO2SL7wTRLbH74XgVefNy3fOukQiOwEIjdRy8VnGnFpxEuVuBsysp7m5Ru/CQM6BALQfvgG7Pei8Lwrjdg17Y/VI/C//5jqz3rI0Sg87RxTdeOtFHj5GbQ/6o632aDWJ+D2ZOVVH8yBZDXB+GY434CCAwHSWadLS+cuSqkVltflbCDAmaoJy/tNJfJOOLnrg01yYCvhqNhiOAt6Tasv4uzmVZ4GYkZL7SzjnoQ3tkAX/kAi+LdIVaKoUIpLjMDevLEZ3OwzCEb4RHV4/oXOZ54w1Z86equu3VISQz6IC22RpqXtvpvBHe2m9MiESgxe/hV+2G+S+70BXxgP9niylmDaXZWHdEAXQVeHWwj7Datr/DTVYG6sqbhYY+WWVF4Aq9uMNyLmGz47Ii9RNKIRH3ggAMvW46NG2Be4iOfjjbXng9n8S6rtwCNQIHYVqgWdSx5DxwuLjXxH0Ypl5z1RdGGtUaXt7r8i+PG7pqZFHKkKzrwg5mWv/v3XCP30Q8RwEN1ZENi3AaEvVyD44VumL7RNKZriSgR0UkDdq2T+wl8C7qS4z1SKz1qC8bkq/wnwEapqPWPYnAVxvLkmDqf/bOdprOPBxCXE2VKQS9QIEV0/Gvc3IlRDhDxIoo646Gy745q48h6JGLuF5//FyGMkdgOtt9caO4JIpecxTwQH33jtBXHZrOSf+FvkTfldRPniWb7l8mpjlxTdAT5zw2pEXQFGrhf6rcPdsCDOlZKx1bOWYNbPmFJhIctOjvqGm9OFblfg8GBnuvoz24/Y9RTNumpT9sXwrYw8Qe5bYr7qiJi/4rlc3Wo7WA6cDKVPDODAGy8i8Opz0L79arN9iQh0ZTtgsmGVq/SwJhbpX0Xys9DnnyD4/pubiCHyqMTxMJr7AHvXY+PfrzJyN+VaIUJIgTprWN3C+3JpbFlLMKtmV5XNsy9orq1FKJ0T4qt2doKMW/+MKcJWRaQNEfmUwhWRKzrw4pIuT+QotinW/Q5DQcUfuiLjRQrDqWmbM0KK4491171h3euArr7Fka5vEQZvgU5wix/tj/8TIl9RpGI7/FgU/L4m4u+GY+b9d2RkTJgBLoY2QL/G4V6cQZniBjiiTc2zlmCSM/z4pXhdFd8RKON8nYZd+Q8juFOiBGM79GjkC3IpLgG3t4IKiowdR+jblcDGlq6Ur2O2BhUPMy56RewY4SwpMjYW/K66665IZIP0rYf2/TdAYaFxlyQcMYV1r7ACFulpOx6p65VTqae+sQgmsPRltM+/M+YuLP5ZHbwWzPgOFvXC0jkLPYOnRep6lgQTJ7Zel3MxMab0tlqIU0gKqouXG+vuke1Ioh2RhBtA/u+qoRQUIrDsTXS+uAQFzj8AgU60L34U+pofDI2FEaAIaiUIo/PZhV1HHiIUX36LYb0b+O+TRs5ssVsRz+0ilQl3dhikIGxcbEeeCIRCaH98HkIfv9cPhVhHpMALi9G+4P4UoJd+keJ2TQO7O6BfmS1pYBNBSRJMnKj9PKPiTJtKc/vG7Y1TTNKrC3+kvGOnRj5eRLrkFQRx5T+MJ+eOpxYYKUDEMcp26DGw7nsoAi891StFiXhCN3Y5zV4jraxBPCO3hL7h517+R8IxUhCMJry2H55j1BPpVkRaW0FQrX+7HCLtSM8iyEtE5otU2h+8G4HXX0w6dmkVSGgnYGFHfsHFWwyBHEqSYOJcXSK7QMvqD1r1LuvLjCniklU880YqkZ6pRVaCollXIvDmS8YOpPuORjhcFs68HLpvA9rqbgFEwG/xYrXbRFj23Nd4+hUvS8JpMpwLQb7zD7Bs/6su0vr8481qiYtgy857IPi/5xD85JddjHB2LKy5FJZd9oowBEbLpdOhx2HHkwmTQ0Q6s/4Ng16zEP+tuK5xRSzXgUzQO1k6SIJJAMlM9NyORTCRDO3EUUYEf+p6GeodvsF28FGwHfRriEDgwmhOeG4L+5z8384wyEPsQFqEbU3PmDJEBkkImSK9SOfLz/byZhZP3iJLpe5vQuCFJZvRt4zfGYXn/Cmiq4TYIbVceU4aPKPNLwiRcA3g5wF1vaJy17cUAgKk6QpxE7Hlp5BV/779Z9vKcQsWNJmXnDs1JcEkMJf+syvfZJ0PSKBpUpuIC1SxAxFHGUEEwps5Wml/6B4EXnuhVxUaVoK830w1jh76mlW9m4v0I/sdZsjmZj8C7/wPpFqQV/F7wzZG7GL85528+WikDB8Fyx6TYBm/k7Gr6XzlWaC9jzGqLQ+2g4+EeMLuGTLCdnQFCk6K7Ncn7nva6m9F6OsvgFAwqTgmIkw8xmnFoa1G3Pbkj4m0HyptcppgRFwNWrAgqfEVReoTa1B5msHpzZPac0UKR8Mtxnbdk+wxEcrI0abWqwgwJexI0NkzkgAh74QqhJa9AW3TZW5fYda99oftGKcRqkFv9sO6y55dOw1m+C/4vXHfrWwzHqKeeC0Sr0vBD9+JuNsQtjbipQr6L1bFRRdcHeV41KWRcEUQl8MBkavpq8/6jMMUBEmrRIT19jrPyKQJzFFBOU0w3pqK5aQrn7NOs5PhAOk/p/xYDinCuWZQYnSIewrLr3aH7bBjYNl1n4T8lYQ1rjB+61lEiAVx1yKsbyMVslhg2esA5B05xSATsXsSpWPRgwi88V9j9ySM8oIfvRv3MUY8Zxed8ycjyJbZIgJJBd99zcgyKY5wZmPPmJUfsx7Ro466hgHkiYnZQ05UyG2CmVHxCil0qDC3Z+JPVCh/L3E3PBDvzPlcvx3P3PkgEQvHyrRjJo4jtqPLYd190oBjpoQ+ehet9/UOOCVcDISXdKygTOJupXDG/0FE3RPGc+JFyXiGfvAehN5fGtXPSRm91ebn7r74F519GSx7J37iFHqLS2qxc0p6Tqfwi0ULMCaNqvf0De0X79LK+fpp/1jSiWjzedN20gPaMgBGsNpNHiotpOMTTcWLwVDw31vOe+qTcDp5XeVHEOhIguJi8IgYzi8pGZZwHMw7usLI9wzhYZ2kIgJBdSx+tJc0yx77QvgeCWdCcX8iiKO7KFuMMchNXNyKXU7gpacRXPGRYXcjLoJpmN2w0BX2M8JmRrwuGUXE8R09zojQJ7yZ++6cRBUj5W3NpVH9qEwNW1gMt200fKU6nl0ITdzVpKgwc6uD1AnkXpSOMHkpGkV6xOY0wQgIfTOm3gtFDxNtiHQQd4KxEYQOYvqJwcLW3QFGMRQUgTl/MHYsQm/b5OOQd+JvoQyzJ30liLuM1rpbDBuV7iJ2McrYbbriAYvE9eIiVaR+FfFfxD95BUbc3M7/PQvti+VdRxJFgbrVtrAdfpxBEJrICClCNnS2G5fCglSMf1r8YWPjihAPxZfdFD0Gjq4bNjbC1sZsEZkS2u68Dtr3X5ltkkA9+lGDVq+z+ujI+obUsVkCmmVSk5wnGAG2v9r5FhP2yyTgo+lifHhX3ArFMdyUyuK4InYdIhi3eGomRUHhzMtEeL+I7cXH1zrnZnBT7xQg4vijjt8Z6lbbGAQjFoje4kPos4+iHqFEyE9BNjRySyi2PGg/r4H247ddWQbCFCM8w/TZRjDxiEXE1H33NQReeRaW3ScZmSvJ7og6rm5ZwaUvG35LqS5E5Nd13OEI2m+j+fOFm7csPRAYEgRjkIyr8m0G75sNsy+eeQtnXxMx5snmMQSDxtOxuGTVVvYOh1N03hXGRxmtaN9/bYRgEPYtaS2qirxjYydeC339Odruvn5zojWRMsW63+GwHf6bmKlOgh+9g7Z7bkjbsBjcSkx/ddR7bkxbp1nQ0ZAhGDEXXlfl4wSObIueIRMmnoCHXXuPkYOoXwkFEVr+vmEYF1zxccQo/+r4nVB80bXhPZx7CBUvMO2P1PUjqJRBYctD4SkuWA88IkYwLUbrrVcgFC7+DBHU7SYYOxrLpEOhFA/rp+5gpZlViJ8oqWvM+DWWsvntI3hIEcwmkjlfAdcykJZsAYlOpLhAzSv/fVdkO5Gg/ruvup5l330d7G8Ca1pM0XnHnQRhsh+riB1M5+JH0fnyM7GqDuh3cYwqnHWlqRS34lVIGAYKY77IhQCbDdY990XeYcdCnbCzcXwSr0qtt/wZuhGYKv2FGfNK6z0z0t9z5vU45AhGTMGGc343Tgl1XEegaQCH2SZkxkSRo6zrY2TuetnZ2ByXvQflF6Lg9HNjhqHsYjDNcGoUMXS11avitmWJhpiIV2PZbR/kO081XqpiFUEMrTddGl+K2MIiI9C4Omo0gp8siyv2cCx94v1dvFYqpFxlr1t0fbxtc63+kCSY7knsqK7csQOoZugnKQqNZmbbYL0apWphKWPGoXD6RcYFrJlixID56F10vvy0sRPo+Vxtpn3POkZK2Qm7Iu83Tlh22MUUtKI/kcNI+ybbH2bID9gmOtz/TuVTVrxTkvb6Q5pgeqItjOkIwdPA+q918HgQ7AAVCIBEpseeReQJJZ1COuBXCM0gflNn2ouYd8u0ODFCb3HcKph+kWEgZ7qEQgh98QmCH7xteEMbr03Cg3qTV3VYOYoCsuVDcZQZZv/W/Q+Duu0E012KWDFtc//eKzyE+caZV5MIt9vrPLMzT7P0aSQJJgbW3Rkfe/1lRv8k52svOGWL/PaOTwfVRynKWNQddjai/Yvn4USKvrHFiAEjAlcFnvP03tkQGb5KtokHQdlyq4SN5joWPYTO/yxKRL2MbEOAz+72ZPRdX6qBkwSTRISbXZX/1MFnJlFkUkUJy2CRPVJY5iZaRE6k9rl/7/W6o5SNQOHsa437j4QKMzqeehyBp5+IvkNKSPjAGolg3NDUimBeaIOi0wRotIcqXEaYJjGEIWbkQswdKujA4iHsUiAJZmDrb3Nr7/RpTqjaI7TJLSFJYpMuRvgEiRi6lp32SEw2s5HYXlwIdxfh2V00u9bwpI67hIJodd9i3Puk3WEx5u6VRQLze+zuxvN6VhUpizeusW+vsrJrELiRmbcPl1JYRHSwgC4a5m64M25ccqSBJJgkTGTLmVWHa9bg0wDiuORIQscJihCWwvknnGy4IyRSRPqT4Htv9CIYER5T+BzFU8TzuLhzCX3a27s7HhmprEuET+11nl1j9eFzVVwPpnNBcPSvS/c73A1nxZKRq79LghngzIo7Gl915U9EHPv9dYB9Jbu58CEq+O30yClKInSYDIIRl8atd13fFWohAwsD7SE1eOjIOU/1j04eRt/VZ0zZqdCmPgJg714/E9501HkOysAhpkUlSTADgFnE5/WveX8VmMx74g2gv1Q0Fc6N+SdP7/IJMhmJYkAE09mBzucb0fHsoohWyKkYZ1wyWUChXGN3L+rKgRtH8dc4lzNjl+4mDP641N2Y4Hk0jo4ztKokmAFMTHNNxQKd6aQBiMiYpurW4w2rXyPodgyiSYhgmA2fKRGgyjAYzODCxP9zjN77SKqtTSipX5OrYo0C2lIY3JGuP+qYu3jIBqaSBJPgQm+uLj+LFapjJkuCIjKvmcVqGOSJ9K3CQI5s4Z+04yWY0Kfvo/OlZyD+LWxdMr3ooEPL3A2vJapnc03FFGbFw8zERLeXuhsuSlRWtreTBJPADP502jGjCgoK32ZgmwSaZ3wTwwJ3+x1hO+QYWHbaHSKG7uai612vPn1fkS661jCw23w0EPFzv1qB4DuvIiRM96OE48w0QEIdoa1GPDiwYN6+6orPmGgsgy8pczfWZdoY06WPJJgEkG6qcd6gMC5PoGnWNbHssLORtcA68SBAtRixe9sfq4f2+S/BqkTqk6Lz/2LEgkGLv8vb+7XnDYLJxqIS7zqsrrF3/Is4B7JhxoknkaIeFSwovHooJFiLBI8kmDgXjqjuczl/BpB1r0YJDPWXJkSw7rIXaMzWCInYtz0SoIlodiL8gshZLeKwiJSz2VwY+q9L3YtfGugY3nVNLJzkfi9yJPWBdpAF7SXBxDlJ62dMqbCQ2hDOsKqvKGYGEX2lQX8Imv6jRbXcx0BXOH5ZMhYBZrq2tL7h6oxVMIsUkwQT52R5XRUfEij2syNhPan6aSWj9nmh+zVCWPuSqj0u/A/j7FZWTyMCDFpQ6m44OY1d5mxXkmDimNrHq6psR5cG2yj6LiTIxI1au3ZhuItCn6uiBkx3gjIrt3UcMOR8VWb+tJ30w8e4l6zP+cGmeICSYOIA2D9j2vGsaE9FbMLwWS3KqUVzFkWuI0J31kyZRbp6qySZOMBPZ1Xmjnwoe+bLbAEDRl0STBwQeqsrHiCi0yM0WddZULC72RcDb03FmcTkFqmB4lBBVk0TAlZVOTHWH4o0qZLV3UiCMTl9L02enL/PBMcyJuzctwmBVpaM2XOXeC0/m2oqphCThyCcdmXJLAT4MYe78ZTM0in7tJEEY3LO1p9+4lhLgWUluCtL5ObC8NnH7jUyXnLpbt86c+oJoZD2BBNFjS1iUk1ZLQoCIlecSXcrkWv4h+d8lvEnL1iwKU2lhDYRBCTBmERNxO/tJP6Ee7wAiYBCwWJthxG3DdDq01XxGEC/NamKrJYAAjrzCkVR5oP5CgD985z0kUki7LmKP5bN8TycQHeyySYEJMGYXApraip2yWf6qPsFSTiysYYby+Z5/mxSRMRqfpfzKgZfE8ff14F2OaTaE6gDauiIkjlL3m6uqXyUmU09QRPoHbu7IWsygmbipEqCMTkrLTUVu+hMYgdjYMaMtY56zxjxl86kiIjVvK7yhQRl6kDlyPbhESAgGLTyoSPuaXzr5xknHp9HlgY2ZSZAusJadUn94n9KbBNDQBKMSdyaXJWHKOBXRXWxYHXov0mGObmQ56uuXAXirUyqIqslhAB/Za9r3FE0bampbNDB5WbEMPCDY8xe2yV6x2amj1yuIwnG5Oyur566r4X0t43dC+ApdXsqTTaNWc3vcnYwkBezoqwwMASIL3HUNd4qUtQAnR+ZDXFKoKfs7oYTB9b50GwtCcbkvPvOm7IdBdUvWIeuWqzHDJuz4BWTTaNWW39mxf6qlZbKiUgGmjFkEP3QmZ8/SdgqGUclxfKUuEszU0SOo5W86oqh7rxoBquedeS6NonYateUEYVQPgPR+/Ym64mUpOdLf7XzaSYkFn3bpO6y2i8IhEi/akTdYiOlq9flbADgNPsREPCuolovTtYfl6EwL2axHQpYRB2jcL0fj3GvaazUjKhf9E4yABHJ2vLaOsT9SzzOjxqI1ExL8ZEMPOKVYYSkjLORyBRQUufZvfty3lft/A+AY0wLIrSD6bHOgvzLR60OeZP1hybOYWRN9XjnJ2sGlgpFfWdPvddx36JzkiXbN6O8DoriMiuPdf6flodL1QBVg+gsAg/l+ftC15SLFAvvBuabzGII0MagGpjcM1vAJheQ0+LiKwYzkVez6seL1ynz/Q+tmkN5gcY90zy7qoxuW9AUd8MwDXj26WP9rc2fmTH6Es0JaLG7PSXif6+cdVzJiE7bGwSKmbMnGbpmkgzxggcF0+33eR7q1qupeuo5KvFdDDbjcsE64aayut72S/6aaROg6w8yYT/EkEPAeh3kIVvoBsfdS77JJHwyTRdJMIM0I74Zzjeg4ECT3esWqBcXuxfeJuqLj4FZXwrwL0FwTQrK9mrMeKe03tPP+E14qCus3mYqoBfjP456z7F9seBaWFrXTtulLRiamKfysdCV0SzsnBQw6WgDKe+wFni1IxD4eMuHnhNRDWWJgYAkmEFYIv4a5+2s43wzUfHEBOlMDaX1DZsN8bwu54UEGGQz1IoOvFXm9hwQbtwbZpRfrSpKzFxGzPxtaX3jdkMNu8EYrySYNKPuc5VfClZuAJkLncnEn5bWNfY6CvlqnC+BMTnNqmdGd4z1bUHt0DHzl4SNKO51lb9HUPaJoWyLY9NxMzMGlbtaSIJJ49x2xYDBPLM+Rwxe7nA37tHXHcFXU+kDsz2NqmdMV0QIatD+WFa35NFwSomXOVt7++poITBEWtjVXuuoXRcs2JgxA8tRRSTBpGlim2ZUnKsqdFe3L1O0bsW5n5hvcdQ3/qlvvZYzqw7XrKHngbietn8RQ/wToLRBUbaBpg1aAPJNT8zvqyrPK7YEHvJ35v8d4BlmpkPX9TllcxdHfM3zVVfcRESXRTGia/3Ra91SEowZtAdWRxLMwPCL2bqLEIJzibCDiEcSszC+UNhyacncJxrD1fW7Ku5mpnPM3N/0a094Hpw3c11e87qRbBluCagTAuByIuU4Yt4+pm7JrRBUteA+w+Y9ZSRY+uaMyY7hNvsruomA6grxEyV1jVXR1PHVVDSBqTRcHQa3rvbaJMEkdz7DSpMEkyKQDX8XClxHjEoGRw0mRTAsWjaC6KF11vY/TbjrmYjJm/2uyrcZvG8Can9g91r3j2QY5q+p/JKZx5uXSx3M+nqFSBj+hRj8MzGGM2OCGfIjkA41dLB9zpKl3X16p5cfRqoi8hFFfW6O9JLUU3d/dcXDTPQHSTDmZzQVNSXBJBFVrp2c710zrFKFOguM3XRgWGSAhZ0WBRj8jR6iBnIodaV/X/RdLHV8LqeIdD88Vr2evzNzq4O2GEVud8QkYC01lVM1ZpFSJeaxiYBOTef/84f8/9pu/su+Xh+2q/JJBp8QSz+xmVPA99jdjef1bu8UT80XRmvPwJelbs+EaHVaZlYdrmnB54D+2RvkDibW7CTvd0kwycMS3mqnOAr9sWcgbxKhY4xlpZgJAAANhUlEQVQLBwZB6WRwC5g+UQme9QHvg30/0Fjq+GoqgmAyHyicSRimneCoa3g+hmylyVXxqQL6VSwdAKxr2agePO6RhSv71t20CzHlCMrQl5W6F0/sK8PncnYginc5EX1tr2uIudvyVld8TUThnqPlHYyJSU5GFUkwyUCxjwyurbUALxsk8PLLwLqRI/WqBQtC4v8PJEDVhnN+N86idX7LbMpitUsrxp8d9Z4bzQxzU6YDE8GVKMjgS0vdntv7yhW7uObVpd5Yx8JN7XxfYtXYvh7Kza7KJ/XouyBh1eyIhaXXVfkPAs8OM/b2H+UrkpklMeA6kmAGDGH6BBgxaRR9KdhsFgJeH4S6x0j3ojVmtPy52rmXjSBi3sR2voxAXFxVZfOXBpcD2CFWnwxuduQFxlGfOycjNEZA/SrSi5vRbszew2MFgfK5KqsAfqzvnQ4DvlK3J+wFcCyd5e/xISAJJj68BrV2c3X5WTqUuWYuUQ1FNwVYMqs0u6aMaIHlvzp491htGHRbqbvhon47GEDxVTtfIcIhsWQQkb+kybIVhbFH8bkq1gC0ZXgZ5LeP2XNEbIL57XjmzteJsEVPOcS0zl7fMCqWfvL3gSMgCWbgGKZNgvDmhq7PNNmhzx5wbEfz5/e6hI3V1uuqfJzAUZ+Au2TQIoe7YVo4ed5qp0iNOyvW4tJBP5aO2XPbcEThqymvg664wodRMEcwQjd/TeVrzHxwTz3DWUfHwkX+nhgCsdZAYlJlq6QjYNxt/OhYZDY4FTHuttd7ZsWrSLOr8m86+JJY7YjodXtdQ9hdipFil7QnY+60Ijgdir590088EhbLs+D+mS8Z8DvcnrJYdzBCTrOr4j4dVNOLYHQ8UDrXc0asMcrfB46AJJiBY5gWCVxVVdw8PPg46yai3zHY7vZYiOLPeLDhnJMOUkOh12MOinmpo74xrDe4QQ6qRTwRR7ZnMd6p6U+OuoabI/Xld1Vu4HAe4wyfo97cHUpLTfnZGitzevShMeiiUnfDnTHHKCsMGAFJMAOGMD0C4iIY4p8cdY2jE9HMcMaEEvGj75YZLRC2QTCK5floOxgi7igZ7S+l2pfFk3TY4nc5P2fAyATQsxDjO3u9Z1sz4/PWVE4l5oU96vpULXhotwWxGRmyTuIISIJJHLu0toyLYHRljmNuYpH3/C6n8JfqZfwWdqC6/nfH3MUXh/utZUbFuZpCd0cDiJlfKq1v/HW0Or4a53/AOKZfHaJvHXUNpsItiNS8gZD+ZHfKWCL61F7XMOQCdaV1sfboTBLMYCEfZ78vTZ6cv88EE3cwDFYV3m1YXeOncXZhVPdVO58F4TfR21JQZ+38svrF94Wr53U55xFwVkQZzB0arEcOr3/ijWj9eF3O+QTDcLH3Dkahpfb7GkwF62qqqZiisOLpjlLHjLtK6z3nJ4KNbBM/ApJg4sdsUFowoDTXOB9gxqnRFBAhJe1ujy0RJb3Tp24DVX+RgKhWskxo7wBPGh2GxISePpfzXQL2jqgDUYOj7pcAWpHqRTKUI+B2u9sTzoCunyhBMCpoETMsIoVsMKhPHnG/jKGbyPpIpI0kmERQG6Q2G6rLz7KQMjd6yAf+yuFujGnkFm4IwpDPSvpzDDiiDpH4W0dd+IhwYqe1944OEbe4IJwM4RdlUbCfmR1Wi6vyfI35jj5P1QEF5CpxNzxgZhqMHYxODSLAF4M+cXgtE2UmADPIJaeOJJjk4JgWKYYDXyj4UtTL0wFkIVw/Y0qFqige4d0ddZdEuMNe5wnrkCgCoze3BteHI0EhVSGaNqyuYZEZwDbWTDslxNq/ekX7J/ZaFMvk4jkLRWbGmKXriETiktfKwOxw7g0xhcgKCSMgCSZh6NLfcJ1r6mgL9B8iRmsj6KpO1w+rb7g6Ee18Myv+DI3+Gr0td2ps/XWk+5NNT9QvhN+94EuHz7qr2R1Em6uyqpP539SD8UTyM7vbYzpcRdcOBo+DSLcXFGxPdzy6NhFsZJvEEJAEkxhug9bKV+0MRYrnK8IotBHvE+5uxIzCvurKRSCOmnNbYXqwpL6h38Vrt/yW6sprNOK/hOmPQ0E+MJ77D79r6u911v5F3U9AxlZGucbuXhQzsHd3/15X+REKFA8Yr9nrPTHDSJjBSdYxj4AkGPNYZURNb7WzlQiF4ZQxfHvqGkxZuIZr762uWE5Eu0QaqLhADkDZJpLzpLA29q9xLAbj6J4yjA0I4T57XYNZNwej+UaX88IQ47buExuBOxUtNCkeG5bVZ0zZqcCqLgl0dkzb4sFnTR2rMmKic0QJSTBZNpH+audbXcnB+hcGe0vdjQnlSmqdecLEkGZ9hoGRkSGh+x3uhojPzyKZXHNr8zsM9DLyY+bVjrF7bxPLObFvv/6ayjnMfHb3f2fmF0rrG3uRV6zpY5er0Id114dzzIzVVv4+cAQkwQwcw7RK8FVX3sLEF4ebOJF32V7nSciIrLmmYorOJEIbhN0dAYiZ6mNT/GER8rKneqwHtT+U3R8+C0A08ATBgLmm+8K4DdrIMe4lIqJfXKX5vGk7ldy9MGyak7gEycpxIyAJJm7IBreB4Uioao3hnAAJvNzubtwtEQ2bXBU3KqB+WQyELCN+rsJn9EzXGq6PppoppyisPtLrN8KLjjrPUYno5HNVLgTYSDhHTEvt9eaM6xLpS7ZJDQKSYFKDa0ql+lxOEbt3676dDMQMvslV8agC+l04xRm0uNTdUBFrUN4ZzgtJ+SXjJDEFFIvlmGFzFpgKodlXvjDYA2MiFITsnY6R8YaeiKWv/D31CEiCST3GSe/BW13xABGdnkyC8c6oeIUUOqyvTHF/UlrfONbMIPwu51UMXNtdlxmvltZ7+sk0I0vU8VY7vyXC1jpRXVmcF8Rm+5D1UouAJJjU4psS6eIookJ9UJi/9+xgIDsYr8u5kvqEuSRCCJpaYZ+78GkzA/G7ymsZSpcNjvAZULi8pK5xiZm2fevU1sJy4eqKFToQunNM4261tTBiGsuSXQhIgsmu+er6dkVsmLLQB33zGCWdYIB3S9ye/c0EdhJ69SQY8aQdtPKhI+5JzO/HO718b1ZpekdAvztSHuosnLohp7IkmCyd8r73HWIYAyEYX03FGnDvGLg6ab+PlAM6HGxel/NCwuY7mLagGjxs5Jyn3stSiKXaSUBAEkwSQBwMEcJtwAptBUAl3f0PiGCqnV7QL06ORPRTSaFlV7ptgXBcNFWEL5OFVI/xSE3sDVlwXKI7GFMdykoZj4AkmIyfosgKbkr0Nn2gBMO1sPhXV2zoSVY6uK7M3bjZyM0MTCJdLnPHh0RUxIy1OixTY8V8MSNX1sleBCTBZO/coWX6CbtpqvXD7ti3xPjMXu+JaOofaaiCYJpXO9f1DNOggw4tcze8Fi88vhrnS2BMBvgnja3TJMHEi2Bu1ZcEk+Xz6auuuAlEl4lhMNHXpSZSqvYdcl+CEa9HJTzKHi2XdSTYNpxdWa3q7CZgbYjlDibLl9eA1ZcEM2AIB1+Ar6aiCUylIql7qbuxOF6NBMH4VjubCBi2qe0HDrcnckS6KB0YmR0doY0MfaXNYju9aM4Ceckb74TkUH1JMDkwmetryq+0QLmGmNpK3A12s8/KPYfudzlXb3ZSjCOfdTj4DENAhSYUKnkX2eb8e2kOQCyHkCACkmASBC7TmvmrK98E6SNLimz7xfPy0z0On8u5DJvi6CoBdeeS+Yk7B4qwDb7VjnsKmG7Or2/4ItOwkvqkDwFJMOnDOqU9bTjnd+OgdbiCoeC/t5z31CfxduZzlS8EK1OJSC+pa7AmkrStZ58iTEIidzjx6i3rZzYCkmAye37i1k5Y6Cd2RCq/mqFeDPB6h9tjKudQ3MrJBkMOAUkwQ27Kww94/bkV+1uDyl1gaDIsglwUyUJAEkyykMwBOc3V5WfpUHd21DdckgPDkUPIAAQkwWTAJEgVJAK5ioAkmFydWTkuiUAGICAJJgMmQaogEchVBCTB5OrMynFJBDIAAUkwGTAJUgWJQK4iIAkmV2dWjksikAEISILJgEmQKkgEchUBSTC5OrNyXBKBDEBAEkwGTIJUQSKQqwhIgsnVmZXjkghkAAKSYDJgEqQKEoFcRUASTK7OrByXRCADEJAEkwGTIFWQCOQqApJgcnVm5bgkAhmAgCSYDJgEqYJEIFcRkASTqzMrxyURyAAEJMFkwCRIFSQCuYqAJJhcnVk5LolABiAgCSYDJkGqIBHIVQQkweTqzMpxSQQyAAFJMBkwCVIFiUCuIiAJJldnVo5LIpABCEiCyYBJkCpIBHIVAUkwuTqzclwSgQxAQBJMBkyCVEEikKsISILJ1ZmV45IIZAACkmAyYBKkChKBXEVAEkyuzqwcl0QgAxCQBJMBkyBVkAjkKgKSYHJ1ZuW4JAIZgIAkmAyYBKmCRCBXEZAEk6szK8clEcgABCTBZMAkSBUkArmKgCSYXJ1ZOS6JQAYgIAkmAyZBqiARyFUEJMHk6szKcUkEMgABSTAZMAlSBYlAriIgCSZXZ1aOSyKQAQhIgsmASZAqSARyFQFJMLk6s3JcEoEMQEASTAZMglRBIpCrCEiCydWZleOSCGQAApJgMmASpAoSgVxF4P8BJDBLwZvO5hIAAAAASUVORK5CYII="/>
          <p:cNvSpPr>
            <a:spLocks noChangeAspect="1" noChangeArrowheads="1"/>
          </p:cNvSpPr>
          <p:nvPr/>
        </p:nvSpPr>
        <p:spPr bwMode="auto">
          <a:xfrm>
            <a:off x="1136576" y="5007196"/>
            <a:ext cx="666750" cy="676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" name="AutoShape 6" descr="data:image/png;base64,iVBORw0KGgoAAAANSUhEUgAAARgAAAEcCAYAAAAcH6uaAAAAAXNSR0IArs4c6QAAAp50RVh0bXhmaWxlACUzQ214R3JhcGhNb2RlbCUzRSUzQ3Jvb3QlM0UlM0NteENlbGwlMjBpZCUzRCUyMjAlMjIlMkYlM0UlM0NteENlbGwlMjBpZCUzRCUyMjElMjIlMjBwYXJlbnQlM0QlMjIwJTIyJTJGJTNFJTNDbXhDZWxsJTIwaWQlM0QlMjIyJTIyJTIwdmFsdWUlM0QlMjIlMjIlMjBzdHlsZSUzRCUyMnZlcnRpY2FsTGFiZWxQb3NpdGlvbiUzRGJvdHRvbSUzQnNrZXRjaCUzRDAlM0JodG1sJTNEMSUzQmZpbGxDb2xvciUzRCUyM0YwNjY1MCUzQnN0cm9rZUNvbG9yJTNEJTIzZmZmZmZmJTNCdmVydGljYWxBbGlnbiUzRHRvcCUzQmFsaWduJTNEY2VudGVyJTNCcG9pbnRzJTNEJTVCJTVEJTNCcG9pbnRlckV2ZW50cyUzRDElM0JzaGFwZSUzRG14Z3JhcGguY2lzY29fc2FmZS5jb21wb3NpdGVJY29uJTNCYmdJY29uJTNEdGhyZWF0MSUzQnJlc0ljb24lM0RteGdyYXBoLmNpc2NvX3NhZmUudGhyZWF0LnRocmVhdF9hNiUzQiUyMiUyMHZlcnRleCUzRCUyMjElMjIlMjBwYXJlbnQlM0QlMjIxJTIyJTNFJTNDbXhHZW9tZXRyeSUyMHglM0QlMjItMjAwMCUyMiUyMHklM0QlMjI5NjAlMjIlMjB3aWR0aCUzRCUyMjQ5JTIyJTIwaGVpZ2h0JTNEJTIyNTAlMjIlMjBhcyUzRCUyMmdlb21ldHJ5JTIyJTJGJTNFJTNDJTJGbXhDZWxsJTNFJTNDJTJGcm9vdCUzRSUzQyUyRm14R3JhcGhNb2RlbCUzRV5Rg9QAACAASURBVHhe7V0HeFvV2X6/eyV5xpKdAUkIK4SyV8JeoYyyYssJpqUFCiSWCRAg/IxSoJhRRqFlEywnJYwCJSSWE1YZBcoKK8xAIOxAQkhiSXa8JN37/c+5joOHxpUsyZJ8zvPw0KJzvvOd95z7+oxvEGSRCEgEJAIpQoBSJFeKlQhIBCQCkAQjF4F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0BWI+CvmTbBXrdwZVYPIoeVlwSTw5M7FIbmrXYucRQWzKA7Hl07FMabbWOUBJNtMyb17YWA1+X8UgW/MMzdeA4BuoQnsxCQBJNZ8yG1iQMBBhS/q/J7AHbW9fNL5zbeH0dzWTUNCEiCSQPIsovUIMC1tRbv6g++V4DRAFY53J6tU9OTlJooApJgEkVOtht0BPoQDBNwtd3tuW7QFZMKbEZAEkwGLwaeXVW2trltTLFitbAeDMFi0UPFamsglNfR5l/TuW3ryDZasCCQwUNIqWp9CAYErLa7PWNT2qkUHhcCkmDigis9ldk1ZYSflcdBdETYHhkaEdoAtDDjEyLlgRL3oscy+ZKzqaZiSlld45JkIhiGYKCDLih1N9yZzH6krMQRkASTOHYpb+mrdl7OoNkgHhltohgQf70Z4BaF8Jwe0u5zzHvyxZQrGKMDrqoqbi4NPaYz78bES8vcjb9Lpk59CaZLNv3ocDdslcx+pKzEEZAEkzh2aWkpjkn+1sBFAF0KwGqmUyKEWMeHrGgPlNYtuctMm2TW4dqq4ubV2sU69IsIGEZApwqUF7s9zyW1H0DxVVesIqIxm+Uy0BbUdh4zf8mKZPYlZSWGgCSYxHBLe6ufZ5x4vFWx1BEQz19ncfG50gblmgL3okfSobR3evneiqo8qQNjeiyu7x1uzzap6N/nqvQBbO8pm5kfLK1v/GMq+pMy40NAEkx8eA1qba6dnO9f43gSjCPjUUTsaHQdzzrcngqi1Bmjbag+6SALaS8yOL+Hfkyk/MVet+j6eHQ2W9frcoYIUHsRDNDiCDi2pvnzfWblyHqpQUASTGpwTalU34zyW6GQODbFNX/ilaXE7RmXistg/4xpx7OiLwFY6Tl4AnW0IjRujHvJ+mSDIi7Dfayu64cCA2TRDrTPWbI02X1KefEhENcCjU+0rJ1KBHznnngkBy3PEdDrg47VJzO3QlFOL61rWBSrrtnffTWVR4PxFMD974gIbzrqPAeZlRVPveYZJ1WwGvKwuOXuW5huddQ3XBKPPFk3+QhIgkk+pmmT6KuuuAlElyXQYTtZ9Kn2exc/m0DbXk2WV1UVj3EE1xKhMKws4kscdY23DrSfcO391c6nmHB8WNnMSx31jQemol8p0zwCkmDMY5VxNZmhNJ9d/ijrysninTqeQqCm5iLLhHG3LWiKp13fur5q5/MgHBVOBgP+IGPyqHrPBwPpI6xsl6vQj59/AjAsPLHRD/k6jsyvb/gi2X1LeeYRiHNZmhcsa6YPAb+rci2DR8Xbo868uqy+MWHLV5+rsopZ/zdR+LsgJvqktK5h93j1MlO/ZfoJu2mq9eModYMBTS8fNW/guzQz+sg64RGQBJMDK8M/c8oBrFle73vBamZoBHrK7m440UzdnnW4qsrmLw2KQE8RHQwZ8JS6PZXxyjZT31ddeQuIL45al/FnR73nRjPyZJ3UICAJJjW4pl2qv6ZyDjOfnUDHDGvoaMc98Vn++qZPnQFVrx+MD3yda+poK+kfgTEiWv8EvdbuXnxNApjIJklCQBJMkoAcbDHrZ5841tpq+ZiB0nh10RmflY717UO1L3eYbet3OZcysH+0+opCrpL7GqKTkNkOe9Tzzaj4MxT6a6ymBNxtd3tmxaonf08dApJgUodtTMnGC0yJNrx03qLvYlY2UcHvct7GwIUmqvarwrpycencRX8307bJVXmISvrzzNTToK5XU7GwdOKzSuuSGwRqVVVVWbEjuIwIMS2DFeInSuoaq8yMSdZJDQKSYFKDa0yprTOrJgb14F0WRm2yfHS806duQ4r+AQiOmAr0qUDM35T4bDuZCf9g5v5D2KZYFJo2LIn2NkJls7sXY3iMFxz1nqPjxSKe+sLYj1JgRBiPDplcVxLMIM2O/2zn06zjaCsrBxXVL3onWWp4q8s9REpFAvJ0C6mnFtctfDRWW2+181UiHBKjXiAU5MNG3N/4Vix5Zn8XrhLe1Y6vN0Wwi92M8Zyj3vOb2BUTr7HR5bywCMq/yb1oTeJScrelJJhBmNuWmVWHa6Gg8Cy2tfisw8ctGJgtSs8h+Fy/HQ90fpnIsBhYUur2lMdq66upWAOmLaPVI6A1xJZjhtc/8UYseWZ/97oq/wHos8mk0Q+DFpS6G042Kz+Rel6Xcz4zWsrq5V1POPwkwSSyqgbYxldT+QqYDwOYHe7GuEz9Y3Vt3FGUBlcRIljWRhVATXZ3g4g9EzE6f+v08r2DqvIqgKKoohiBkI0PG3FPcnYwIv8RWF/BfXydoumggG4pcTeIMBcpKz5XxRqAfmrxWo9M5h+KlCmcZsGSYNIM+PrTTxxrybd8BSBPEIw34C/bbv7LSfP6FUGY/D++/yqIDoh3aATSFMLJ0e5NmlwVNRbQnTpgi7GDYY24IhlR7N51TSwcz1t/S8Qj4xlTiPSrRtQtTokXt9CDzzjD4bf5NwD6RpBykqOu4fl49BsKdSXBpHmW/dUVDzPRH7q6ZdahHFbmbngtmWr4XeVXM5TaRGQy8xOl9ZFfXsy+VCXzFak3ZuZGxWAEdZw1KoWpTLwznPNJwR9BCCGkzHTMWzTXnHZDp5YkmDTPta+moglMhq0KgXRd044onbf4f8lUY/25FftbgpRYqAKmHxz1DeMi6eOd4XyBFHPxaJJhByPcEQB+PG58GOutun5M0bzF78fd1kSD2lpYLlzt9AMoZEBnnc8vm9t4j4mmQ6qKJJg0TjdfcMoWvvb2n34BnZksfHwyvJr7DEPxVTs1k3ehfZqS7nA39Arg1LNCVA/mvpJIuWoggaa6wkDwM+gTUMrMlDHwhQPK5FS97mw4u7Ja1dndrYuu83mSYPrPjCQYM6s1SXXChVdIRXhHkfGw2eXsYJMxfHsNj4GOjrYttnzouZ97/nfxRLzuR8dONsITAMabgYRBi0vdDYk8maPlnKknaSFdPJlbzPTVt44CWlCSohcknjw53z+hdCWIN4cvlQQTfpYkwSSyehNoIy5ffas/+JSACb0+XOAHEa82mVHmNhHMBkb8BneGbsQrSEeeTlDBSgGI88mInsd5RLCGDfAUBhMCAgT6l0b6q2D+ttS9+CUz0HlrKs5UQG7mxMjFGIKC0+33eR4y01+8dXyuiusBuqJnO0kwkmDiXUdJrc+zjivxBfJ+JEZxL8HEIXuTrciMBa1ZhbgWFv+Pzh9A2MJsmxTXCzK4XcSgYcZqRcE7pFleYpU//U+T8t3Jm5LHCYz8nfl/J/B0EfUyUZ3E3RbDtqPD/W/xWpfU0mVn1LEMoBJJMLGhTXgSY4uWNXoi8NNpx4zKLyhcHe4+IZ/pV8kMjGTsYKqdqzlzCCbsYhCEozN/quuhB1TYQKpew8Ckga4cBi//4Av/pCNeNu+8abbPZlfl4zq4n3+T3MHIHYzZNZSSelEDJDFesdd7fp3MY1KTq2KNgujWtikZaEYI1S9zuBf/Ldmq+F2V1+vQr+hrSSxCArO85I3wRyTZsyDlhUVA5AsiVVkW7kdiCpQUB7en2578caDwrZt5wkQbW6/TdT62695kaBVxPPqP11LQfexK1uibayqm6EyNXUk0+5WAxvrM4fWL/5ms/nJFzpBbgIM1ca2zyvcOdoYnGKETMf/LXt94aiL6iSPRxpppLo21Cwk0IR5z+kT6y+Q2RPjUXufZNZk6Gl7qqi7Cc4aN/0vAWgqok0vmL5TZJPsALwkmmSsxiqyWmopddKbl4TJsiGY6c0eezgfFYxgmUrS2rdWPCmnabQzaOpGQmWkafnq6YbDGoZOHz31SPKUnpQgfKIb2IhgRjQ/FnU+pu3G3pHSYY0IkwaRpQjec87txaqhDBJaKjDnjP456z7GxVBJWpBesmnYiVO1vxNhBmATHajM0fuevHO7GHZI11o0zp+0RDIU8RLRdVJkm5y1ZemWTHLkw0zRbXU+weSJmSPj8QZv0iBXmsXX61BMCin47EZL2IaUJgtR2Q9AVXa8uSdI9SJehnzYfoOhe48ZfDOUau3tRQr5fqQVl8KVLgknTHBhezqs/+ATAr6J1KY5QShgjMRE5zc/qo6TgKLOGbmkaWkZ0I+5eVvKqfSe532sbqEIi7gyBZ5uRI17+dFWdVjpnocdM/aFWRxJMGmfcW+18UCGcFukeplsVQSC6Sq7hmwJmN9c4b9AYFyQW4yWNAxzUrigILXiOY96TCXs0r6+euq8K/XYCDjJ76BS5pUpJnZQqn6dBhTQJnUuCSQKIZkV4p5cfpqjKK7EIpkse6QR+h4HRBIwbiGWrWf1yoF6AGC+ErPlnD7/3sVVmx7MpSNctBDotbH7tKIIG8vpnVr9sricJJs2z53M5A0jECTHNemZ1d4T1FsYfYgVT59lVZd7WQJVCyp/AvG1CY9ZCRznmxZdTKqF+srSRJJg0T1yziOEK+qMIiCRLChEQABPPdLgb6/r2sto1ZUQ+lP9TgHP6+hTFo5GRiaG+cYdkWmDH03821JUEk+ZZWnvBKVvktbeL7bs1zV0Pze4Y79lJmQL3orXtrsppnaRfoLByAIMjxrwxC5QCOqPE3fCA2fpDsZ4kmEGYdW91xQNEdPogdD1Uu+w04sowVLOXt7GAEo6adnfD8Fj1hvrvkmAGYQWIXYytrW0ZEY0ZhO5llwNFgKCrujJrWP2iewcqKtfbS4IZpBn2VTsvB9H1Q968f5DwT7Rbw2iasdRe33BgojKGUjtJMIM02yK/M7H+YEwz9EHST3YbHgECvCXQdpTpYs2tEEkwMXASnsq+6VPH2YDdWNWDsZ4+zcAuZPpdlXMB/QwMwZAKZjDKzDoUtKjKpOI5Cz/KTP0yTytJMH3mZNXsqrKi1sAlKmgqE7YnQGFmAndBJf6XSMWoAx0K4xMQnizxWm82G/KyKzbvsncJyp6ZtxykRtEQsFksBxfem7xUuEMBbUkwm2bZP2Pa8aSEbtSJdjFeG8zEhBWmLCQM+ykA0Aqm0LzSuiV3RVs4flfl2wzedygsrlwZo7h10UG3l7obLsqVMaVrHEOeYDaFUbgTjONB0dOhxpwUNvY5K8DqxSXK8JfJ7e7leOevmXolWL9OmtjFRDJjKhBEgkhcWur23J4xSmWRIkOaYIRzm0XRnwZjRFLnTBAN0ZetgVD56PlLvvhy1nHFozvzzgox/pH62C0EKijoOs51dghf36QOLR3CyGIB8gqAYAAcECYsg1MY3GoFTU3GvdvgjGDwex2yBCN2E8z61Ykm9jI1dQxxe3M/KbqXdHV2qkNZqqPHwXrIUbDuPtFQT/vuKwSXvYngJ8uMjzXjCxFsh/0Glp33hLrlWOjNPoRWfIzQsjeg/TTgcMWmh298FAotLdFHHtl3F2paiKxoIDAkCcbrci5WgBM3eyizcXmbGjCMe5rUrjbxFz//5OmwHXQkYO3vgaD7vWi94xroP4qAeplZ1O13RMHva6CO276fghwKob3uZgQ/ejflyuvAGmhKddm8RU+lvLMh0EGKl37mIeitrryGwCdsCuD8jaaHniCydOSx4hU3MAHQ5i9UoWCHppGVmMaD9clEJIyrRmba07LtiBOQf9IfQZbI7k3aF8vReue14AzcydCIUSia8X9Qt9sx8oIJBbHxhkugpZgkdfDnpWP23o1qa0OZt3qzT6MhRzAtM6sOJy2Y12nJ/yyemCFiate5po7Op1CFzspVAMZkymVt8VW3Qd0qRrSBUBCtt9citPLTjFuleUeVI7/qzJh6dT69AB2Nj8SsN7AKzLqmTpE7mIGh2N16yBFMcmAD/DXOh3TGKQTjSXvQChUUYtiN9RD/jlqY0fH4P9H53ycHTddIHRe6LoF14kEx9Qq++zra6m+NWW/AFRjrNWv+PvH+ARpwvzkoQBLMACbVP3PKAawpLwOUNwAxA2pKefko/ut9UIbZY8rpeGI+Op8XucMyqxRddB0sv4qd9SOw9GW0339HWpQnoteDhcHfjuhKhqewy5WPOneHuE+T8V/MT4EkGPNYha25sdq5V5Dw/mACWTT7Wlh22j3mDmZj7fnQfvphgCNOfvO831Qif2rs6BXt/7oPgf/9J/kKhJEojOsY+JpZ/4QUZRR0TADBz4wfFPAPUJQW0SykBV9UlaL3He5/f5UWxbKsk8H8LrIMqsjqeqsrFxFx5WANSFyOFlZfDGX4yKgqhD56B20P3A3e2DxYqvbrV3GUoeiym6GURTdF0r77Eq23XJEhl9TcZVIpCrFIWyLeITUGtxPTh4qiLCiuW3SP3Omk/AE1Y9ZxShURzovNLqeXgZKUdhRFuGWHnWH7zVRYd90bUCNfCwXf+C/an5gPbjX+AA9qEce6oouuhTJm64h6iCd2beWnaH+sHtziH1R9zXQuwjmIpBAAt4LwtqpYrxs2Z8ErZtrmYh25g0nSrHpdlfUEnp56q5fIClN+IdRf7QZ17NbgQAB5hx8LZdTofg0Cr72AjoUPgNs2Jmn08YuhEgeKzr0C6rb988cF3n0dvPZH8MYWaD98i9DK5V0HluwsRqaDYGfINeJB4z5nSBVJMEma7g1nV1arzHeA0WWnnwFFvCwVzboK6vid+pPMW6+g46F7B+XIoZQ4UDjzT1C375+DLiguch+6B8K4LpcKgToooOxdMn/hilwaV6yxSIKJhZDJ3/2uyie5y4AvowrlF6Dw7MsM8/u+JfTh22i97+a0+ispxSUonH1NWLudwGvPo/3hOdm8W4kx96QT8Q32Oo+woxoSJasJRsRu2aq1tGOw/UXWn37iWGuB5VtmWDJx1YijU6HrYljE/UyfEvrsQ+N+Q4/L16fvsjF3fKGiYSi+5K9QRo/rp0fni0vQ2fDwoOyo0jlnRAhpuj6rrH7xfensd7D6ymqC8bkqrmfGuNL6xj8OFoCiX5/L2QCGM9U+RwMaY34Bis67EpYJu/QTI+45xM5B++aL3r+pKtRtJ8Aybjso2+wAKiruMugj6gqD012YobduhP7zGmjffwV93U/QVq8CQsHNVcSFbuHsa437ob4l8MISdCx5FNzRPqAhDn5j6gA4SMAGJu7QdTJAElfuTGwjUop01tZayDJvWN2iqHGDBn8sydEg2wnmUQIdWeL2bDlYT4LfnDHZUWpzrEupV3Zy5hrCKK/wgqthCXMnI0im86nHoX37JWiYHdbd9oa6wy7GC494So6n6OvXIvTlZwh9/B70H78FCopQ8HtXWEfGwMvPoGPRg12hJbKsiNciBfCzjhW6Qq9B549Um77efu/iZ7NsKClTN6sJxu9yLmXG/jrjtLK5nodThlIUwSKhPRFOG4y+E+nTIJnz/wLxrN2viJ2I3xs3oUTVQ+x0dA1Q+58ejSfzh+eAtey60CWQrrP+MCnKw466hucTmYeh0iarCcZX7fwchB0HKwnWylnHlYzozPuJkDkvR6YWbl6+8URsxjzflLwEKgVef9F4Lcq252cGfCEou4x0L1qTwLCHXJOsJhi/y/kOA5PErGmEO4bXeS5M5ww21ThvUBiXp7PPZPVFZSNQePp5YV+XktVHJDniGNZ2383QvetT3VXy5YtLWi10yvC5Tz6RfOG5JzG7Caba+RQTjhfTQoAW0kO/S9fEs2vKCD/U9wBENkPN4PVi2f5XyD/FBXXr/gGeUq62phk+RR1P/juj3BZMj5voUUddw+9N1x/CFbObYFwVdzPo3O75I9DP7VrgyC3nPfVJqufUf075sRxSnkl1P6mQr249HgUnnwU1zItSKvoLK5MZoa9WoH3eP6A3Zd1OZoPD7UluHOe0AZ/ejrKaYDZMP3GGqlrqe0FGWMUh5dDSeYtSGh8yWxPYi8BUBWdeEDtAVZrWob5hHTbeegW4STzEZU1hnZXzymRu6pgTltUE01FduWMHsciy1ysei9jJ/JzXMWHCXc+kxG3Yf7bzNNZx/yYTh5ggZ0oFZeSWKLrgaoh/Z1LRfU1ovfUKw34mWwoBb9ndngP66ltbC8vhL0+2TJ7cfyQLlo/UP911gX51LfTBMqtIN75ZTTAvTZ6cv8+Ojle7L3p7gicsJsG42+72zE4GqN7p5YcpVuVPuo7JJPyNsgw5stpQfNU/oGwxNhlwJF2G9tUKIzB5FtnDaKRqh+iaZT8CHwHmnUDKKDDbjfgNYYybxZIRmUEhwjoQNWma/prFynfa5yxZmnRAM0Rgln0m/VFrqik/W2FlTkQ8GesJeKykuOQmuu1B096s66ord7SSfgQznagQDmSGsDYT3vhZWay7TUThrCszV/f2VrTe9zeEVmRP2mci6MwiIgwL2+b4sTUyTpAu8i8R83KLqj5RVKDeT7ctaIpfWGa2SACVzBoIV1UV+0uDqzdlCQivnJhIBe3EWMXE70PHtyqUzqDCm8PwM+sBYioj0HYKMJ6JxgBcnG3HoEizQ8LJ8PTzQKPHQi0dGTa9yWDMrIjxIi55A2+9gsCrzwGDmGhtMMbfs08RxgqAn4jvCUK9JxdsbbKeYMQEbahxXmdhXGnO5W6wl9Eg9i/+zg4fCeuOu8OyxyQjXILwLRLHJ+FflJYizg6dHdB8G6Ct+BjBd1413Apk6YGAOESB1oH5htK52Z2yNk2rKrXLR1ysXbDa+Q0BW6W2p+ySLrynleGjEPzwHbA/zK5btUDYw1j22g+WX+1uXP4KVwKjJItwui8jxLP05x8j+PF7CH36AXQRGzhCEKl856mGEV7w9RfBPRwmswv95GhLTEtLOoor6KGHfk6OxPRKyQmCEZCtPf3YPfLy85flypFmoMtARIwr/svtXdkGQkGIcAiBN17q+rAjFVseVOHcWDYC6jY7GIGqRJxfQ4bY5Zgo4pJW5JPWPv/YiEbH639G6MfvoK9ZFd0tQLUg79BjYD30aKhjtwG3taL1tquhrfraRK+5XoU26jrPHCx/u4GgmzMEI0DwucovBSs3Ze9V7C9TSfbSrjzN43cCqRaEVn+H4NJX+odUiDD7BafOhO3QY3r9Kj5+7cvPEHjnNYgA4BHj8oqYvuI4JTJFWqwgq9XwsI4awpl1cDDY9Qokdh0d7WBN63J0jFDEbkkc06x77w/LbhOhlPVOminuZdr/eXv09U1kZIS07rW/8W+y2RD471PGnU4uFQJpOvMjpfWe2OkXMmjgOUUwm0kGyl+zIXxC5HVARoAo694HAIqyuZpIBq+vW4PQR+8aRw199fdhdwUibkvJjfVA93GnT0cifSw3rYe2ZhVCy9+Hvna1cSTh9WvBup6y5SnuesQdkLrlVkYsXnWHnaGO2caIMxOu6L4NaJtzkxFCom8RxznhrGnZc39Ytt8R4hJ7c9E0tN51HUQwrWwqPT/GvveJxolVXAIzXrfXew7NlnHlHMEI4IUZP0LKwwwMz5aJ6KknOcow7Np7frkPCTMIvWkdQis+RuiDtxD6egW4RWQJ6FqWecc4kT8tjhhcgU6Evv8a+s+ru4JFff050NkJvdPIM9ZFOp3t4PZ2cEdb5B1JYRHIlg8RplN8CWIHJHYp4rgmdipK6XAjml3MNLc9euiZC8nY8YzfCdY994Nlx92gjOkfGa+7aXDZm2ir+1vmTL8ARIEGRicxNhLxWp1J3KvoTPQ9MX9tIbSHiC3M0BSiMtJpax1sWEUSYVsGxjLwUzu0A8a4l2SFf0VOEoyYEK6ttfhWfzAXwGkkHqmzqCgjt0Bx7V1Rk9n3HI4gheDb/+s6FoSCKLrwmrDZBOKGQNeM4NukhYynZO2nH41djziC9DpeqSpEfmnx8atlI0Eik4E4YlmtAA0M+uD7S9E+7zZYD5hs/BM2jk2YgRnxhu+9Me4hJ7sBQdyf6MusKpZ0tGuPDrXMAjlLMN0LZXlVVfFoe+ffSKEziClrLHALz/0zrHvsG996jxLcKT5BkWtzexva629FcPn7myuJ1CjFf741dn7sZClhQk7n00+go/FfJmomv4rIIMCEZ/J1/Cm/vqFPHNLk95fJEnOeYLrB56oqm79UGacgcKNGmEjM22T6i5M46uQdX5VRH67AUxw9xBGkuwj3A8PHKUZmyXR8CHqLH6E3X0K7CHAoLpnTWAjw6qD5joD9Wpo/35fGrjO2qyFDMD1ngC84ZYuNgdBOmhbYSVWVMSENY8BMuoKtVaZRBH1zfEeGInyavmYSmUFpKiXLPsTMkiCC4hhuXGZaDz7SeL4VkfkHu7S5b0HwvTd6EYzYcalbjBk01cSTuDhOBd96BSImcJoj5ekMnL5NPgAAIABJREFUPOQoKLiM7nh07aCBkIEdD0mCSWQe2OUq9NO6tWDDfSDtRby0KGO3NbI1qtvvCMVeFjVFbMoUZO7awbz/i3+e2MEUX3QtxOV0OovITBla+WnXRfeKjyEuvgejEPCF3e3pn0VuMJTJsD4lwZicEO//Td2GWngl8Iv/ksmmSa8m8hzZ9j8MlokHd116RslFnezOxUfcNvcfEN7Pm49IpSO6ckyHSVOb7P6FPOMY9MHbCL7xIkLixWvwyxcOSTBhZ0ESTBhYRDL7nv9ZxO4Qr1LNaz7YyNw79sxgr22yl8F20BHIO/w4UGmKXuU72qCtXWNY1RpHkTf+2zusAhFskw6ButPuRt4lEi9JJi1/48FPJIfreHoBQsvezKgEbTrjs7J6T/+EU/EMLkfrDmmC2Tjz2D1CWsEsZp4EsF0hGs6EQsNioUchw4SVhFt+xi4D4XdkeEsn6Ziir1uL4CfvIvT2qwit+lrEJOhKLxItCb24nxKGgYpivIBZ9jkQtokHJ8evSdPQfLkrvE/VIM+KJJjIEzCkCGb9uRX720JUoQOnks4jmcgqPgmOagM/yKvXZPfC+KzgjPNBhUUmW4Svpq3+HsFXnkXwg7ehN3sHlLdaGNop47ZD3lFTDOM4s/5MkQbQ/KcZYO+GAY0vFY0lwQxxgmmqmXKKCnWWzthzUw6jnCNW8ZydXzGAQPcd7YahXudznq5XmGQWVYVlwq6GdfFAshi03Xsjgh++nUzNkiJLEswQJRhfTeXRxHyDDuyTbda88a78grMuhG3/w+NtZtQX9yodT8xPue8O2fKQf/J02A7+NaCIjM3xlc6nF6Cj8ZH4GqWhtiSYIUgwPldlPZin54JntZlvpPjyvxmJ6uMtIkZLm/vW9OUnIkJ+5anIO6Yy7ruZ4DuvoW3u3+MdYsrrS4IZQgQjXAPGOkKfgXjIBJ8iVUXRlf8wYrnEU4T/Utu82+Jpkpy6ioq846Yhv/yUuOQJgml/tA7cujGudqmuLAlmiBDM2gtO2SKvvV0c0uP70lK9AlMs3zB0+7/rIGLImC2hLz5Bu/tWw6ZkUIpqQUHVGbAdcYLp7kNfLEf7/DsgcillVGF84aiXhnbh5iRnLjt5dlVZc2twGQPCx2hIFetu+6Cw+mIgv8DUuIVHdPv9d0L7rn+clYgChNvCFmON2C09jexEfRGeQUTAE69OwlbFrJm+CL9QJI52oyOHXeipj5E/6ebLMi4TJIHWldQ1bCmyDJiaABOVmKE0V087VmdenuokgibUSbhKzhCMz+X8BsC2CSORIQ1FEG4RNwUFRYjl9yRCKYiwCfmVp8E68SBTIxDBptofutfw2TFdrDYj+JVSOsIwthMxdXsXgnW/Q6GOGdeVIeC1500/b4s0tkVi92WSHDsWPoDQJ8tiPsezCNHv3QBBStGi6pnGIGpFZmI8UkJbuMjtjhwwx2RnIlNGU1lwkcLYnmza0Y67l4i1nZUlJwjGf7bzadZxXOQZEMuNNhK4k4E26LSSVF6vi3w2OvKIlN1EcCoCRFg0ReS4GQyjOusek5B30pkpdRoMffwuWufcZNrTmAqLjbsSESiq9e7rgWAgIszKlmORX/57w9DOCPYUzSivh5RC1yWmCTKur4zZ8Pru8DwM/ec1cTVNrDI3Q+F6+5bNV1Ltyx3xyhAW5P7qihtANAtAoVirpW7PwAyb4lUiyfWznmC8NZVTSecnwrwWtYrwgiHW7h1eEHoJdz2zEbW1CtXWhgxXgFphrVsL1NYaaTy73QN+vuCUkQWdHeW6xidD4YlgMn+xMYDJEfFoi86/yviQU1Z0Ha3/+AtCK5eb7qLg1HNgO+BwbLzpMuM5O1YRxx1x7BH2NJ1PPW6KZMTxqujcP8d1hxRLj56/i2RuIoB4GkuQGW/ZLMpNhXMWPRMrTazvvCnb6QHlMgV0KoDNhMLAA6Vuzxlp1DvpXWU1wXDt5Hzfj/ZPiWg7AxlhkquQX2f804GRVw5ku2oQzuwqR+fG0IgO8DSAzgF4bKqeva2TDkbBKa7esWWTPN3aV5+h9Y5rTadnFc6Lhef8GUqJHc0X9Yk1rShQiorBbW1gEdi7e7eiqCi+5k7DF6n19muiZzHouYuZdSVE9slUFBHxr+XKmakQHV2mWI+EIDOtZdKbANKI8TMr3ALm7QlKEcEIhSlSNvT6FpnQblXUA4rnLMyeVJdh0Mhqgmk+u7Ja09m9aRBMRAv0EF2aikux9dVT91WgeRQj42PyizpuOxSefRmUEVskX/gmie0P34vAq8+blm+ddAhEdgKRm6jl4jONuDTipUrcDRlZT/Pyjd+EAR0CAWg/fAP2e1F43pVG7Jr2x+oR+N9/TPVnPeRoFJ52jqm68VYKvPwM2h91x9tsUOsTcHuy8qoP5kCymmB8M5xvQMGBAOms06Wlcxel1ArL63I2EOBM1YTl/aYSeSec3PXBJjmwlXBUbDGcBb2m1RdxdvMqTwMxo6V2lnFPwhtboAt/IBH8W6QqUVQoxSVGYG/e2Axu9hkEI3yiOjz/QuczT5jqTx29VdduKYkhH8SFtkjT0nbfzeCOdlN6ZEIlBi//Cj/sN8n93oAvjAd7PFlLMO2uykM6oIugq8MthP2G1TV+mmowN9ZUXKyxcksqL4DVbcYbEfMNnx2Rlyga0YgPPBCAZevxUSPsC1zE8/HG2vPBbP4l1XbgESgQuwrVgs4lj6HjhcVGvqNoxbLznii6sNao0nb3XxH8+F1T0yKOVAVnXhDzslf//muEfvohYjiI7iwI7NuA0JcrEPzwLdMX2qYUTXElAjopoO5VMn/hLwF3UtxnKsVnLcH4XJX/BPgIVbWeMWzOgjjeXBOH03+28zTW8WDiEuJsKcglaoSIrh+N+xsRqiFCHiRRR1x0tt1xTVx5j0SM3cLz/2LkMRK7gdbba40dQaTS85gngoNvvPaCuGxW8k/8LfKm/C6ifPEs33J5tbFLiu4An7lhNaKuACPXC/3W4W5YEOdKydjqWUsw62dMqbCQZSdHfcPN6UK3K3B4sDNd/ZntR+x6imZdtSn7YvhWRp4g9y0xX3VEzF/xXK5utR0sB06G0icGcOCNFxF49Tlo33612b5EBLqyHTDZsMpVelgTi/SvIvlZ6PNPEHz/zU3EEHlU4ngYzX2Aveux8e9XGbmbcq0QIaRAnTWsbuF9uTS2rCWYVbOryubZFzTX1iKUzgnxVTs7Qcatf8YUYasi0oaIfErhisgVHXhxSZcnchTbFOt+h6Gg4g9dkfEiheHUtM0ZIcXxx7rr3rDudUBX3+JI17cIg7dAJ7jFj/bH/wmRryhSsR1+LAp+XxPxd8Mx8/47MjImzAAXQxugX+NwL86gTHEDHNGm5llLMMkZfvxSvK6K7wiUcb5Ow678hxHcKVGCsR16NPIFuRSXgNtbQQVFxo4j9O1KYGNLV8rXMVuDiocZF70idoxwlhQZGwt+V911VySyQfrWQ/v+G6Cw0LhLEo6YwrpXWAGL9LQdj9T1yqnUU99YBBNY+jLa598ZcxcW/6wOXgtmfAeLemHpnIWewdMidT1LgokTW6/LuZgYU3pbLcQpJAXVxcuNdffIdiTRjkjCDSD/d9VQCgoRWPYmOl9cggLnH4BAJ9oXPwp9zQ+GxsIIUAS1EoTR+ezCriMPEYovv8Ww3g3890kjZ7bYrYjndpHKhDs7DFIQNi62I08EQiG0Pz4PoY/f64dCrCNS4IXFaF9wfwrQS79Icbumgd0d0K/MljSwiaAkCSZO1H6eUXGmTaW5feP2xikm6dWFP1LesVMjHy8iXfIKgrjyH8aTc8dTC4wUIOIYZTv0GFj3PRSBl57qlaJEPKEbu5xmr5FW1iCekVtC3/BzL/8j4RgpCEYTXtsPzzHqiXQrIq2tIKjWv10OkXakZxHkJSLzRSrtD96NwOsvJh27tAoktBOwsCO/4OIthkAOJUkwca4ukV2gZfUHrXqX9WXGFHHJKp55I5VIz9QiK0HRrCsRePMlYwfSfUcjHC4LZ14O3bcBbXW3ACLgt3ix2m0iLHvuazz9ipcl4TQZzoUg3/kHWLb/VRdpff7xZrXERbBl5z0Q/N9zCH7yyy5GODsW1lwKyy57RRgCo+XS6dDjsOPJhMkhIp1Z/4ZBr1mI/1Zc17gilutAJuidLB0kwSSAZCZ6bscimEiGduIoI4I/db0M9Q7fYDv4KNgO+jVEIHBhNCc8t4V9Tv5vZxjkIXYgLcK2pmdMGSKDJIRMkV6k8+Vne3kziydvkaVS9zch8MKSzehbxu+MwnP+FNFVQuyQWq48Jw2e0eYXhEi4BvDzgLpeUbnrWwoBAdJ0hbiJ2PJTyKp/3/6zbeW4BQuazEvOnZqSYBKYS//ZlW+yzgck0DSpTcQFqtiBiKOMIALhzRyttD90DwKvvdCrCg0rQd5vphpHD33Nqt7NRfqR/Q4zZHOzH4F3/gdSLcir+L1hGyN2Mf7zTt58NFKGj4Jlj0mwjN/J2NV0vvIs0N7HGNWWB9vBR0I8YfcMGWE7ugIFJ0X26xP3PW31tyL09RdAKJhUHBMRJh7jtOLQViNue/LHRNoPlTY5TTAirgYtWJDU+Ioi9Yk1qDzN4PTmSe25IoWj4RZju+5J9pgIZeRoU+tVBJgSdiTo7BlJgJB3QhVCy96Atukyt68w6177w3aM0wjVoDf7Yd1lz66dBjP8F/zeuO9WthkPUU+8FonXpeCH70TcbQhbG/FSBf0Xq+KiC66Ocjzq0ki4IojL4YDI1fTVZ33GYQqCpFUiwnp7nWdk0gTmqKCcJhhvTcVy0pXPWafZyXCA9J9TfiyHFOFcMygxOsQ9heVXu8N22DGw7LpPQv5KwhpXGL/1LCLEgrhrEda3kQpZLLDsdQDyjpxikInYPYnSsehBBN74r7F7EkZ5wY/ejfsYI56zi875kxFky2wRgaSC775mZJkURzizsWfMyo9Zj+hRR13DAPLExOwhJyrkNsHMqHiFFDpUmNsz8ScqlL+XuBseiHfmfK7fjmfufJCIhWNl2jETxxHb0eWw7j5pwDFTQh+9i9b7egecEi4Gwks6VlAmcbdSOOP/IKLuCeM58aJkPEM/eA9C7y+N6uekjN5q83N3X/yLzr4Mlr0TP3EKvcUltdg5JT2nU/jFogUYk0bVe/qG9ot3aeV8/bR/LOlEtPm8aTvpAW0ZACNY7SYPlRbS8Ymm4sVgKPjvLec99Uk4nbyu8iMIdCRBcTF4RAznl5QMSzgO5h1dYeR7hvCwTlIRgaA6Fj/aS5plj30hfI+EM6G4PxHE0V2ULcYY5CYubsUuJ/DS0wiu+MiwuxEXwTTMbljoCvsZYTMjXpeMIuL4jh5nROgT3sx9d06iipHytubSqH5UpoYtLIbbNhq+Uh3PLoQm7mpSVJi51UHqBHIvSkeYvBSNIj1ic5pgBIS+GVPvhaKHiTZEOog7wdgIQgcx/cRgYevuAKMYCorAnD8YOxaht23yccg78bdQhtmTvhLEXUZr3S2GjUp3EbsYZew2XfGAReJ6cZEqUr+K+C/in7wCI25u5/+ehfbF8q4jiaJA3Wpb2A4/ziAITWSEFCEbOtuNS2FBKsY/Lf6wsXFFiIfiy26KHgNH1w0bG2FrY7aITAltd14H7fuvzDZJoB79qEGr11l9dGR9Q+rYLAHNMqlJzhOMANtf7XyLCftlEvDRdDE+vCtuheIYbkplcVwRuw4RjFs8NZOioHDmZSK8X8T24uNrnXMzuKl3ChBx/FHH7wx1q20MghELRG/xIfTZR1GPUCLkpyAbGrklFFsetJ/XQPvx264sA2GKEZ5h+mwjmHjEImLqvvsaAq88C8vuk4zMlWR3RB1Xt6zg0pcNv6VUFyLy6zrucATtt9H8+cLNW5YeCAwJgjFIxlX5NoP3zYbZF8+8hbOviRjzZPMYgkHj6Vhcsmore4fDKTrvCuOjjFa07782QjAI+5a0FlVF3rGxE6+Fvv4cbXdfvznRmkiZYt3vcNgO/03MVCfBj95B2z03pG1YDG4lpr866j03pq3TLOhoyBCMmAuvq/JxAke2Rc+QCRNPwMOuvcfIQdSvhIIILX/fMIwLrvg4YpR/dfxOKL7o2vAezj2EiheY9kfq+hFUyqCw5aHwFBesBx4RI5gWo/XWKxAKF3+GCOp2E4wdjWXSoVCKh/VTd7DSzCrET5TUNWb8GkvZ/PYRPKQIZhPJnK+AaxlIS7aARCdSXKDmlf++K7KdSFD/3Vddz7Lvvg72N4E1LabovONOgjDZj1XEDqZz8aPofPmZWFUH9Ls4RhXOutJUilvxKiQMA4UxX+RCgM0G6577Iu+wY6FO2Nk4PolXpdZb/gzdCEyV/sKMeaX1nhnp7znzehxyBCOmYMM5vxunhDquI9A0gMNsEzJjoshR1vUxMne97Gxsjsveg/ILUXD6uTHDUHYxmGY4NYoYutrqVXHbskRDTMSrsey2D/KdpxovVbGKIIbWmy6NL0VsYZERaFwdNRrBT5bFFXs4lj7x/i5eKxVSrrLXLbo+3ra5Vn9IEkz3JHZUV+7YAVQz9JMUhUYzs22wXo1StbCUMeNQOP0i4wLWTDFiwHz0LjpfftrYCfR8rjbTvmcdI6XshF2R9xsnLDvsYgpa0Z/IYaR9k+0PM+QHbBMd7n+n8ikr3ilJe/0hTTA90RbGdITgaWD91zp4PAh2gAoEQCLTY88i8oSSTiEd8CuEZhC/qTPtRcy7ZVqcGKG3OG4VTL/IMJAzXUIhhL74BMEP3ja8oY3XJuFBvcmrOqwcRQHZ8qE4ygyzf+v+h0HddoLpLkWsmLa5f+8VHsJ848yrSYTb7XWe2ZmnWfo0kgQTA+vujI+9/jKjf5LztRecskV+e8eng+qjFGUs6g47G9H+xfNwIkXf2GLEgBGBqwLPeXrvbIgMXyXbxIOgbLlVwkZzHYseQud/FiWiXka2IcBnd3sy+q4v1cBJgkkiws2uyn/q4DOTKDKpooRlsMgeKSxzEy0iJ1L73L/3et1RykagcPa1xv1HQoUZHU89jsDTT0TfISUkfGCNRDBuaGpFMC+0QdFpAjTaQxUuI0yTGMIQM3Ih5g4VdGDxEHYpkAQzsPW3ubV3+jQnVO0R2uSWkCSxSRcjfIJEDF3LTnskJpvZSGwvLoS7i/DsLppda3hSx11CQbS6bzHufdLusBhz98oigfk9dnfjeT2ripTFG9fYt1dZ2TUI3MjM24dLKSwiOlhAFw1zN9wZNy450kASTBImsuXMqsM1a/BpAHFcciSh4wRFCEvh/BNONtwREiki/UnwvTd6EYwIjyl8juIp4nlc3LmEPu3t3R2PjFTWJcKn9jrPrrH68LkqrgfTuSA4+tel+x3uhrNiycjV3yXBDHBmxR2Nr7ryJyKO/f46wL6S3Vz4EBX8dnrkFCUROkwGwYhL49a7ru8KtZCBhYH2kBo8dOScp/pHJw+j7+ozpuxUaFMfAbB3r58JbzrqPAdl4BDTopIkmAHALOLz+te8vwpM5j3xBtBfKpoK58b8k6d3+QSZjEQxIILp7EDn843oeHZRRCvkVIwzLpksoFCusbsXdeXAjaP4a5zLmbFLdxMGf1zqbkzwPBpHxxlaVRLMACamuaZigc500gBEZExTdevxhtWvEXQ7BtEkRDDMhs+UCFBlGAxmcGHi/zlG730k1dYmlNSvyVWxRgFtKQzuSNcfdcxdPGQDU0mCSXChN1eXn8UK1TGTJUERmdfMYjUM8kT6VmEgR7bwT9rxEkzo0/fR+dIzEP8Wti6ZXnTQoWXuhtcS1bO5pmIKs+JhZmKi20vdDRclKivb20mCSWAGfzrtmFEFBYVvM7BNAs0zvolhgbv9jrAdcgwsO+0OEUN3c9H1rlefvq9IF11rGNhtPhqI+LlfrUDwnVcREqb7UcJxZhogoY7QViMeHFgwb191xWdMNJbBl5S5G+sybYzp0kcSTAJIN9U4b1AYlyfQNOuaWHbY2chaYJ14EKBajNi97Y/VQ/v8l2BVIvVJ0fl/MWLBoMXf5e392vMGwWRjUYl3HVbX2Dv+RZwD2TDjxJNIUY8KFhRePRQSrEWCRxJMnAtHVPe5nD8DyLpXowSG+ksTIlh32Qs0ZmuEROzbHgnQRDQ7EX5B5KwWcVhEytlsLgz916XuxS8NdAzvuiYWTnK/FzmS+kA7yIL2kmDinKT1M6ZUWEhtCGdY1VcUM4OIvtKgPwRN/9GiWu5joCscvywZiwAzXVta33B1xiqYRYpJgolzsryuig8JFPvZkbCeVP20klH7vND9GiGsfUnVHhf+h3F2K6unEQEGLSh1N5ycxi5ztitJMHFM7eNVVbajS4NtFH0XEmTiRq1duzDcRaHPVVEDpjtBmZXbOg4Ycr4qM3/aTvrhY9xL1uf8YFM8QEkwcQDsnzHteFa0pyI2YfisFuXUojmLItcRoTtrpswiXb1Vkkwc4KezKnNHPpQ982W2gAGjLgkmDgi91RUPENHpEZqs6ywo2N3si4G3puJMYnKL1EBxqCCrpgkBq6qcGOsPRZpUyepuJMGYnL6XJk/O32eCYxkTdu7bhEArS8bsuUu8lp9NNRVTiMlDEE67smQWAvyYw914SmbplH3aSIIxOWfrTz9xrKXAshLclSVyc2H47GP3GhkvuXS3b5059YRQSHuCiaLGFjGppqwWBQGRK86ku5XINfzDcz7L+JMXLNiUplJCmwgCkmBMoibi93YSf8I9XoBEQKFgsbbDiNsGaPXpqngMoN+aVEVWSwABnXmFoijzwXwFgP55TvrIJBH2XMUfy+Z4Hk6gO9lkEwKSYEwuhTU1FbvkM33U/YIkHNlYw41l8zx/NikiYjW/y3kVg6+J4+/rQLscUu0J1AE1dETJnCVvN9dUPsrMpp6gCfSO3d2QNRlBM3FSJcGYnJWWmopddCaxgzEwY8ZaR71njPhLZ1JExGpeV/lCgjJ1oHJk+/AIEBAMWvnQEfc0vvXzjBOPzyNLA5syEyBdYa26pH7xPyW2iSEgCcYkbk2uykMU8KuiuliwOvTfJMOcXMjzVVeuAvFWJlWR1RJCgL+y1zXuKJq21FQ26OByM2IY+MExZq/tEr1jM9NHLteRBGNydtdXT93XQvrbxu4F8JS6PZUmm8as5nc5OxjIi1lRVhgYAsSXOOoabxUpaoDOj8yGOCXQU3Z3w4kD63xotpYEY3LefedN2Y6C6hesQ1ct1mOGzVnwismmUautP7Nif9VKS+VEJAPNGDKIfujMz58kbJWMo5JieUrcpZkpIsfRSl51xVB3XjSDVc86cl2bRGy1a8qIQiifgeh9e5P1RErS86W/2vk0ExKLvm1Sd1ntFwRCpF81om6xkdLV63I2AHCa/QgIeFdRrRcn64/LUJgXs9gOBSyijlG43o/HuNc0VmpG1C96JxmAiGRteW0d4v4lHudHDURqpqX4SAYe8cowQlLG2UhkCiip8+zefTnvq3b+B8AxpgUR2sH0WGdB/uWjVoe8yfpDE+cwsqZ6vPOTNQNLhaK+s6fe67hv0TnJku2bUV4HRXGZlcc6/0/Lw6VqgKpBdBaBh/L8faFrykWKhXcD801mMQRoY1ANTO6ZLWCTC8hpcfEVg5nIq1n148XrlPn+h1bNobxA455pnl1VRrctaIq7YZgGPPv0sf7W5s/MGH2J5gS02N2eEvG/V846rmREp+0NAsXM2ZMMXTNJhnjBg4Lp9vs8D3Xr1VQ99RyV+C4Gm3G5YJ1wU1ldb/slf820CdD1B5mwH2LIIWC9DvKQLXSD4+4l32QSPpmmiySYQZoR3wznG1BwoMnudQvUi4vdC28T9cXHwKwvBfiXILgmBWV7NWa8U1rv6Wf8JjzUFVZvMxXQi/EfR73n2L5YcC0srWun7dIWDE3MU/lY6MpoFnZOCph0tIGUd1gLvNoRCHy85UPPiaiGssRAQBLMICwRf43zdtZxvpmoeGKCdKaG0vqGzYZ4XpfzQgIMshlqRQfeKnN7Dgg37g0zyq9WFSVmLiNm/ra0vnG7oYbdYIxXEkyaUfe5yi8FKzeAzIXOZOJPS+saex2FfDXOl8CYnGbVM6M7xvq2oHbomPlLwkYU97rK3yMo+8RQtsWx6biZGYPKXS0kwaRxbrtiwGCeWZ8jBi93uBv36OuO4Kup9IHZnkbVM6YrIgQ1aH8sq1vyaDilxMucrb19dbQQGCIt7GqvddSuCxZszJiB5agikmDSNLFNMyrOVRW6q9uXKVq34txPzLc46hv/1Ldey5lVh2vW0PNAXE/bv4gh/glQ2qAo20DTBi0A+aYn5vdVlecVWwIP+Tvz/w7wDDPToev6nLK5iyO+5vmqK24iosuiGNG1/ui1bikJxgzaA6sjCWZg+MVs3UUIwblE2EHEI4lZGF8obLm0ZO4TjeHq+l0VdzPTOWbub/q1JzwPzpu5Lq953Ui2DLcE1AkBcDmRchwxbx9Tt+RWCKpacJ9h854yEix9c8Zkx3Cb/RXdREB1hfiJkrrGqmjq+GoqmsBUGq4Og1tXe22SYJI7n2GlSYJJEciGvwsFriNGJYOjBpMiGBYtG0H00Dpr+58m3PVMxOTNflfl2wzeNwG1P7B7rftHMgzz11R+yczjzculDmZ9vUIkDP9CDP6ZGMOZMcEM+RFIhxo62D5nydLuPr3Tyw8jVRH5iKI+N0d6Seqpu7+64mEm+oMkGPMzmoqakmCSiCrXTs73rhlWqUKdBcZuOjAsMsDCTosCDP5GD1EDOZS60r8v+i6WOj6XU0S6Hx6rXs/fmbnVQVuMIrc7YhKwlprKqRqzSKkS89hEQKem8//5Q/5/bTf/ZV+vD9tV+SSDT4iln9jMKeB77O7G83q3d4qn5gujtWfgy1K3Z0K0Oi0zqw7XtOBzQP/sDXIHE2t2kve7JJjkYQlvtVMchf7YM5A3idAxxoUKX7olAAANg0lEQVQDg6B0MrgFTJ+oBM/6gPfBvh9oLHV8NRVBMJkPFM4kDNNOcNQ1PB9DttLkqvhUAf0qlg4A1rVsVA8e98jClX3rbtqFmHIEZejLSt2LJ/aV4XM5OxDFu5yIvrbXNcTcbXmrK74monDP0fIOxsQkJ6OKJJhkoNhHBtfWWoCXDRJ4+WVg3ciRetWCBSHx/wcSoGrDOb8bZ9E6v2U2ZbHapRXjz456z41mhrkp04GJ4EoUZPClpW7P7X3lil1c8+pSb6xj4aZ2vi+xamxfD+VmV+WTevRdkLBqdsTC0uuq/AeBZ4cZe/uP8hXJzJIYcB1JMAOGMH0CjJg0ir4UbDYLAa8PQt1jpHvRGjNa/lzt3MtGEDFvYjtfRiAurqqy+UuDywHsEKtPBjc78gLjqM+dkxEaI6B+FenFzWg3Zu/hsYJA+VyVVQA/1vdOhwFfqdsT9gI4ls7y9/gQkAQTH16DWru5uvwsHcpcM5eohqKbAiyZVZpdU0a0wPJfHbx7rDYMuq3U3XBRvx0MoPiqna8Q4ZBYMojIX9Jk2YrC2KP4XBVrANoyvAzy28fsOSI2wfx2PHPn60TYoqccYlpnr28YFUs/+fvAEZAEM3AM0yZBeHND12ea7NBnDzi2o/nze13CxmrrdVU+TuCoT8BdMmiRw90wLZw8b7VTpMadFWtx6aAfS8fsuW04ovDVlNdBV1zhwyiYIxihm7+m8jVmPrinnuGso2PhIn9PDIFYayAxqbJV0hEw7jZ+dCwyG5yKGHfb6z2z4lWk2VX5Nx18Sax2RPS6va4h7C7FSLFL2pMxd1oRnA5F377pJx4Ji+VZcP/Mlwz4HW5PWaw7GCGn2VVxnw6q6UUwOh4ones5I9YY5e8DR0ASzMAxTIsErqoqbh4efJx1E9HvGGx3eyxE8Wc82HDOSQepodDrMQfFvNRR3xjWG9wgB9Uinogj27MY79T0J0ddw82R+vK7KjdwOI9xhs9Rb+4OpaWm/GyNlTk9+tAYdFGpu+HOmGOUFQaMgCSYAUOYHgFxEQzxT466xtGJaGY4Y0KJ+NF3y4wWCNsgGMXyfLQdDBF3lIz2l1Lty+JJOmzxu5yfM2BkAuhZiPGdvd6zrZnxeWsqpxLzwh51faoWPLTbgtiMDFkncQQkwSSOXVpbxkUwujLHMTexyHt+l1P4S/Uyfgs7UF3/u2Pu4ovD/dYyo+JcTaG7owHEzC+V1jf+OlodX43zP2Ac068O0beOugZT4RZEat5ASH+yO2UsEX1qr2sYcoG60rpYe3QmCWawkI+z35cmT87fZ4KJOxgGqwrvNqyu8dM4uzCq+6qdz4Lwm+htKaizdn5Z/eL7wtXzupzzCDgrogzmDg3WI4fXP/FGtH68Lud8gmG42HsHo9BS+30NpoJ1NdVUTFFY8XRHqWPGXaX1nvMTwUa2iR8BSTDxYzYoLRhQmmucDzDj1GgKiJCSdrfHloiS3ulTt4Gqv0hAVCtZJrR3gCeNDkNiQk+fy/kuAXtH1IGowVH3SwCtSPUiGcoRcLvd7QlnQNdPlCAYFbSIGRaRQjYY1CePuF/G0E1kfSTSRhJMIqgNUpsN1eVnWUiZGz3kA3/lcDfGNHILNwRhyGcl/TkGHFGHSPytoy58RDix09p7R4eIW1wQTobwi7Io2M/MDqvFVXm+xnxHn6fqgAJylbgbHjAzDcYORqcGEeCLQZ84vJaJMhOAGeSSU0cSTHJwTIsUw4EvFHwp6uXpALIQrp8xpUJVFI/w7o66SyLcYa/zhHVIFIHRm1uD68ORoJCqEE0bVtewyAxgG2umnRJi7V+9ov0Tey2KZXLxnIUiM2PM0nVEInHJa2Vgdjj3hphCZIWEEZAEkzB06W+4zjV1tAX6DxGjtRF0Vafrh9U3XJ2Idr6ZFX+GRn+N3pY7Nbb+OtL9yaYn6hfC717wpcNn3dXsDqLNVVnVyfxv6sF4IvmZ3e0xHa6iaweDx0Gk2wsKtqc7Hl2bCDayTWIISIJJDLdBa+WrdoYixfMVYRTaiPcJdzdiRmFfdeUiEEfNua0wPVhS39Dv4rVbfkt15TUa8V/C9MehIB8Yz/2H3zX19zpr/6LuJyBjK6NcY3cvihnYu7t/r6v8CAWKB4zX7PWemGEkzOAk65hHQBKMeawyoqa32tlKhMJwyhi+PXUNpixcw7X3VlcsJ6JdIg1UXCAHoGwTyXlSWBv71zgWg3F0TxnGBoRwn72uwaybg9F8o8t5YYhxW/eJjcCdihaaFI8Ny+ozpuxUYFWXBDo7pm3x4LOmjlUZMdE5ooQkmCybSH+1862u5GD9C4O9pe7GhHIltc48YWJIsz7DwMjIkND9DndDxOdnkUyuubX5HQZ6Gfkx82rH2L23ieWc2Ldff03lHGY+u/u/M/MLpfWNvcgr1vSxy1Xow7rrwzlmxmorfx84ApJgBo5hWiX4qitvYeKLw02cyLtsr/MkZETWXFMxRWcSoQ3C7o4AxEz1sSn+sAh52VM91oPaH8ruD58FIBp4gmDAXNN9YdwGbeQY9xIR0S+u0nzetJ1K7l4YNs1JXIJk5bgRkAQTN2SD28BwJFS1xnBOgARebnc37paIhk2uihsVUL8sBkKWET9X4TN6pmsN10dTzZRTFFYf6fUb4UVHneeoRHTyuSoXAmwknCOmpfZ6c8Z1ifQl26QGAUkwqcE1pVJ9LqeI3bt1304GYgbf5Kp4VAH9LpziDFpc6m6oiDUo7wznhaT8knGSmAKKxXLMsDkLTIXQ7CtfGOyBMREKQvZOx8h4Q0/E0lf+nnoEJMGkHuOk9+CtrniAiE5PJsF4Z1S8Qgod1lemuD8prW8ca2YQfpfzKgau7a7LjFdL6z39ZJqRJep4q53fEmFrnaiuLM4LYrN9yHqpRUASTGrxTYl0cRRRoT4ozN97djCQHYzX5VxJfcJcEiEETa2wz134tJmB+F3ltQylywZH+AwoXF5S17jETNu+dWprYblwdcUKHQjdOaZxt9paGDGNZckuBCTBZNd8dX27IjZMWeiDvnmMkk4wwLslbs/+ZgI7Cb16Eox40g5a+dAR9yTm9+OdXr43qzS9I6DfHSkPdRZO3ZBTWRJMlk553/sOMYyBEIyvpmINuHcMXJ2030fKAR0ONq/LeSFh8x1MW1ANHjZyzlPvZSnEUu0kICAJJgkgDoYI4TZghbYCoJLu/gdEMNVOL+gXJ0ci+qmk0LIr3bZAOC6aKsKXyUKqx3ikJvaGLDgu0R2MqQ5lpYxHQBJMxk9RZAU3JXqbPlCC4VpY/KsrNvQkKx1cV+Zu3GzkZgYmkS6XueNDIipixlodlqmxYr6YkSvrZC8CkmCyd+7QMv2E3TTV+mF37FtifGav90Q09Y80VEEwzaud63qGadBBh5a5G16LFx5fjfMlMCYD/JPG1mmSYOJFMLfqS4LJ8vn0VVfcBKLLxDCY6OtSEylV+w65L8GI16MSHmWPlss6Emwbzq6sVnV2E7A2xHIHk+XLa8DqS4IZMISDL8BXU9EEplKR1L3U3Vgcr0aCYHyrnU0EDNvU9gOH2xM5Il2UDozMjo7QRoa+0maxnV40Z4G85I13QnKoviSYHJjM9TXlV1qgXENMbSXuBrvZZ+WeQ/e7nKs3OynGkc86HHyGIaBCEwqVvItsc/69NAcglkNIEAFJMAkCl2nN/NWVb4L0kSVFtv3iefnpHofP5VyGTXF0lYC6c8n8xJ0DRdgG32rHPQVMN+fXN3yRaVhJfdKHgCSY9GGd0p42nPO7cdA6XMFQ8N9bznvqk3g787nKF4KVqUSkl9Q1WBNJ2tazTxEmIZE7nHj1lvUzGwFJMJk9P3FrJyz0EzsilV/NUC8GeL3D7TGVcyhu5WSDIYeAJJghN+XhB7z+3Ir9rUHlLjA0GRZBLopkISAJJllI5oCc5urys3SoOzvqGy7JgeHIIWQAApJgMmASpAoSgVxFQBJMrs6sHJdEIAMQkASTAZMgVZAI5CoCkmBydWbluCQCGYCAJJgMmASpgkQgVxGQBJOrMyvHJRHIAAQkwWTAJEgVJAK5ioAkmFydWTkuiUAGICAJJgMmQaogEchVBCTB5OrMynFJBDIAAUkwGTAJUgWJQK4iIAkmV2dWjksikAEISILJgEmQKkgEchUBSTC5OrNyXBKBDEBAEkwGTIJUQSKQqwhIgsnVmZXjkghkAAKSYDJgEqQKEoFcRUASTK7OrByXRCADEJAEkwGTIFWQCOQqApJgcnVm5bgkAhmAgCSYDJgEqYJEIFcRkASTqzMrxyURyAAEJMFkwCRIFSQCuYqAJJhcnVk5LolABiAgCSYDJkGqIBHIVQQkweTqzMpxSQQyAAFJMBkwCVIFiUCuIiAJJldnVo5LIpABCEiCyYBJkCpIBHIVAUkwuTqzclwSgQxAQBJMBkyCVEEikKsISILJ1ZmV45IIZAACkmAyYBKkChKBXEVAEkyuzqwcl0QgAxCQBJMBkyBVkAjkKgKSYHJ1ZuW4JAIZgIAkmAyYBKmCRCBXEZAEk6szK8clEcgABCTBZMAkSBUkArmKgCSYXJ1ZOS6JQAYgIAkmAyZBqiARyFUEJMHk6szKcUkEMgABSTAZMAlSBYlAriLw/yQkS8FADfW/AAAAAElFTkSuQmCC"/>
          <p:cNvSpPr>
            <a:spLocks noChangeAspect="1" noChangeArrowheads="1"/>
          </p:cNvSpPr>
          <p:nvPr/>
        </p:nvSpPr>
        <p:spPr bwMode="auto">
          <a:xfrm>
            <a:off x="307975" y="-166688"/>
            <a:ext cx="666750" cy="676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695" y="2807928"/>
            <a:ext cx="3015113" cy="1949773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4808" y="2964344"/>
            <a:ext cx="3487912" cy="1743956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176" y="2636912"/>
            <a:ext cx="2942183" cy="2291806"/>
          </a:xfrm>
          <a:prstGeom prst="rect">
            <a:avLst/>
          </a:prstGeom>
        </p:spPr>
      </p:pic>
      <p:sp>
        <p:nvSpPr>
          <p:cNvPr id="8" name="오른쪽 화살표 7"/>
          <p:cNvSpPr/>
          <p:nvPr/>
        </p:nvSpPr>
        <p:spPr>
          <a:xfrm>
            <a:off x="3323333" y="3692306"/>
            <a:ext cx="483941" cy="2880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오른쪽 화살표 12"/>
          <p:cNvSpPr/>
          <p:nvPr/>
        </p:nvSpPr>
        <p:spPr>
          <a:xfrm>
            <a:off x="5954710" y="3695004"/>
            <a:ext cx="483941" cy="2880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12735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1BEF1B6D-EDD0-46B0-8C4B-4503BA8E5168}"/>
              </a:ext>
            </a:extLst>
          </p:cNvPr>
          <p:cNvSpPr txBox="1">
            <a:spLocks/>
          </p:cNvSpPr>
          <p:nvPr/>
        </p:nvSpPr>
        <p:spPr>
          <a:xfrm>
            <a:off x="294114" y="264068"/>
            <a:ext cx="7444968" cy="42862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400" b="1" kern="1200" baseline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</a:lstStyle>
          <a:p>
            <a:r>
              <a:rPr lang="en-US" altLang="ko-KR" sz="2000" dirty="0">
                <a:solidFill>
                  <a:prstClr val="black"/>
                </a:solidFill>
                <a:latin typeface="+mj-lt"/>
                <a:ea typeface="+mn-ea"/>
                <a:cs typeface="Arial" charset="0"/>
              </a:rPr>
              <a:t>7. </a:t>
            </a:r>
            <a:r>
              <a:rPr lang="en-US" altLang="ko-KR" sz="2000" dirty="0">
                <a:solidFill>
                  <a:prstClr val="black"/>
                </a:solidFill>
                <a:cs typeface="Arial" charset="0"/>
              </a:rPr>
              <a:t>ISTIO</a:t>
            </a:r>
            <a:endParaRPr lang="ko-KR" altLang="en-US" sz="2200" dirty="0"/>
          </a:p>
        </p:txBody>
      </p:sp>
      <p:sp>
        <p:nvSpPr>
          <p:cNvPr id="9" name="AutoShape 2" descr="data:image/png;base64,iVBORw0KGgoAAAANSUhEUgAAARgAAAEcCAYAAAAcH6uaAAAAAXNSR0IArs4c6QAAAp50RVh0bXhmaWxlACUzQ214R3JhcGhNb2RlbCUzRSUzQ3Jvb3QlM0UlM0NteENlbGwlMjBpZCUzRCUyMjAlMjIlMkYlM0UlM0NteENlbGwlMjBpZCUzRCUyMjElMjIlMjBwYXJlbnQlM0QlMjIwJTIyJTJGJTNFJTNDbXhDZWxsJTIwaWQlM0QlMjIyJTIyJTIwdmFsdWUlM0QlMjIlMjIlMjBzdHlsZSUzRCUyMnZlcnRpY2FsTGFiZWxQb3NpdGlvbiUzRGJvdHRvbSUzQnNrZXRjaCUzRDAlM0JodG1sJTNEMSUzQmZpbGxDb2xvciUzRCUyM0YwNjY1MCUzQnN0cm9rZUNvbG9yJTNEJTIzZmZmZmZmJTNCdmVydGljYWxBbGlnbiUzRHRvcCUzQmFsaWduJTNEY2VudGVyJTNCcG9pbnRzJTNEJTVCJTVEJTNCcG9pbnRlckV2ZW50cyUzRDElM0JzaGFwZSUzRG14Z3JhcGguY2lzY29fc2FmZS5jb21wb3NpdGVJY29uJTNCYmdJY29uJTNEdGhyZWF0MSUzQnJlc0ljb24lM0RteGdyYXBoLmNpc2NvX3NhZmUudGhyZWF0LnRocmVhdF9hNiUzQiUyMiUyMHZlcnRleCUzRCUyMjElMjIlMjBwYXJlbnQlM0QlMjIxJTIyJTNFJTNDbXhHZW9tZXRyeSUyMHglM0QlMjItMjAwMCUyMiUyMHklM0QlMjI5NjAlMjIlMjB3aWR0aCUzRCUyMjQ5JTIyJTIwaGVpZ2h0JTNEJTIyNTAlMjIlMjBhcyUzRCUyMmdlb21ldHJ5JTIyJTJGJTNFJTNDJTJGbXhDZWxsJTNFJTNDJTJGcm9vdCUzRSUzQyUyRm14R3JhcGhNb2RlbCUzRV5Rg9QAACAASURBVHhe7V0HeFvV2X6/eyV5xpKdAUkIK4SyV8JeoYyyYssJpqUFCiSWCRAg/IxSoJhRRqFlEywnJYwCJSSWE1YZBcoKK8xAIOxAQkhiSXa8JN37/c+5joOHxpUsyZJ8zvPw0KJzvvOd95z7+oxvEGSRCEgEJAIpQoBSJFeKlQhIBCQCkAQjF4F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0BWI+CvmTbBXrdwZVYPIoeVlwSTw5M7FIbmrXYucRQWzKA7Hl07FMabbWOUBJNtMyb17YWA1+X8UgW/MMzdeA4BuoQnsxCQBJNZ8yG1iQMBBhS/q/J7AHbW9fNL5zbeH0dzWTUNCEiCSQPIsovUIMC1tRbv6g++V4DRAFY53J6tU9OTlJooApJgEkVOtht0BPoQDBNwtd3tuW7QFZMKbEZAEkwGLwaeXVW2trltTLFitbAeDMFi0UPFamsglNfR5l/TuW3ryDZasCCQwUNIqWp9CAYErLa7PWNT2qkUHhcCkmDigis9ldk1ZYSflcdBdETYHhkaEdoAtDDjEyLlgRL3oscy+ZKzqaZiSlld45JkIhiGYKCDLih1N9yZzH6krMQRkASTOHYpb+mrdl7OoNkgHhltohgQf70Z4BaF8Jwe0u5zzHvyxZQrGKMDrqoqbi4NPaYz78bES8vcjb9Lpk59CaZLNv3ocDdslcx+pKzEEZAEkzh2aWkpjkn+1sBFAF0KwGqmUyKEWMeHrGgPlNYtuctMm2TW4dqq4ubV2sU69IsIGEZApwqUF7s9zyW1H0DxVVesIqIxm+Uy0BbUdh4zf8mKZPYlZSWGgCSYxHBLe6ufZ5x4vFWx1BEQz19ncfG50gblmgL3okfSobR3evneiqo8qQNjeiyu7x1uzzap6N/nqvQBbO8pm5kfLK1v/GMq+pMy40NAEkx8eA1qba6dnO9f43gSjCPjUUTsaHQdzzrcngqi1Bmjbag+6SALaS8yOL+Hfkyk/MVet+j6eHQ2W9frcoYIUHsRDNDiCDi2pvnzfWblyHqpQUASTGpwTalU34zyW6GQODbFNX/ilaXE7RmXistg/4xpx7OiLwFY6Tl4AnW0IjRujHvJ+mSDIi7Dfayu64cCA2TRDrTPWbI02X1KefEhENcCjU+0rJ1KBHznnngkBy3PEdDrg47VJzO3QlFOL61rWBSrrtnffTWVR4PxFMD974gIbzrqPAeZlRVPveYZJ1WwGvKwuOXuW5huddQ3XBKPPFk3+QhIgkk+pmmT6KuuuAlElyXQYTtZ9Kn2exc/m0DbXk2WV1UVj3EE1xKhMKws4kscdY23DrSfcO391c6nmHB8WNnMSx31jQemol8p0zwCkmDMY5VxNZmhNJ9d/ijrysninTqeQqCm5iLLhHG3LWiKp13fur5q5/MgHBVOBgP+IGPyqHrPBwPpI6xsl6vQj59/AjAsPLHRD/k6jsyvb/gi2X1LeeYRiHNZmhcsa6YPAb+rci2DR8Xbo868uqy+MWHLV5+rsopZ/zdR+LsgJvqktK5h93j1MlO/ZfoJu2mq9eModYMBTS8fNW/guzQz+sg64RGQBJMDK8M/c8oBrFle73vBamZoBHrK7m440UzdnnW4qsrmLw2KQE8RHQwZ8JS6PZXxyjZT31ddeQuIL45al/FnR73nRjPyZJ3UICAJJjW4pl2qv6ZyDjOfnUDHDGvoaMc98Vn++qZPnQFVrx+MD3yda+poK+kfgTEiWv8EvdbuXnxNApjIJklCQBJMkoAcbDHrZ5841tpq+ZiB0nh10RmflY717UO1L3eYbet3OZcysH+0+opCrpL7GqKTkNkOe9Tzzaj4MxT6a6ymBNxtd3tmxaonf08dApJgUodtTMnGC0yJNrx03qLvYlY2UcHvct7GwIUmqvarwrpycencRX8307bJVXmISvrzzNTToK5XU7GwdOKzSuuSGwRqVVVVWbEjuIwIMS2DFeInSuoaq8yMSdZJDQKSYFKDa0yprTOrJgb14F0WRm2yfHS806duQ4r+AQiOmAr0qUDM35T4bDuZCf9g5v5D2KZYFJo2LIn2NkJls7sXY3iMFxz1nqPjxSKe+sLYj1JgRBiPDplcVxLMIM2O/2zn06zjaCsrBxXVL3onWWp4q8s9REpFAvJ0C6mnFtctfDRWW2+181UiHBKjXiAU5MNG3N/4Vix5Zn8XrhLe1Y6vN0Wwi92M8Zyj3vOb2BUTr7HR5bywCMq/yb1oTeJScrelJJhBmNuWmVWHa6Gg8Cy2tfisw8ctGJgtSs8h+Fy/HQ90fpnIsBhYUur2lMdq66upWAOmLaPVI6A1xJZjhtc/8UYseWZ/97oq/wHos8mk0Q+DFpS6G042Kz+Rel6Xcz4zWsrq5V1POPwkwSSyqgbYxldT+QqYDwOYHe7GuEz9Y3Vt3FGUBlcRIljWRhVATXZ3g4g9EzE6f+v08r2DqvIqgKKoohiBkI0PG3FPcnYwIv8RWF/BfXydoumggG4pcTeIMBcpKz5XxRqAfmrxWo9M5h+KlCmcZsGSYNIM+PrTTxxrybd8BSBPEIw34C/bbv7LSfP6FUGY/D++/yqIDoh3aATSFMLJ0e5NmlwVNRbQnTpgi7GDYY24IhlR7N51TSwcz1t/S8Qj4xlTiPSrRtQtTokXt9CDzzjD4bf5NwD6RpBykqOu4fl49BsKdSXBpHmW/dUVDzPRH7q6ZdahHFbmbngtmWr4XeVXM5TaRGQy8xOl9ZFfXsy+VCXzFak3ZuZGxWAEdZw1KoWpTLwznPNJwR9BCCGkzHTMWzTXnHZDp5YkmDTPta+moglMhq0KgXRd044onbf4f8lUY/25FftbgpRYqAKmHxz1DeMi6eOd4XyBFHPxaJJhByPcEQB+PG58GOutun5M0bzF78fd1kSD2lpYLlzt9AMoZEBnnc8vm9t4j4mmQ6qKJJg0TjdfcMoWvvb2n34BnZksfHwyvJr7DEPxVTs1k3ehfZqS7nA39Arg1LNCVA/mvpJIuWoggaa6wkDwM+gTUMrMlDHwhQPK5FS97mw4u7Ja1dndrYuu83mSYPrPjCQYM6s1SXXChVdIRXhHkfGw2eXsYJMxfHsNj4GOjrYttnzouZ97/nfxRLzuR8dONsITAMabgYRBi0vdDYk8maPlnKknaSFdPJlbzPTVt44CWlCSohcknjw53z+hdCWIN4cvlQQTfpYkwSSyehNoIy5ffas/+JSACb0+XOAHEa82mVHmNhHMBkb8BneGbsQrSEeeTlDBSgGI88mInsd5RLCGDfAUBhMCAgT6l0b6q2D+ttS9+CUz0HlrKs5UQG7mxMjFGIKC0+33eR4y01+8dXyuiusBuqJnO0kwkmDiXUdJrc+zjivxBfJ+JEZxL8HEIXuTrciMBa1ZhbgWFv+Pzh9A2MJsmxTXCzK4XcSgYcZqRcE7pFleYpU//U+T8t3Jm5LHCYz8nfl/J/B0EfUyUZ3E3RbDtqPD/W/xWpfU0mVn1LEMoBJJMLGhTXgSY4uWNXoi8NNpx4zKLyhcHe4+IZ/pV8kMjGTsYKqdqzlzCCbsYhCEozN/quuhB1TYQKpew8Ckga4cBi//4Av/pCNeNu+8abbPZlfl4zq4n3+T3MHIHYzZNZSSelEDJDFesdd7fp3MY1KTq2KNgujWtikZaEYI1S9zuBf/Ldmq+F2V1+vQr+hrSSxCArO85I3wRyTZsyDlhUVA5AsiVVkW7kdiCpQUB7en2578caDwrZt5wkQbW6/TdT62695kaBVxPPqP11LQfexK1uibayqm6EyNXUk0+5WAxvrM4fWL/5ms/nJFzpBbgIM1ca2zyvcOdoYnGKETMf/LXt94aiL6iSPRxpppLo21Cwk0IR5z+kT6y+Q2RPjUXufZNZk6Gl7qqi7Cc4aN/0vAWgqok0vmL5TZJPsALwkmmSsxiqyWmopddKbl4TJsiGY6c0eezgfFYxgmUrS2rdWPCmnabQzaOpGQmWkafnq6YbDGoZOHz31SPKUnpQgfKIb2IhgRjQ/FnU+pu3G3pHSYY0IkwaRpQjec87txaqhDBJaKjDnjP456z7GxVBJWpBesmnYiVO1vxNhBmATHajM0fuevHO7GHZI11o0zp+0RDIU8RLRdVJkm5y1ZemWTHLkw0zRbXU+weSJmSPj8QZv0iBXmsXX61BMCin47EZL2IaUJgtR2Q9AVXa8uSdI9SJehnzYfoOhe48ZfDOUau3tRQr5fqQVl8KVLgknTHBhezqs/+ATAr6J1KY5QShgjMRE5zc/qo6TgKLOGbmkaWkZ0I+5eVvKqfSe532sbqEIi7gyBZ5uRI17+dFWdVjpnocdM/aFWRxJMGmfcW+18UCGcFukeplsVQSC6Sq7hmwJmN9c4b9AYFyQW4yWNAxzUrigILXiOY96TCXs0r6+euq8K/XYCDjJ76BS5pUpJnZQqn6dBhTQJnUuCSQKIZkV4p5cfpqjKK7EIpkse6QR+h4HRBIwbiGWrWf1yoF6AGC+ErPlnD7/3sVVmx7MpSNctBDotbH7tKIIG8vpnVr9sricJJs2z53M5A0jECTHNemZ1d4T1FsYfYgVT59lVZd7WQJVCyp/AvG1CY9ZCRznmxZdTKqF+srSRJJg0T1yziOEK+qMIiCRLChEQABPPdLgb6/r2sto1ZUQ+lP9TgHP6+hTFo5GRiaG+cYdkWmDH03821JUEk+ZZWnvBKVvktbeL7bs1zV0Pze4Y79lJmQL3orXtrsppnaRfoLByAIMjxrwxC5QCOqPE3fCA2fpDsZ4kmEGYdW91xQNEdPogdD1Uu+w04sowVLOXt7GAEo6adnfD8Fj1hvrvkmAGYQWIXYytrW0ZEY0ZhO5llwNFgKCrujJrWP2iewcqKtfbS4IZpBn2VTsvB9H1Q968f5DwT7Rbw2iasdRe33BgojKGUjtJMIM02yK/M7H+YEwz9EHST3YbHgECvCXQdpTpYs2tEEkwMXASnsq+6VPH2YDdWNWDsZ4+zcAuZPpdlXMB/QwMwZAKZjDKzDoUtKjKpOI5Cz/KTP0yTytJMH3mZNXsqrKi1sAlKmgqE7YnQGFmAndBJf6XSMWoAx0K4xMQnizxWm82G/KyKzbvsncJyp6ZtxykRtEQsFksBxfem7xUuEMBbUkwm2bZP2Pa8aSEbtSJdjFeG8zEhBWmLCQM+ykA0Aqm0LzSuiV3RVs4flfl2wzedygsrlwZo7h10UG3l7obLsqVMaVrHEOeYDaFUbgTjONB0dOhxpwUNvY5K8DqxSXK8JfJ7e7leOevmXolWL9OmtjFRDJjKhBEgkhcWur23J4xSmWRIkOaYIRzm0XRnwZjRFLnTBAN0ZetgVD56PlLvvhy1nHFozvzzgox/pH62C0EKijoOs51dghf36QOLR3CyGIB8gqAYAAcECYsg1MY3GoFTU3GvdvgjGDwex2yBCN2E8z61Ykm9jI1dQxxe3M/KbqXdHV2qkNZqqPHwXrIUbDuPtFQT/vuKwSXvYngJ8uMjzXjCxFsh/0Glp33hLrlWOjNPoRWfIzQsjeg/TTgcMWmh298FAotLdFHHtl3F2paiKxoIDAkCcbrci5WgBM3eyizcXmbGjCMe5rUrjbxFz//5OmwHXQkYO3vgaD7vWi94xroP4qAeplZ1O13RMHva6CO276fghwKob3uZgQ/ejflyuvAGmhKddm8RU+lvLMh0EGKl37mIeitrryGwCdsCuD8jaaHniCydOSx4hU3MAHQ5i9UoWCHppGVmMaD9clEJIyrRmba07LtiBOQf9IfQZbI7k3aF8vReue14AzcydCIUSia8X9Qt9sx8oIJBbHxhkugpZgkdfDnpWP23o1qa0OZt3qzT6MhRzAtM6sOJy2Y12nJ/yyemCFiate5po7Op1CFzspVAMZkymVt8VW3Qd0qRrSBUBCtt9citPLTjFuleUeVI7/qzJh6dT69AB2Nj8SsN7AKzLqmTpE7mIGh2N16yBFMcmAD/DXOh3TGKQTjSXvQChUUYtiN9RD/jlqY0fH4P9H53ycHTddIHRe6LoF14kEx9Qq++zra6m+NWW/AFRjrNWv+PvH+ARpwvzkoQBLMACbVP3PKAawpLwOUNwAxA2pKefko/ut9UIbZY8rpeGI+Op8XucMyqxRddB0sv4qd9SOw9GW0339HWpQnoteDhcHfjuhKhqewy5WPOneHuE+T8V/MT4EkGPNYha25sdq5V5Dw/mACWTT7Wlh22j3mDmZj7fnQfvphgCNOfvO831Qif2rs6BXt/7oPgf/9J/kKhJEojOsY+JpZ/4QUZRR0TADBz4wfFPAPUJQW0SykBV9UlaL3He5/f5UWxbKsk8H8LrIMqsjqeqsrFxFx5WANSFyOFlZfDGX4yKgqhD56B20P3A3e2DxYqvbrV3GUoeiym6GURTdF0r77Eq23XJEhl9TcZVIpCrFIWyLeITUGtxPTh4qiLCiuW3SP3Omk/AE1Y9ZxShURzovNLqeXgZKUdhRFuGWHnWH7zVRYd90bUCNfCwXf+C/an5gPbjX+AA9qEce6oouuhTJm64h6iCd2beWnaH+sHtziH1R9zXQuwjmIpBAAt4LwtqpYrxs2Z8ErZtrmYh25g0nSrHpdlfUEnp56q5fIClN+IdRf7QZ17NbgQAB5hx8LZdTofg0Cr72AjoUPgNs2Jmn08YuhEgeKzr0C6rb988cF3n0dvPZH8MYWaD98i9DK5V0HluwsRqaDYGfINeJB4z5nSBVJMEma7g1nV1arzHeA0WWnnwFFvCwVzboK6vid+pPMW6+g46F7B+XIoZQ4UDjzT1C375+DLiguch+6B8K4LpcKgToooOxdMn/hilwaV6yxSIKJhZDJ3/2uyie5y4AvowrlF6Dw7MsM8/u+JfTh22i97+a0+ispxSUonH1NWLudwGvPo/3hOdm8W4kx96QT8Q32Oo+woxoSJasJRsRu2aq1tGOw/UXWn37iWGuB5VtmWDJx1YijU6HrYljE/UyfEvrsQ+N+Q4/L16fvsjF3fKGiYSi+5K9QRo/rp0fni0vQ2fDwoOyo0jlnRAhpuj6rrH7xfensd7D6ymqC8bkqrmfGuNL6xj8OFoCiX5/L2QCGM9U+RwMaY34Bis67EpYJu/QTI+45xM5B++aL3r+pKtRtJ8Aybjso2+wAKiruMugj6gqD012YobduhP7zGmjffwV93U/QVq8CQsHNVcSFbuHsa437ob4l8MISdCx5FNzRPqAhDn5j6gA4SMAGJu7QdTJAElfuTGwjUop01tZayDJvWN2iqHGDBn8sydEg2wnmUQIdWeL2bDlYT4LfnDHZUWpzrEupV3Zy5hrCKK/wgqthCXMnI0im86nHoX37JWiYHdbd9oa6wy7GC494So6n6OvXIvTlZwh9/B70H78FCopQ8HtXWEfGwMvPoGPRg12hJbKsiNciBfCzjhW6Qq9B549Um77efu/iZ7NsKClTN6sJxu9yLmXG/jrjtLK5nodThlIUwSKhPRFOG4y+E+nTIJnz/wLxrN2viJ2I3xs3oUTVQ+x0dA1Q+58ejSfzh+eAtey60CWQrrP+MCnKw466hucTmYeh0iarCcZX7fwchB0HKwnWylnHlYzozPuJkDkvR6YWbl6+8URsxjzflLwEKgVef9F4Lcq252cGfCEou4x0L1qTwLCHXJOsJhi/y/kOA5PErGmEO4bXeS5M5ww21ThvUBiXp7PPZPVFZSNQePp5YV+XktVHJDniGNZ2383QvetT3VXy5YtLWi10yvC5Tz6RfOG5JzG7Caba+RQTjhfTQoAW0kO/S9fEs2vKCD/U9wBENkPN4PVi2f5XyD/FBXXr/gGeUq62phk+RR1P/juj3BZMj5voUUddw+9N1x/CFbObYFwVdzPo3O75I9DP7VrgyC3nPfVJqufUf075sRxSnkl1P6mQr249HgUnnwU1zItSKvoLK5MZoa9WoH3eP6A3Zd1OZoPD7UluHOe0AZ/ejrKaYDZMP3GGqlrqe0FGWMUh5dDSeYtSGh8yWxPYi8BUBWdeEDtAVZrWob5hHTbeegW4STzEZU1hnZXzymRu6pgTltUE01FduWMHsciy1ysei9jJ/JzXMWHCXc+kxG3Yf7bzNNZx/yYTh5ggZ0oFZeSWKLrgaoh/Z1LRfU1ovfUKw34mWwoBb9ndngP66ltbC8vhL0+2TJ7cfyQLlo/UP911gX51LfTBMqtIN75ZTTAvTZ6cv8+Ojle7L3p7gicsJsG42+72zE4GqN7p5YcpVuVPuo7JJPyNsgw5stpQfNU/oGwxNhlwJF2G9tUKIzB5FtnDaKRqh+iaZT8CHwHmnUDKKDDbjfgNYYybxZIRmUEhwjoQNWma/prFynfa5yxZmnRAM0Rgln0m/VFrqik/W2FlTkQ8GesJeKykuOQmuu1B096s66ord7SSfgQznagQDmSGsDYT3vhZWay7TUThrCszV/f2VrTe9zeEVmRP2mci6MwiIgwL2+b4sTUyTpAu8i8R83KLqj5RVKDeT7ctaIpfWGa2SACVzBoIV1UV+0uDqzdlCQivnJhIBe3EWMXE70PHtyqUzqDCm8PwM+sBYioj0HYKMJ6JxgBcnG3HoEizQ8LJ8PTzQKPHQi0dGTa9yWDMrIjxIi55A2+9gsCrzwGDmGhtMMbfs08RxgqAn4jvCUK9JxdsbbKeYMQEbahxXmdhXGnO5W6wl9Hg9U+KApSNgHXH3WHZY5IRLkH4Fonjk/AvSksRZ4fODmi+DdBWfIzgO68abgWy9EBAHKJA68B8Q+nc7E5Zm6ZVldrlIy7WLljt/IaArVLbU3ZJF97TyvBRCH74DtgfZtetWiDsYSx77QfLr3Y3Ln+FK4FRkkU43ZcR4ln6848R/Pg9hD79ALqIDRwhiFS+81TDCC/4+ovgHg6T2YV+crQlpqUlHcUV9NBDPydHYnql5ATBCMjWnn7sHnn5+cty5Ugz0GUgIsYV/+X2rmwDoSBEOITAGy91fdiRii0PqnBuLBsBdZsdjEBVIs6vIUPsckwUcUkr8klrn39sRKPj9T8j9ON30Nesiu4WoFqQd+gxsB56NNSx24DbWtF629XQVn1totdcr0IbdZ1nDpa/3UDQzRmCESD4XOWXgpWbsvcq9pepJHtpV57m8TuBVAtCq79DcOkr/UMqRJj9glNnwnboMb1+FR+/9uVnCLzzGkQA8IhxeUVMX3FtKTJFWqwgq9XwsI4awpl1cDDY9Qokdh0d7WBN63J0jFDEbkkc06x77w/LbhOhlPVOminuZdr/eXv09U1kZIS07rW/8W+y2RD471PGnU4uFQJpOvMjpfWe2OkXMmjgOUUwm0kGyl+zIXxC5HVARoAo694HAOLeZFMRyeD1dWsQ+uhd46ihr/4+7K5AxG0pubEe6D7u9OlIpI/lpvXQ1qxCaPn70NeuNo4kvH4tWNdTtjzFXQ8NHwl1y62MWLzqDjtDHbONEWcmXNF9G9A25yYjhETfIo5zwlnTsuf+sGy/I8Ql9uaiaWi96zqIYFrZVHp+jH3vE40Tq7gEZrxur/ccmi3jyjmCEcALM36ElIcZGJ4tE9FTT3KUYdi19/xyHxJmEHrTOoRWfIzQB28h9PUKcIvIEtC1LPOOcSJ/WhwxuAKdCH3/NfSfV3cFi/r6c6CzE3qnkWesi3Q628Ht7eCOtsg7ksIikC0fIkyn+BLEDkjsUsRxTexUlNLhRjS7mGlue/TQMxeSseMZvxOse+4Hy467QRnTPzJed9PgsjfRVve3zJl+AYgCDYxOYmwk4rU6k7hX0Znoe2L+2kJoDxFbmKEpRGWk09Y62LCKJMK2DIxl4Kd2aAeMcS/JCv+KnCQYMSFcW2vxrf5gLoDTSDxSZ1FRRm6B4tq7oiaz7zkcQQrBt//XdSwIBVF04TVhswnEDYGuGcG3SQsZT8naTz8aux5xBOl1vFJViPzS4uNXy0aCRCYDccSyWgEaGPTB95eifd5tsB4w2fgnbBybMAMz4g3fe2PcQ052A4K4P9GXWVUs6WjXHh1qmQVylmC6F8ryqqri0fbOv5FCZxBT1ljgFp77Z1j32De+9R4luFN8giLX5vY2tNffiuDy9zdXEqlRiv98a+z82MlSwoSczqefQEfjv0zUTH4VkUGACc/k6/hTfn1Dnzikye8vkyXmPMF0g89VVTZ/qTJOQeBGjTCRmLfJ9BcncdTJO74qoz5cgac4eogjSHcR7geGj1OMzJLp+BD0Fj9Cb76EdhHgUFwyp7EQ4NVB8x0B+7U0f74vjV1nbFdDhmB6zgBfcMoWGwOhnTQtsJOqKmNCGsaAmXQFW6tMowj65viODEX4NH3NJDKD0lRKln2ImSVBBMUx3LjMtB58pPF8KyLzD3Zpc9+C4Htv9CIYseNStxgzaKqJJ3FxnAq+9QpETOA0R8rTSv9fwAAAIABJREFUGXjIUVBwGd3x6NpBAyEDOx6SBJPIPLDLVeindWvBhvtA2ot4aVHGbmtka1S33xGKvSxqitiUKcjctYN5/xf/PLGDKb7oWojL6XQWkZkytPLTrovuFR9DXHwPRiHgC7vb0z+L3GAok2F9SoIxOSHe/5u6DbXwSuAX/yWTTZNeTeQ5su1/GCwTD+669IySizrZnYuPuG3uPyC8nzcfkUpHdOWYDpOmNtn9C3nGMeiDtxF840WExIvX4JcvHJJgws6CJJgwsIhk9j3/s4jdIV6lmtd8sJG5d+yZwV7bZC+D7aAjkHf4caDSFL3Kd7RBW7vGsKo1jiJv/Ld3WAUi2CYdAnWn3Y28SyRekkxa/saDn0gO1/H0AoSWvZlRCdp0xmdl9Z7+CafiGVyO1h3SBLNx5rF7hLSCWcw8CWC7QjScCYWGxUKPQoYJKwm3/IxdBsLvyPCWTtIxRV+3FsFP3kXo7VcRWvW1iEnQlV4kWhJ6cT8lDAMVxXgBs+xzIGwTD06OX5OmoflyV3ifqkGeFUkwkSdgSBHM+nMr9reFqEIHTiWdRzKRVXwSHNUGfpBXr8nuhfFZwRnngwqLTLYIX01b/T2CrzyL4AdvQ2/2DihvtTC0U8Zth7yjphjGcWb9mSINoPlPM8DeDQMaXyoaS4IZ4gTTVDPlFBXqLJ2x56YcRjlHrOI5O79iAIHuO9oNQ73O5zxdrzDJLKoKy4RdDevigWQxaLv3RgQ/fDuZmiVFliSYIUowvprKo4n5Bh3YJ9useeNd+QVnXQjb/ofH28yoL+5VOp6Yn3LfHbLlIf/k6bAd/GtAERmb4yudTy9AR+Mj8TVKQ21JMEOQYHyuynowT88Fz2oz30jx5X8zEtXHW0SMljb3renLT0SE/MpTkXdMZdx3M8F3XkPb3L/HO8SU15cEM4QIRrgGjHWEPgPxkAk+RaqKoiv/YcRyiacI/6W2ebfF0yQ5dRUVecdNQ375KXHJEwTT/mgduHVjXO1SXVkSzBAhmLUXnLJFXnu7OKTH96WlegWmWL5h6PZ/10HEkDFbQl98gnb3rYZNyaAU1YKCqjNgO+IE092HvliO9vl3QORSyqjC+MJRLw3tws1Jzlx28uyqsubW4DIGhI/RkCrW3fZBYfXFQH6BqXELj+j2+++E9l3/OCsRBQi3hS3GGrFbehrZifoiPIOIgCdenYStilkzfRF+oUgc7UZHDrvQUx8jf9LNl2VcJkgCrSupa9hSZBkwNQEmKjFDaa6edqzOvDzVSQRNqJNwlZwhGJ/L+Q2AbRNGIkMaiiDcIm4KCooQy+9JhFIQYRPyK0+DdeJBpkYggk21P3Sv4bNjulhtRvArpXSEYWwnYur2LgTrfodCHTOuK0PAa8+bft4WaWyLxO7LJDl2LHwAoU+WxXyOZxGi37sBgpSiRdUzjUHUiszEeKSEtnCR2x05YI7JzkSmjKay4CKFsT3ZtKMddy8RazsrS04QjP9s59Os47jIMyCWG20kcCcDbdBpJam8Xhf5bHTkESm7ieBUBIiwaIrIcTMYRnXWPSYh76QzU+o0GPr4XbTOucm0pzEVFht3JSJQVOvd1wPBQESYlS3HIr/894ahnRHsKZpRXg8pha5LTBNkXF8Zs+H13eF5GPrPa+JqmlhlbobC9fYtm6+k2pc74pUhLMj91RU3gGgWgEKxVkvdnoEZNsWrRJLrZz3BeGsqp5LOT4R5LWoV4QVDrN07vCD0Eu56ZiNqaxWqrQ0ZrgC1wlq3FqitNdJ4drsH/HzBKSMLOjvKdY1PhsITwWT+YmMAkyPi0Radf5XxIaes6Dpa//EXhFYuN91FwannwHbA4dh402XGc3asIo474tgj7Gk6n3rcFMmI41XRuX+O6w4plh49fxfJ3EQA8TSWIDPeslmUmwrnLHomVppY33lTttMDymUK6FQAmwmFgQdK3Z4z0qh30rvKaoLh2sn5vh/tnxLRdgYywiRXIb/O+KcDI68cyHbVIJzZVY7OjaERHeBpAJ0D8NhUPXtbJx2MglNcvWPLJnm6ta8+Q+sd15pOzyqcFwvP+TOUEjuaL+oTa1pRoBQVg9vawCKwd/duRVFRfM2dhi9S6+3XRM9i0HMXM+tKiOyTqSgi4l/LlTNTITq6TLEeCUFmWsukNwGkEeNnVrgFzNsTlCKCEQpTpGzo9S0yod2qqAcUz1mYPakuw6CR1QTTfHZltaaze9MgmIgW6CG6NBWXYuurp+6rQPMoRsbH5Bd13HYoPPsyKCO2SL7wTRLbH74XgVefNy3fOukQiOwEIjdRy8VnGnFpxEuVuBsysp7m5Ru/CQM6BALQfvgG7Pei8Lwrjdg17Y/VI/C//5jqz3rI0Sg87RxTdeOtFHj5GbQ/6o632aDWJ+D2ZOVVH8yBZDXB+GY434CCAwHSWadLS+cuSqkVltflbCDAmaoJy/tNJfJOOLnrg01yYCvhqNhiOAt6Tasv4uzmVZ4GYkZL7SzjnoQ3tkAX/kAi+LdIVaKoUIpLjMDevLEZ3OwzCEb4RHV4/oXOZ54w1Z86equu3VISQz6IC22RpqXtvpvBHe2m9MiESgxe/hV+2G+S+70BXxgP9niylmDaXZWHdEAXQVeHWwj7Datr/DTVYG6sqbhYY+WWVF4Aq9uMNyLmGz47Ii9RNKIRH3ggAMvW46NG2Be4iOfjjbXng9n8S6rtwCNQIHYVqgWdSx5DxwuLjXxH0Ypl5z1RdGGtUaXt7r8i+PG7pqZFHKkKzrwg5mWv/v3XCP30Q8RwEN1ZENi3AaEvVyD44VumL7RNKZriSgR0UkDdq2T+wl8C7qS4z1SKz1qC8bkq/wnwEapqPWPYnAVxvLkmDqf/bOdprOPBxCXE2VKQS9QIEV0/Gvc3IlRDhDxIoo646Gy745q48h6JGLuF5//FyGMkdgOtt9caO4JIpecxTwQH33jtBXHZrOSf+FvkTfldRPniWb7l8mpjlxTdAT5zw2pEXQFGrhf6rcPdsCDOlZKx1bOWYNbPmFJhIctOjvqGm9OFblfg8GBnuvoz24/Y9RTNumpT9sXwrYw8Qe5bYr7qiJi/4rlc3Wo7WA6cDKVPDODAGy8i8Opz0L79arN9iQh0ZTtgsmGVq/SwJhbpX0Xys9DnnyD4/pubiCHyqMTxMJr7AHvXY+PfrzJyN+VaIUJIgTprWN3C+3JpbFlLMKtmV5XNsy9orq1FKJ0T4qt2doKMW/+MKcJWRaQNEfmUwhWRKzrw4pIuT+QotinW/Q5DQcUfuiLjRQrDqWmbM0KK4491171h3euArr7Fka5vEQZvgU5wix/tj/8TIl9RpGI7/FgU/L4m4u+GY+b9d2RkTJgBLoY2QL/G4V6cQZniBjiiTc2zlmCSM/z4pXhdFd8RKON8nYZd+Q8juFOiBGM79GjkC3IpLgG3t4IKiowdR+jblcDGlq6Ur2O2BhUPMy56RewY4SwpMjYW/K66665IZIP0rYf2/TdAYaFxlyQcMYV1r7ACFulpOx6p65VTqae+sQgmsPRltM+/M+YuLP5ZHbwWzPgOFvXC0jkLPYOnRep6lgQTJ7Zel3MxMab0tlqIU0gKqouXG+vuke1Ioh2RhBtA/u+qoRQUIrDsTXS+uAQFzj8AgU60L34U+pofDI2FEaAIaiUIo/PZhV1HHiIUX36LYb0b+O+TRs5ssVsRz+0ilQl3dhikIGxcbEeeCIRCaH98HkIfv9cPhVhHpMALi9G+4P4UoJd+keJ2TQO7O6BfmS1pYBNBSRJMnKj9PKPiTJtKc/vG7Y1TTNKrC3+kvGOnRj5eRLrkFQRx5T+MJ+eOpxYYKUDEMcp26DGw7nsoAi891StFiXhCN3Y5zV4jraxBPCO3hL7h517+R8IxUhCMJry2H55j1BPpVkRaW0FQrX+7HCLtSM8iyEtE5otU2h+8G4HXX0w6dmkVSGgnYGFHfsHFWwyBHEqSYOJcXSK7QMvqD1r1LuvLjCniklU880YqkZ6pRVaCollXIvDmS8YOpPuORjhcFs68HLpvA9rqbgFEwG/xYrXbRFj23Nd4+hUvS8JpMpwLQb7zD7Bs/6su0vr8481qiYtgy857IPi/5xD85JddjHB2LKy5FJZd9oowBEbLpdOhx2HHkwmTQ0Q6s/4Ng16zEP+tuK5xRSzXgUzQO1k6SIJJAMlM9NyORTCRDO3EUUYEf+p6GeodvsF28FGwHfRriEDgwmhOeG4L+5z8384wyEPsQFqEbU3PmDJEBkkImSK9SOfLz/byZhZP3iJLpe5vQuCFJZvRt4zfGYXn/Cmiq4TYIbVceU4aPKPNLwiRcA3g5wF1vaJy17cUAgKk6QpxE7Hlp5BV/779Z9vKcQsWNJmXnDs1JcEkMJf+syvfZJ0PSKBpUpuIC1SxAxFHGUEEwps5Wml/6B4EXnuhVxUaVoK830w1jh76mlW9m4v0I/sdZsjmZj8C7/wPpFqQV/F7wzZG7GL85528+WikDB8Fyx6TYBm/k7Gr6XzlWaC9jzGqLQ+2g4+EeMLuGTLCdnQFCk6K7Ncn7nva6m9F6OsvgFAwqTgmIkw8xmnFoa1G3Pbkj4m0HyptcppgRFwNWrAgqfEVReoTa1B5msHpzZPac0UKR8Mtxnbdk+wxEcrI0abWqwgwJexI0NkzkgAh74QqhJa9AW3TZW5fYda99oftGKcRqkFv9sO6y55dOw1m+C/4vXHfrWwzHqKeeC0Sr0vBD9+JuNsQtjbipQr6L1bFRRdcHeV41KWRcEUQl8MBkavpq8/6jMMUBEmrRIT19jrPyKQJzFFBOU0w3pqK5aQrn7NOs5PhAOk/p/xYDinCuWZQYnSIewrLr3aH7bBjYNl1n4T8lYQ1rjB+61lEiAVx1yKsbyMVslhg2esA5B05xSATsXsSpWPRgwi88V9j9ySM8oIfvRv3MUY8Zxed8ycjyJbZIgJJBd99zcgyKY5wZmPPmJUfsx7Ro466hgHkiYnZQ05UyG2CmVHxCil0qDC3Z+JPVCh/L3E3PBDvzPlcvx3P3PkgEQvHyrRjJo4jtqPLYd190oBjpoQ+ehet9/UOOCVcDISXdKygTOJupXDG/0FE3RPGc+JFyXiGfvAehN5fGtXPSRm91ebn7r74F519GSx7J37iFHqLS2qxc0p6Tqfwi0ULMCaNqvf0De0X79LK+fpp/1jSiWjzedN20gPaMgBGsNpNHiotpOMTTcWLwVDw31vOe+qTcDp5XeVHEOhIguJi8IgYzi8pGZZwHMw7usLI9wzhYZ2kIgJBdSx+tJc0yx77QvgeCWdCcX8iiKO7KFuMMchNXNyKXU7gpacRXPGRYXcjLoJpmN2w0BX2M8JmRrwuGUXE8R09zojQJ7yZ++6cRBUj5W3NpVH9qEwNW1gMt200fKU6nl0ITdzVpKgwc6uD1AnkXpSOMHkpGkV6xOY0wQgIfTOm3gtFDxNtiHQQd4KxEYQOYvqJwcLW3QFGMRQUgTl/MHYsQm/b5OOQd+JvoQyzJ30liLuM1rpbDBuV7iJ2McrYbbriAYvE9eIiVaR+FfFfxD95BUbc3M7/PQvti+VdRxJFgbrVtrAdfpxBEJrICClCNnS2G5fCglSMf1r8YWPjihAPxZfdFD0Gjq4bNjbC1sZsEZkS2u68Dtr3X5ltkkA9+lGDVq+z+ujI+obUsVkCmmVSk5wnGAG2v9r5FhP2yyTgo+lifHhX3ArFMdyUyuK4InYdIhi3eGomRUHhzMtEeL+I7cXH1zrnZnBT7xQg4vijjt8Z6lbbGAQjFoje4kPos4+iHqFEyE9BNjRySyi2PGg/r4H247ddWQbCFCM8w/TZRjDxiEXE1H33NQReeRaW3ScZmSvJ7og6rm5ZwaUvG35LqS5E5Nd13OEI2m+j+fOFm7csPRAYEgRjkIyr8m0G75sNsy+eeQtnXxMx5snmMQSDxtOxuGTVVvYOh1N03hXGRxmtaN9/bYRgEPYtaS2qirxjYydeC339Odruvn5zojWRMsW63+GwHf6bmKlOgh+9g7Z7bkjbsBjcSkx/ddR7bkxbp1nQ0ZAhGDEXXlfl4wSObIueIRMmnoCHXXuPkYOoXwkFEVr+vmEYF1zxccQo/+r4nVB80bXhPZx7CBUvMO2P1PUjqJRBYctD4SkuWA88IkYwLUbrrVcgFC7+DBHU7SYYOxrLpEOhFA/rp+5gpZlViJ8oqWvM+DWWsvntI3hIEcwmkjlfAdcykJZsAYlOpLhAzSv/fVdkO5Gg/ruvup5l330d7G8Ca1pM0XnHnQRhsh+riB1M5+JH0fnyM7GqDuh3cYwqnHWlqRS34lVIGAYKY77IhQCbDdY990XeYcdCnbCzcXwSr0qtt/wZuhGYKv2FGfNK6z0z0t9z5vU45AhGTMGGc343Tgl1XEegaQCH2SZkxkSRo6zrY2TuetnZ2ByXvQflF6Lg9HNjhqHsYjDNcGoUMXS11avitmWJhpiIV2PZbR/kO081XqpiFUEMrTddGl+K2MIiI9C4Omo0gp8siyv2cCx94v1dvFYqpFxlr1t0fbxtc63+kCSY7knsqK7csQOoZugnKQqNZmbbYL0apWphKWPGoXD6RcYFrJlixID56F10vvy0sRPo+Vxtpn3POkZK2Qm7Iu83Tlh22MUUtKI/kcNI+ybbH2bID9gmOtz/TuVTVrxTkvb6Q5pgeqItjOkIwdPA+q918HgQ7AAVCIBEpseeReQJJZ1COuBXCM0gflNn2ouYd8u0ODFCb3HcKph+kWEgZ7qEQgh98QmCH7xteEMbr03Cg3qTV3VYOYoCsuVDcZQZZv/W/Q+Duu0E012KWDFtc//eKzyE+caZV5MIt9vrPLMzT7P0aSQJJgbW3Rkfe/1lRv8k52svOGWL/PaOTwfVRynKWNQddjai/Yvn4USKvrHFiAEjAlcFnvP03tkQGb5KtokHQdlyq4SN5joWPYTO/yxKRL2MbEOAz+72ZPRdX6qBkwSTRISbXZX/1MFnJlFkUkUJy2CRPVJY5iZaRE6k9rl/7/W6o5SNQOHsa437j4QKMzqeehyBp5+IvkNKSPjAGolg3NDUimBeaIOi0wRotIcqXEaYJjGEIWbkQswdKujA4iHsUiAJZmDrb3Nr7/RpTqjaI7TJLSFJYpMuRvgEiRi6lp32SEw2s5HYXlwIdxfh2V00u9bwpI67hIJodd9i3Puk3WEx5u6VRQLze+zuxvN6VhUpizeusW+vsrJrELiRmbcPl1JYRHSwgC4a5m64M25ccqSBJJgkTGTLmVWHa9bg0wDiuORIQscJihCWwvknnGy4IyRSRPqT4Htv9CIYER5T+BzFU8TzuLhzCX3a27s7HhmprEuET+11nl1j9eFzVVwPpnNBcPSvS/c73A1nxZKRq79LghngzIo7Gl915U9EHPv9dYB9Jbu58CEq+O30yClKInSYDIIRl8atd13fFWohAwsD7SE1eOjIOU/1j04eRt/VZ0zZqdCmPgJg714/E9501HkOysAhpkUlSTADgFnE5/WveX8VmMx74g2gv1Q0Fc6N+SdP7/IJMhmJYkAE09mBzucb0fHsoohWyKkYZ1wyWUChXGN3L+rKgRtH8dc4lzNjl+4mDP641N2Y4Hk0jo4ztKokmAFMTHNNxQKd6aQBiMiYpurW4w2rXyPodgyiSYhgmA2fKRGgyjAYzODCxP9zjN77SKqtTSipX5OrYo0C2lIY3JGuP+qYu3jIBqaSBJPgQm+uLj+LFapjJkuCIjKvmcVqGOSJ9K3CQI5s4Z+04yWY0Kfvo/OlZyD+LWxdMr3ooEPL3A2vJapnc03FFGbFw8zERLeXuhsuSlRWtreTBJPADP502jGjCgoK32ZgmwSaZ3wTwwJ3+x1hO+QYWHbaHSKG7uai612vPn1fkS661jCw23w0EPFzv1qB4DuvIiRM96OE48w0QEIdoa1GPDiwYN6+6orPmGgsgy8pczfWZdoY06WPJJgEkG6qcd6gMC5PoGnWNbHssLORtcA68SBAtRixe9sfq4f2+S/BqkTqk6Lz/2LEgkGLv8vb+7XnDYLJxqIS7zqsrrF3/Is4B7JhxoknkaIeFSwovHooJFiLBI8kmDgXjqjuczl/BpB1r0YJDPWXJkSw7rIXaMzWCInYtz0SoIlodiL8gshZLeKwiJSz2VwY+q9L3YtfGugY3nVNLJzkfi9yJPWBdpAF7SXBxDlJ62dMqbCQ2hDOsKqvKGYGEX2lQX8Imv6jRbXcx0BXOH5ZMhYBZrq2tL7h6oxVMIsUkwQT52R5XRUfEij2syNhPan6aSWj9nmh+zVCWPuSqj0u/A/j7FZWTyMCDFpQ6m44OY1d5mxXkmDimNrHq6psR5cG2yj6LiTIxI1au3ZhuItCn6uiBkx3gjIrt3UcMOR8VWb+tJ30w8e4l6zP+cGmeICSYOIA2D9j2vGsaE9FbMLwWS3KqUVzFkWuI0J31kyZRbp6qySZOMBPZ1Xmjnwoe+bLbAEDRl0STBwQeqsrHiCi0yM0WddZULC72RcDb03FmcTkFqmB4lBBVk0TAlZVOTHWH4o0qZLV3UiCMTl9L02enL/PBMcyJuzctwmBVpaM2XOXeC0/m2oqphCThyCcdmXJLAT4MYe78ZTM0in7tJEEY3LO1p9+4lhLgWUluCtL5ObC8NnH7jUyXnLpbt86c+oJoZD2BBNFjS1iUk1ZLQoCIlecSXcrkWv4h+d8lvEnL1iwKU2lhDYRBCTBmERNxO/tJP6Ee7wAiYBCwWJthxG3DdDq01XxGEC/NamKrJYAAjrzCkVR5oP5CgD985z0kUki7LmKP5bN8TycQHeyySYEJMGYXApraip2yWf6qPsFSTiysYYby+Z5/mxSRMRqfpfzKgZfE8ff14F2OaTaE6gDauiIkjlL3m6uqXyUmU09QRPoHbu7IWsygmbipEqCMTkrLTUVu+hMYgdjYMaMtY56zxjxl86kiIjVvK7yhQRl6kDlyPbhESAgGLTyoSPuaXzr5xknHp9HlgY2ZSZAusJadUn94n9KbBNDQBKMSdyaXJWHKOBXRXWxYHXov0mGObmQ56uuXAXirUyqIqslhAB/Za9r3FE0bampbNDB5WbEMPCDY8xe2yV6x2amj1yuIwnG5Oyur566r4X0t43dC+ApdXsqTTaNWc3vcnYwkBezoqwwMASIL3HUNd4qUtQAnR+ZDXFKoKfs7oYTB9b50GwtCcbkvPvOm7IdBdUvWIeuWqzHDJuz4BWTTaNWW39mxf6qlZbKiUgGmjFkEP3QmZ8/SdgqGUclxfKUuEszU0SOo5W86oqh7rxoBquedeS6NonYateUEYVQPgPR+/Ym64mUpOdLf7XzaSYkFn3bpO6y2i8IhEi/akTdYiOlq9flbADgNPsREPCuolovTtYfl6EwL2axHQpYRB2jcL0fj3GvaazUjKhf9E4yABHJ2vLaOsT9SzzOjxqI1ExL8ZEMPOKVYYSkjLORyBRQUufZvfty3lft/A+AY0wLIrSD6bHOgvzLR60OeZP1hybOYWRN9XjnJ2sGlgpFfWdPvddx36JzkiXbN6O8DoriMiuPdf6flodL1QBVg+gsAg/l+ftC15SLFAvvBuabzGII0MagGpjcM1vAJheQ0+LiKwYzkVez6seL1ynz/Q+tmkN5gcY90zy7qoxuW9AUd8MwDXj26WP9rc2fmTH6Es0JaLG7PSXif6+cdVzJiE7bGwSKmbMnGbpmkgzxggcF0+33eR7q1qupeuo5KvFdDDbjcsE64aayut72S/6aaROg6w8yYT/EkEPAeh3kIVvoBsfdS77JJHwyTRdJMIM0I74Zzjeg4ECT3esWqBcXuxfeJuqLj4FZXwrwL0FwTQrK9mrMeKe03tPP+E14qCus3mYqoBfjP456z7F9seBaWFrXTtulLRiamKfysdCV0SzsnBQw6WgDKe+wFni1IxD4eMuHnhNRDWWJgYAkmEFYIv4a5+2s43wzUfHEBOlMDaX1DZsN8bwu54UEGGQz1IoOvFXm9hwQbtwbZpRfrSpKzFxGzPxtaX3jdkMNu8EYrySYNKPuc5VfClZuAJkLncnEn5bWNfY6CvlqnC+BMTnNqmdGd4z1bUHt0DHzl4SNKO51lb9HUPaJoWyLY9NxMzMGlbtaSIJJ49x2xYDBPLM+Rwxe7nA37tHXHcFXU+kDsz2NqmdMV0QIatD+WFa35NFwSomXOVt7++poITBEWtjVXuuoXRcs2JgxA8tRRSTBpGlim2ZUnKsqdFe3L1O0bsW5n5hvcdQ3/qlvvZYzqw7XrKHngbietn8RQ/wToLRBUbaBpg1aAPJNT8zvqyrPK7YEHvJ35v8d4BlmpkPX9TllcxdHfM3zVVfcRESXRTGia/3Ra91SEowZtAdWRxLMwPCL2bqLEIJzibCDiEcSszC+UNhyacncJxrD1fW7Ku5mpnPM3N/0a094Hpw3c11e87qRbBluCagTAuByIuU4Yt4+pm7JrRBUteA+w+Y9ZSRY+uaMyY7hNvsruomA6grxEyV1jVXR1PHVVDSBqTRcHQa3rvbaJMEkdz7DSpMEkyKQDX8XClxHjEoGRw0mRTAsWjaC6KF11vY/TbjrmYjJm/2uyrcZvG8Can9g91r3j2QY5q+p/JKZx5uXSx3M+nqFSBj+hRj8MzGGM2OCGfIjkA41dLB9zpKl3X16p5cfRqoi8hFFfW6O9JLUU3d/dcXDTPQHSTDmZzQVNSXBJBFVrp2c710zrFKFOguM3XRgWGSAhZ0WBRj8jR6iBnIodaV/X/RdLHV8LqeIdD88Vr2evzNzq4O2GEVud8QkYC01lVM1ZpFSJeaxiYBOTef/84f8/9pu/su+Xh+2q/JJBp8QSz+xmVPA99jdjef1bu8UT80XRmvPwJelbs+EaHVaZlYdrmnB54D+2RvkDibW7CTvd0kwycMS3mqnOAr9sWcgbxKhY4xlpZgJAAANhUlEQVQLBwZB6WRwC5g+UQme9QHvg30/0Fjq+GoqgmAyHyicSRimneCoa3g+hmylyVXxqQL6VSwdAKxr2agePO6RhSv71t20CzHlCMrQl5W6F0/sK8PncnYginc5EX1tr2uIudvyVld8TUThnqPlHYyJSU5GFUkwyUCxjwyurbUALxsk8PLLwLqRI/WqBQtC4v8PJEDVhnN+N86idX7LbMpitUsrxp8d9Z4bzQxzU6YDE8GVKMjgS0vdntv7yhW7uObVpd5Yx8JN7XxfYtXYvh7Kza7KJ/XouyBh1eyIhaXXVfkPAs8OM/b2H+UrkpklMeA6kmAGDGH6BBgxaRR9KdhsFgJeH4S6x0j3ojVmtPy52rmXjSBi3sR2voxAXFxVZfOXBpcD2CFWnwxuduQFxlGfOycjNEZA/SrSi5vRbszew2MFgfK5KqsAfqzvnQ4DvlK3J+wFcCyd5e/xISAJJj68BrV2c3X5WTqUuWYuUQ1FNwVYMqs0u6aMaIHlvzp491htGHRbqbvhon47GEDxVTtfIcIhsWQQkb+kybIVhbFH8bkq1gC0ZXgZ5LeP2XNEbIL57XjmzteJsEVPOcS0zl7fMCqWfvL3gSMgCWbgGKZNgvDmhq7PNNmhzx5wbEfz5/e6hI3V1uuqfJzAUZ+Au2TQIoe7YVo4ed5qp0iNOyvW4tJBP5aO2XPbcEThqymvg664wodRMEcwQjd/TeVrzHxwTz3DWUfHwkX+nhgCsdZAYlJlq6QjYNxt/OhYZDY4FTHuttd7ZsWrSLOr8m86+JJY7YjodXtdQ9hdipFil7QnY+60Ijgdir590088EhbLs+D+mS8Z8DvcnrJYdzBCTrOr4j4dVNOLYHQ8UDrXc0asMcrfB46AJJiBY5gWCVxVVdw8PPg46yai3zHY7vZYiOLPeLDhnJMOUkOh12MOinmpo74xrDe4QQ6qRTwRR7ZnMd6p6U+OuoabI/Xld1Vu4HAe4wyfo97cHUpLTfnZGitzevShMeiiUnfDnTHHKCsMGAFJMAOGMD0C4iIY4p8cdY2jE9HMcMaEEvGj75YZLRC2QTCK5floOxgi7igZ7S+l2pfFk3TY4nc5P2fAyATQsxDjO3u9Z1sz4/PWVE4l5oU96vpULXhotwWxGRmyTuIISIJJHLu0toyLYHRljmNuYpH3/C6n8JfqZfwWdqC6/nfH3MUXh/utZUbFuZpCd0cDiJlfKq1v/HW0Or4a53/AOKZfHaJvHXUNpsItiNS8gZD+ZHfKWCL61F7XMOQCdaV1sfboTBLMYCEfZ78vTZ6cv88EE3cwDFYV3m1YXeOncXZhVPdVO58F4TfR21JQZ+38svrF94Wr53U55xFwVkQZzB0arEcOr3/ijWj9eF3O+QTDcLH3Dkahpfb7GkwF62qqqZiisOLpjlLHjLtK6z3nJ4KNbBM/ApJg4sdsUFowoDTXOB9gxqnRFBAhJe1ujy0RJb3Tp24DVX+RgKhWskxo7wBPGh2GxISePpfzXQL2jqgDUYOj7pcAWpHqRTKUI+B2u9sTzoCunyhBMCpoETMsIoVsMKhPHnG/jKGbyPpIpI0kmERQG6Q2G6rLz7KQMjd6yAf+yuFujGnkFm4IwpDPSvpzDDiiDpH4W0dd+IhwYqe1944OEbe4IJwM4RdlUbCfmR1Wi6vyfI35jj5P1QEF5CpxNzxgZhqMHYxODSLAF4M+cXgtE2UmADPIJaeOJJjk4JgWKYYDXyj4UtTL0wFkIVw/Y0qFqige4d0ddZdEuMNe5wnrkCgCoze3BteHI0EhVSGaNqyuYZEZwDbWTDslxNq/ekX7J/ZaFMvk4jkLRWbGmKXriETiktfKwOxw7g0xhcgKCSMgCSZh6NLfcJ1r6mgL9B8iRmsj6KpO1w+rb7g6Ee18Myv+DI3+Gr0td2ps/XWk+5NNT9QvhN+94EuHz7qr2R1Em6uyqpP539SD8UTyM7vbYzpcRdcOBo+DSLcXFGxPdzy6NhFsZJvEEJAEkxhug9bKV+0MRYrnK8IotBHvE+5uxIzCvurKRSCOmnNbYXqwpL6h38Vrt/yW6sprNOK/hOmPQ0E+MJ77D79r6u911v5F3U9AxlZGucbuXhQzsHd3/15X+REKFA8Yr9nrPTHDSJjBSdYxj4AkGPNYZURNb7WzlQiF4ZQxfHvqGkxZuIZr762uWE5Eu0QaqLhADkDZJpLzpLA29q9xLAbj6J4yjA0I4T57XYNZNwej+UaX88IQ47buExuBOxUtNCkeG5bVZ0zZqcCqLgl0dkzb4sFnTR2rMmKic0QJSTBZNpH+audbXcnB+hcGe0vdjQnlSmqdecLEkGZ9hoGRkSGh+x3uhojPzyKZXHNr8zsM9DLyY+bVjrF7bxPLObFvv/6ayjnMfHb3f2fmF0rrG3uRV6zpY5er0Id114dzzIzVVv4+cAQkwQwcw7RK8FVX3sLEF4ebOJF32V7nSciIrLmmYorOJEIbhN0dAYiZ6mNT/GER8rKneqwHtT+U3R8+C0A08ATBgLmm+8K4DdrIMe4lIqJfXKX5vGk7ldy9MGyak7gEycpxIyAJJm7IBreB4Uioao3hnAAJvNzubtwtEQ2bXBU3KqB+WQyELCN+rsJn9EzXGq6PppoppyisPtLrN8KLjjrPUYno5HNVLgTYSDhHTEvt9eaM6xLpS7ZJDQKSYFKDa0ql+lxOEbt3676dDMQMvslV8agC+l04xRm0uNTdUBFrUN4ZzgtJ+SXjJDEFFIvlmGFzFpgKodlXvjDYA2MiFITsnY6R8YaeiKWv/D31CEiCST3GSe/BW13xABGdnkyC8c6oeIUUOqyvTHF/UlrfONbMIPwu51UMXNtdlxmvltZ7+sk0I0vU8VY7vyXC1jpRXVmcF8Rm+5D1UouAJJjU4psS6eIookJ9UJi/9+xgIDsYr8u5kvqEuSRCCJpaYZ+78GkzA/G7ymsZSpcNjvAZULi8pK5xiZm2fevU1sJy4eqKFToQunNM4261tTBiGsuSXQhIgsmu+er6dkVsmLLQB33zGCWdYIB3S9ye/c0EdhJ69SQY8aQdtPKhI+5JzO/HO718b1ZpekdAvztSHuosnLohp7IkmCyd8r73HWIYAyEYX03FGnDvGLg6ab+PlAM6HGxel/NCwuY7mLagGjxs5Jyn3stSiKXaSUBAEkwSQBwMEcJtwAptBUAl3f0PiGCqnV7QL06ORPRTSaFlV7ptgXBcNFWEL5OFVI/xSE3sDVlwXKI7GFMdykoZj4AkmIyfosgKbkr0Nn2gBMO1sPhXV2zoSVY6uK7M3bjZyM0MTCJdLnPHh0RUxIy1OixTY8V8MSNX1sleBCTBZO/coWX6CbtpqvXD7ti3xPjMXu+JaOofaaiCYJpXO9f1DNOggw4tcze8Fi88vhrnS2BMBvgnja3TJMHEi2Bu1ZcEk+Xz6auuuAlEl4lhMNHXpSZSqvYdcl+CEa9HJTzKHi2XdSTYNpxdWa3q7CZgbYjlDibLl9eA1ZcEM2AIB1+Ar6aiCUylIql7qbuxOF6NBMH4VjubCBi2qe0HDrcnckS6KB0YmR0doY0MfaXNYju9aM4Ceckb74TkUH1JMDkwmetryq+0QLmGmNpK3A12s8/KPYfudzlXb3ZSjCOfdTj4DENAhSYUKnkX2eb8e2kOQCyHkCACkmASBC7TmvmrK98E6SNLimz7xfPy0z0On8u5DJvi6CoBdeeS+Yk7B4qwDb7VjnsKmG7Or2/4ItOwkvqkDwFJMOnDOqU9bTjnd+OgdbiCoeC/t5z31CfxduZzlS8EK1OJSC+pa7AmkrStZ58iTEIidzjx6i3rZzYCkmAye37i1k5Y6Cd2RCq/mqFeDPB6h9tjKudQ3MrJBkMOAUkwQ27Kww94/bkV+1uDyl1gaDIsglwUyUJAEkyykMwBOc3V5WfpUHd21DdckgPDkUPIAAQkwWTAJEgVJAK5ioAkmFydWTkuiUAGICAJJgMmQaogEchVBCTB5OrMynFJBDIAAUkwGTAJUgWJQK4iIAkmV2dWjksikAEISILJgEmQKkgEchUBSTC5OrNyXBKBDEBAEkwGTIJUQSKQqwhIgsnVmZXjkghkAAKSYDJgEqQKEoFcRUASTK7OrByXRCADEJAEkwGTIFWQCOQqApJgcnVm5bgkAhmAgCSYDJgEqYJEIFcRkASTqzMrxyURyAAEJMFkwCRIFSQCuYqAJJhcnVk5LolABiAgCSYDJkGqIBHIVQQkweTqzMpxSQQyAAFJMBkwCVIFiUCuIiAJJldnVo5LIpABCEiCyYBJkCpIBHIVAUkwuTqzclwSgQxAQBJMBkyCVEEikKsISILJ1ZmV45IIZAACkmAyYBKkChKBXEVAEkyuzqwcl0QgAxCQBJMBkyBVkAjkKgKSYHJ1ZuW4JAIZgIAkmAyYBKmCRCBXEZAEk6szK8clEcgABCTBZMAkSBUkArmKgCSYXJ1ZOS6JQAYgIAkmAyZBqiARyFUEJMHk6szKcUkEMgABSTAZMAlSBYlAriIgCSZXZ1aOSyKQAQhIgsmASZAqSARyFQFJMLk6s3JcEoEMQEASTAZMglRBIpCrCEiCydWZleOSCGQAApJgMmASpAoSgVxF4P8BJDBLwZvO5hIAAAAASUVORK5CYII="/>
          <p:cNvSpPr>
            <a:spLocks noChangeAspect="1" noChangeArrowheads="1"/>
          </p:cNvSpPr>
          <p:nvPr/>
        </p:nvSpPr>
        <p:spPr bwMode="auto">
          <a:xfrm>
            <a:off x="155575" y="-319088"/>
            <a:ext cx="666750" cy="676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" name="AutoShape 6" descr="data:image/png;base64,iVBORw0KGgoAAAANSUhEUgAAARgAAAEcCAYAAAAcH6uaAAAAAXNSR0IArs4c6QAAAp50RVh0bXhmaWxlACUzQ214R3JhcGhNb2RlbCUzRSUzQ3Jvb3QlM0UlM0NteENlbGwlMjBpZCUzRCUyMjAlMjIlMkYlM0UlM0NteENlbGwlMjBpZCUzRCUyMjElMjIlMjBwYXJlbnQlM0QlMjIwJTIyJTJGJTNFJTNDbXhDZWxsJTIwaWQlM0QlMjIyJTIyJTIwdmFsdWUlM0QlMjIlMjIlMjBzdHlsZSUzRCUyMnZlcnRpY2FsTGFiZWxQb3NpdGlvbiUzRGJvdHRvbSUzQnNrZXRjaCUzRDAlM0JodG1sJTNEMSUzQmZpbGxDb2xvciUzRCUyM0YwNjY1MCUzQnN0cm9rZUNvbG9yJTNEJTIzZmZmZmZmJTNCdmVydGljYWxBbGlnbiUzRHRvcCUzQmFsaWduJTNEY2VudGVyJTNCcG9pbnRzJTNEJTVCJTVEJTNCcG9pbnRlckV2ZW50cyUzRDElM0JzaGFwZSUzRG14Z3JhcGguY2lzY29fc2FmZS5jb21wb3NpdGVJY29uJTNCYmdJY29uJTNEdGhyZWF0MSUzQnJlc0ljb24lM0RteGdyYXBoLmNpc2NvX3NhZmUudGhyZWF0LnRocmVhdF9hNiUzQiUyMiUyMHZlcnRleCUzRCUyMjElMjIlMjBwYXJlbnQlM0QlMjIxJTIyJTNFJTNDbXhHZW9tZXRyeSUyMHglM0QlMjItMjAwMCUyMiUyMHklM0QlMjI5NjAlMjIlMjB3aWR0aCUzRCUyMjQ5JTIyJTIwaGVpZ2h0JTNEJTIyNTAlMjIlMjBhcyUzRCUyMmdlb21ldHJ5JTIyJTJGJTNFJTNDJTJGbXhDZWxsJTNFJTNDJTJGcm9vdCUzRSUzQyUyRm14R3JhcGhNb2RlbCUzRV5Rg9QAACAASURBVHhe7V0HeFvV2X6/eyV5xpKdAUkIK4SyV8JeoYyyYssJpqUFCiSWCRAg/IxSoJhRRqFlEywnJYwCJSSWE1YZBcoKK8xAIOxAQkhiSXa8JN37/c+5joOHxpUsyZJ8zvPw0KJzvvOd95z7+oxvEGSRCEgEJAIpQoBSJFeKlQhIBCQCkAQjF4F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0BWI+CvmTbBXrdwZVYPIoeVlwSTw5M7FIbmrXYucRQWzKA7Hl07FMabbWOUBJNtMyb17YWA1+X8UgW/MMzdeA4BuoQnsxCQBJNZ8yG1iQMBBhS/q/J7AHbW9fNL5zbeH0dzWTUNCEiCSQPIsovUIMC1tRbv6g++V4DRAFY53J6tU9OTlJooApJgEkVOtht0BPoQDBNwtd3tuW7QFZMKbEZAEkwGLwaeXVW2trltTLFitbAeDMFi0UPFamsglNfR5l/TuW3ryDZasCCQwUNIqWp9CAYErLa7PWNT2qkUHhcCkmDigis9ldk1ZYSflcdBdETYHhkaEdoAtDDjEyLlgRL3oscy+ZKzqaZiSlld45JkIhiGYKCDLih1N9yZzH6krMQRkASTOHYpb+mrdl7OoNkgHhltohgQf70Z4BaF8Jwe0u5zzHvyxZQrGKMDrqoqbi4NPaYz78bES8vcjb9Lpk59CaZLNv3ocDdslcx+pKzEEZAEkzh2aWkpjkn+1sBFAF0KwGqmUyKEWMeHrGgPlNYtuctMm2TW4dqq4ubV2sU69IsIGEZApwqUF7s9zyW1H0DxVVesIqIxm+Uy0BbUdh4zf8mKZPYlZSWGgCSYxHBLe6ufZ5x4vFWx1BEQz19ncfG50gblmgL3okfSobR3evneiqo8qQNjeiyu7x1uzzap6N/nqvQBbO8pm5kfLK1v/GMq+pMy40NAEkx8eA1qba6dnO9f43gSjCPjUUTsaHQdzzrcngqi1Bmjbag+6SALaS8yOL+Hfkyk/MVet+j6eHQ2W9frcoYIUHsRDNDiCDi2pvnzfWblyHqpQUASTGpwTalU34zyW6GQODbFNX/ilaXE7RmXistg/4xpx7OiLwFY6Tl4AnW0IjRujHvJ+mSDIi7Dfayu64cCA2TRDrTPWbI02X1KefEhENcCjU+0rJ1KBHznnngkBy3PEdDrg47VJzO3QlFOL61rWBSrrtnffTWVR4PxFMD974gIbzrqPAeZlRVPveYZJ1WwGvKwuOXuW5huddQ3XBKPPFk3+QhIgkk+pmmT6KuuuAlElyXQYTtZ9Kn2exc/m0DbXk2WV1UVj3EE1xKhMKws4kscdY23DrSfcO391c6nmHB8WNnMSx31jQemol8p0zwCkmDMY5VxNZmhNJ9d/ijrysninTqeQqCm5iLLhHG3LWiKp13fur5q5/MgHBVOBgP+IGPyqHrPBwPpI6xsl6vQj59/AjAsPLHRD/k6jsyvb/gi2X1LeeYRiHNZmhcsa6YPAb+rci2DR8Xbo868uqy+MWHLV5+rsopZ/zdR+LsgJvqktK5h93j1MlO/ZfoJu2mq9eModYMBTS8fNW/guzQz+sg64RGQBJMDK8M/c8oBrFle73vBamZoBHrK7m440UzdnnW4qsrmLw2KQE8RHQwZ8JS6PZXxyjZT31ddeQuIL45al/FnR73nRjPyZJ3UICAJJjW4pl2qv6ZyDjOfnUDHDGvoaMc98Vn++qZPnQFVrx+MD3yda+poK+kfgTEiWv8EvdbuXnxNApjIJklCQBJMkoAcbDHrZ5841tpq+ZiB0nh10RmflY717UO1L3eYbet3OZcysH+0+opCrpL7GqKTkNkOe9Tzzaj4MxT6a6ymBNxtd3tmxaonf08dApJgUodtTMnGC0yJNrx03qLvYlY2UcHvct7GwIUmqvarwrpycencRX8307bJVXmISvrzzNTToK5XU7GwdOKzSuuSGwRqVVVVWbEjuIwIMS2DFeInSuoaq8yMSdZJDQKSYFKDa0yprTOrJgb14F0WRm2yfHS806duQ4r+AQiOmAr0qUDM35T4bDuZCf9g5v5D2KZYFJo2LIn2NkJls7sXY3iMFxz1nqPjxSKe+sLYj1JgRBiPDplcVxLMIM2O/2zn06zjaCsrBxXVL3onWWp4q8s9REpFAvJ0C6mnFtctfDRWW2+181UiHBKjXiAU5MNG3N/4Vix5Zn8XrhLe1Y6vN0Wwi92M8Zyj3vOb2BUTr7HR5bywCMq/yb1oTeJScrelJJhBmNuWmVWHa6Gg8Cy2tfisw8ctGJgtSs8h+Fy/HQ90fpnIsBhYUur2lMdq66upWAOmLaPVI6A1xJZjhtc/8UYseWZ/97oq/wHos8mk0Q+DFpS6G042Kz+Rel6Xcz4zWsrq5V1POPwkwSSyqgbYxldT+QqYDwOYHe7GuEz9Y3Vt3FGUBlcRIljWRhVATXZ3g4g9EzE6f+v08r2DqvIqgKKoohiBkI0PG3FPcnYwIv8RWF/BfXydoumggG4pcTeIMBcpKz5XxRqAfmrxWo9M5h+KlCmcZsGSYNIM+PrTTxxrybd8BSBPEIw34C/bbv7LSfP6FUGY/D++/yqIDoh3aATSFMLJ0e5NmlwVNRbQnTpgi7GDYY24IhlR7N51TSwcz1t/S8Qj4xlTiPSrRtQtTokXt9CDzzjD4bf5NwD6RpBykqOu4fl49BsKdSXBpHmW/dUVDzPRH7q6ZdahHFbmbngtmWr4XeVXM5TaRGQy8xOl9ZFfXsy+VCXzFak3ZuZGxWAEdZw1KoWpTLwznPNJwR9BCCGkzHTMWzTXnHZDp5YkmDTPta+moglMhq0KgXRd044onbf4f8lUY/25FftbgpRYqAKmHxz1DeMi6eOd4XyBFHPxaJJhByPcEQB+PG58GOutun5M0bzF78fd1kSD2lpYLlzt9AMoZEBnnc8vm9t4j4mmQ6qKJJg0TjdfcMoWvvb2n34BnZksfHwyvJr7DEPxVTs1k3ehfZqS7nA39Arg1LNCVA/mvpJIuWoggaa6wkDwM+gTUMrMlDHwhQPK5FS97mw4u7Ja1dndrYuu83mSYPrPjCQYM6s1SXXChVdIRXhHkfGw2eXsYJMxfHsNj4GOjrYttnzouZ97/nfxRLzuR8dONsITAMabgYRBi0vdDYk8maPlnKknaSFdPJlbzPTVt44CWlCSohcknjw53z+hdCWIN4cvlQQTfpYkwSSyehNoIy5ffas/+JSACb0+XOAHEa82mVHmNhHMBkb8BneGbsQrSEeeTlDBSgGI88mInsd5RLCGDfAUBhMCAgT6l0b6q2D+ttS9+CUz0HlrKs5UQG7mxMjFGIKC0+33eR4y01+8dXyuiusBuqJnO0kwkmDiXUdJrc+zjivxBfJ+JEZxL8HEIXuTrciMBa1ZhbgWFv+Pzh9A2MJsmxTXCzK4XcSgYcZqRcE7pFleYpU//U+T8t3Jm5LHCYz8nfl/J/B0EfUyUZ3E3RbDtqPD/W/xWpfU0mVn1LEMoBJJMLGhTXgSY4uWNXoi8NNpx4zKLyhcHe4+IZ/pV8kMjGTsYKqdqzlzCCbsYhCEozN/quuhB1TYQKpew8Ckga4cBi//4Av/pCNeNu+8abbPZlfl4zq4n3+T3MHIHYzZNZSSelEDJDFesdd7fp3MY1KTq2KNgujWtikZaEYI1S9zuBf/Ldmq+F2V1+vQr+hrSSxCArO85I3wRyTZsyDlhUVA5AsiVVkW7kdiCpQUB7en2578caDwrZt5wkQbW6/TdT62695kaBVxPPqP11LQfexK1uibayqm6EyNXUk0+5WAxvrM4fWL/5ms/nJFzpBbgIM1ca2zyvcOdoYnGKETMf/LXt94aiL6iSPRxpppLo21Cwk0IR5z+kT6y+Q2RPjUXufZNZk6Gl7qqi7Cc4aN/0vAWgqok0vmL5TZJPsALwkmmSsxiqyWmopddKbl4TJsiGY6c0eezgfFYxgmUrS2rdWPCmnabQzaOpGQmWkafnq6YbDGoZOHz31SPKUnpQgfKIb2IhgRjQ/FnU+pu3G3pHSYY0IkwaRpQjec87txaqhDBJaKjDnjP456z7GxVBJWpBesmnYiVO1vxNhBmATHajM0fuevHO7GHZI11o0zp+0RDIU8RLRdVJkm5y1ZemWTHLkw0zRbXU+weSJmSPj8QZv0iBXmsXX61BMCin47EZL2IaUJgtR2Q9AVXa8uSdI9SJehnzYfoOhe48ZfDOUau3tRQr5fqQVl8KVLgknTHBhezqs/+ATAr6J1KY5QShgjMRE5zc/qo6TgKLOGbmkaWkZ0I+5eVvKqfSe532sbqEIi7gyBZ5uRI17+dFWdVjpnocdM/aFWRxJMGmfcW+18UCGcFukeplsVQSC6Sq7hmwJmN9c4b9AYFyQW4yWNAxzUrigILXiOY96TCXs0r6+euq8K/XYCDjJ76BS5pUpJnZQqn6dBhTQJnUuCSQKIZkV4p5cfpqjKK7EIpkse6QR+h4HRBIwbiGWrWf1yoF6AGC+ErPlnD7/3sVVmx7MpSNctBDotbH7tKIIG8vpnVr9sricJJs2z53M5A0jECTHNemZ1d4T1FsYfYgVT59lVZd7WQJVCyp/AvG1CY9ZCRznmxZdTKqF+srSRJJg0T1yziOEK+qMIiCRLChEQABPPdLgb6/r2sto1ZUQ+lP9TgHP6+hTFo5GRiaG+cYdkWmDH03821JUEk+ZZWnvBKVvktbeL7bs1zV0Pze4Y79lJmQL3orXtrsppnaRfoLByAIMjxrwxC5QCOqPE3fCA2fpDsZ4kmEGYdW91xQNEdPogdD1Uu+w04sowVLOXt7GAEo6adnfD8Fj1hvrvkmAGYQWIXYytrW0ZEY0ZhO5llwNFgKCrujJrWP2iewcqKtfbS4IZpBn2VTsvB9H1Q968f5DwT7Rbw2iasdRe33BgojKGUjtJMIM02yK/M7H+YEwz9EHST3YbHgECvCXQdpTpYs2tEEkwMXASnsq+6VPH2YDdWNWDsZ4+zcAuZPpdlXMB/QwMwZAKZjDKzDoUtKjKpOI5Cz/KTP0yTytJMH3mZNXsqrKi1sAlKmgqE7YnQGFmAndBJf6XSMWoAx0K4xMQnizxWm82G/KyKzbvsncJyp6ZtxykRtEQsFksBxfem7xUuEMBbUkwm2bZP2Pa8aSEbtSJdjFeG8zEhBWmLCQM+ykA0Aqm0LzSuiV3RVs4flfl2wzedygsrlwZo7h10UG3l7obLsqVMaVrHEOeYDaFUbgTjONB0dOhxpwUNvY5K8DqxSXK8JfJ7e7leOevmXolWL9OmtjFRDJjKhBEgkhcWur23J4xSmWRIkOaYIRzm0XRnwZjRFLnTBAN0ZetgVD56PlLvvhy1nHFozvzzgox/pH62C0EKijoOs51dghf36QOLR3CyGIB8gqAYAAcECYsg1MY3GoFTU3GvdvgjGDwex2yBCN2E8z61Ykm9jI1dQxxe3M/KbqXdHV2qkNZqqPHwXrIUbDuPtFQT/vuKwSXvYngJ8uMjzXjCxFsh/0Glp33hLrlWOjNPoRWfIzQsjeg/TTgcMWmh298FAotLdFHHtl3F2paiKxoIDAkCcbrci5WgBM3eyizcXmbGjCMe5rUrjbxFz//5OmwHXQkYO3vgaD7vWi94xroP4qAeplZ1O13RMHva6CO276fghwKob3uZgQ/ejflyuvAGmhKddm8RU+lvLMh0EGKl37mIeitrryGwCdsCuD8jaaHniCydOSx4hU3MAHQ5i9UoWCHppGVmMaD9clEJIyrRmba07LtiBOQf9IfQZbI7k3aF8vReue14AzcydCIUSia8X9Qt9sx8oIJBbHxhkugpZgkdfDnpWP23o1qa0OZt3qzT6MhRzAtM6sOJy2Y12nJ/yyemCFiate5po7Op1CFzspVAMZkymVt8VW3Qd0qRrSBUBCtt9citPLTjFuleUeVI7/qzJh6dT69AB2Nj8SsN7AKzLqmTpE7mIGh2N16yBFMcmAD/DXOh3TGKQTjSXvQChUUYtiN9RD/jlqY0fH4P9H53ycHTddIHRe6LoF14kEx9Qq++zra6m+NWW/AFRjrNWv+PvH+ARpwvzkoQBLMACbVP3PKAawpLwOUNwAxA2pKefko/ut9UIbZY8rpeGI+Op8XucMyqxRddB0sv4qd9SOw9GW0339HWpQnoteDhcHfjuhKhqewy5WPOneHuE+T8V/MT4EkGPNYha25sdq5V5Dw/mACWTT7Wlh22j3mDmZj7fnQfvphgCNOfvO831Qif2rs6BXt/7oPgf/9J/kKhJEojOsY+JpZ/4QUZRR0TADBz4wfFPAPUJQW0SykBV9UlaL3He5/f5UWxbKsk8H8LrIMqsjqeqsrFxFx5WANSFyOFlZfDGX4yKgqhD56B20P3A3e2DxYqvbrV3GUoeiym6GURTdF0r77Eq23XJEhl9TcZVIpCrFIWyLeITUGtxPTh4qiLCiuW3SP3Omk/AE1Y9ZxShURzovNLqeXgZKUdhRFuGWHnWH7zVRYd90bUCNfCwXf+C/an5gPbjX+AA9qEce6oouuhTJm64h6iCd2beWnaH+sHtziH1R9zXQuwjmIpBAAt4LwtqpYrxs2Z8ErZtrmYh25g0nSrHpdlfUEnp56q5fIClN+IdRf7QZ17NbgQAB5hx8LZdTofg0Cr72AjoUPgNs2Jmn08YuhEgeKzr0C6rb988cF3n0dvPZH8MYWaD98i9DK5V0HluwsRqaDYGfINeJB4z5nSBVJMEma7g1nV1arzHeA0WWnnwFFvCwVzboK6vid+pPMW6+g46F7B+XIoZQ4UDjzT1C375+DLiguch+6B8K4LpcKgToooOxdMn/hilwaV6yxSIKJhZDJ3/2uyie5y4AvowrlF6Dw7MsM8/u+JfTh22i97+a0+ispxSUonH1NWLudwGvPo/3hOdm8W4kx96QT8Q32Oo+woxoSJasJRsRu2aq1tGOw/UXWn37iWGuB5VtmWDJx1YijU6HrYljE/UyfEvrsQ+N+Q4/L16fvsjF3fKGiYSi+5K9QRo/rp0fni0vQ2fDwoOyo0jlnRAhpuj6rrH7xfensd7D6ymqC8bkqrmfGuNL6xj8OFoCiX5/L2QCGM9U+RwMaY34Bis67EpYJu/QTI+45xM5B++aL3r+pKtRtJ8Aybjso2+wAKiruMugj6gqD012YobduhP7zGmjffwV93U/QVq8CQsHNVcSFbuHsa437ob4l8MISdCx5FNzRPqAhDn5j6gA4SMAGJu7QdTJAElfuTGwjUop01tZayDJvWN2iqHGDBn8sydEg2wnmUQIdWeL2bDlYT4LfnDHZUWpzrEupV3Zy5hrCKK/wgqthCXMnI0im86nHoX37JWiYHdbd9oa6wy7GC494So6n6OvXIvTlZwh9/B70H78FCopQ8HtXWEfGwMvPoGPRg12hJbKsiNciBfCzjhW6Qq9B549Um77efu/iZ7NsKClTN6sJxu9yLmXG/jrjtLK5nodThlIUwSKhPRFOG4y+E+nTIJnz/wLxrN2viJ2I3xs3oUTVQ+x0dA1Q+58ejSfzh+eAtey60CWQrrP+MCnKw466hucTmYeh0iarCcZX7fwchB0HKwnWylnHlYzozPuJkDkvR6YWbl6+8URsxjzflLwEKgVef9F4Lcq252cGfCEou4x0L1qTwLCHXJOsJhi/y/kOA5PErGmEO4bXeS5M5ww21ThvUBiXp7PPZPVFZSNQePp5YV+XktVHJDniGNZ2383QvetT3VXy5YtLWi10yvC5Tz6RfOG5JzG7Caba+RQTjhfTQoAW0kO/S9fEs2vKCD/U9wBENkPN4PVi2f5XyD/FBXXr/gGeUq62phk+RR1P/juj3BZMj5voUUddw+9N1x/CFbObYFwVdzPo3O75I9DP7VrgyC3nPfVJqufUf075sRxSnkl1P6mQr249HgUnnwU1zItSKvoLK5MZoa9WoH3eP6A3Zd1OZoPD7UluHOe0AZ/ejrKaYDZMP3GGqlrqe0FGWMUh5dDSeYtSGh8yWxPYi8BUBWdeEDtAVZrWob5hHTbeegW4STzEZU1hnZXzymRu6pgTltUE01FduWMHsciy1ysei9jJ/JzXMWHCXc+kxG3Yf7bzNNZx/yYTh5ggZ0oFZeSWKLrgaoh/Z1LRfU1ovfUKw34mWwoBb9ndngP66ltbC8vhL0+2TJ7cfyQLlo/UP911gX51LfTBMqtIN75ZTTAvTZ6cv8+Ojle7L3p7gicsJsG42+72zE4GqN7p5YcpVuVPuo7JJPyNsgw5stpQfNU/oGwxNhlwJF2G9tUKIzB5FtnDaKRqh+iaZT8CHwHmnUDKKDDbjfgNYYybxZIRmUEhwjoQNWma/prFynfa5yxZmnRAM0Rgln0m/VFrqik/W2FlTkQ8GesJeKykuOQmuu1B096s66ord7SSfgQznagQDmSGsDYT3vhZWay7TUThrCszV/f2VrTe9zeEVmRP2mci6MwiIgwL2+b4sTUyTpAu8i8R83KLqj5RVKDeT7ctaIpfWGa2SACVzBoIV1UV+0uDqzdlCQivnJhIBe3EWMXE70PHtyqUzqDCm8PwM+sBYioj0HYKMJ6JxgBcnG3HoEizQ8LJ8PTzQKPHQi0dGTa9yWDMrIjxIi55A2+9gsCrzwGDmGhtMMbfs08RxgqAn4jvCUK9JxdsbbKeYMQEbahxXmdhXGnO5W6wl9Eg9i/+zg4fCeuOu8OyxyQjXILwLRLHJ+FflJYizg6dHdB8G6Ct+BjBd1413Apk6YGAOESB1oH5htK52Z2yNk2rKrXLR1ysXbDa+Q0BW6W2p+ySLrynleGjEPzwHbA/zK5btUDYw1j22g+WX+1uXP4KVwKjJItwui8jxLP05x8j+PF7CH36AXQRGzhCEKl856mGEV7w9RfBPRwmswv95GhLTEtLOoor6KGHfk6OxPRKyQmCEZCtPf3YPfLy85flypFmoMtARIwr/svtXdkGQkGIcAiBN17q+rAjFVseVOHcWDYC6jY7GIGqRJxfQ4bY5Zgo4pJW5JPWPv/YiEbH639G6MfvoK9ZFd0tQLUg79BjYD30aKhjtwG3taL1tquhrfraRK+5XoU26jrPHCx/u4GgmzMEI0DwucovBSs3Ze9V7C9TSfbSrjzN43cCqRaEVn+H4NJX+odUiDD7BafOhO3QY3r9Kj5+7cvPEHjnNYgA4BHj8oqYvuI4JTJFWqwgq9XwsI4awpl1cDDY9Qokdh0d7WBN63J0jFDEbkkc06x77w/LbhOhlPVOminuZdr/eXv09U1kZIS07rW/8W+y2RD471PGnU4uFQJpOvMjpfWe2OkXMmjgOUUwm0kGyl+zIXxC5HVARoAo694HAIqyuZpIBq+vW4PQR+8aRw199fdhdwUibkvJjfVA93GnT0cifSw3rYe2ZhVCy9+Hvna1cSTh9WvBup6y5SnuesQdkLrlVkYsXnWHnaGO2caIMxOu6L4NaJtzkxFCom8RxznhrGnZc39Ytt8R4hJ7c9E0tN51HUQwrWwqPT/GvveJxolVXAIzXrfXew7NlnHlHMEI4IUZP0LKwwwMz5aJ6KknOcow7Np7frkPCTMIvWkdQis+RuiDtxD6egW4RWQJ6FqWecc4kT8tjhhcgU6Evv8a+s+ru4JFff050NkJvdPIM9ZFOp3t4PZ2cEdb5B1JYRHIlg8RplN8CWIHJHYp4rgmdipK6XAjml3MNLc9euiZC8nY8YzfCdY994Nlx92gjOkfGa+7aXDZm2ir+1vmTL8ARIEGRicxNhLxWp1J3KvoTPQ9MX9tIbSHiC3M0BSiMtJpax1sWEUSYVsGxjLwUzu0A8a4l2SFf0VOEoyYEK6ttfhWfzAXwGkkHqmzqCgjt0Bx7V1Rk9n3HI4gheDb/+s6FoSCKLrwmrDZBOKGQNeM4NukhYynZO2nH41djziC9DpeqSpEfmnx8atlI0Eik4E4YlmtAA0M+uD7S9E+7zZYD5hs/BM2jk2YgRnxhu+9Me4hJ7sBQdyf6MusKpZ0tGuPDrXMAjlLMN0LZXlVVfFoe+ffSKEziClrLHALz/0zrHvsG996jxLcKT5BkWtzexva629FcPn7myuJ1CjFf741dn7sZClhQk7n00+go/FfJmomv4rIIMCEZ/J1/Cm/vqFPHNLk95fJEnOeYLrB56oqm79UGacgcKNGmEjM22T6i5M46uQdX5VRH67AUxw9xBGkuwj3A8PHKUZmyXR8CHqLH6E3X0K7CHAoLpnTWAjw6qD5joD9Wpo/35fGrjO2qyFDMD1ngC84ZYuNgdBOmhbYSVWVMSENY8BMuoKtVaZRBH1zfEeGInyavmYSmUFpKiXLPsTMkiCC4hhuXGZaDz7SeL4VkfkHu7S5b0HwvTd6EYzYcalbjBk01cSTuDhOBd96BSImcJoj5ekMnL5NPgAAIABJREFUPOQoKLiM7nh07aCBkIEdD0mCSWQe2OUq9NO6tWDDfSDtRby0KGO3NbI1qtvvCMVeFjVFbMoUZO7awbz/i3+e2MEUX3QtxOV0OovITBla+WnXRfeKjyEuvgejEPCF3e3pn0VuMJTJsD4lwZicEO//Td2GWngl8Iv/ksmmSa8m8hzZ9j8MlokHd116RslFnezOxUfcNvcfEN7Pm49IpSO6ckyHSVOb7P6FPOMY9MHbCL7xIkLixWvwyxcOSTBhZ0ESTBhYRDL7nv9ZxO4Qr1LNaz7YyNw79sxgr22yl8F20BHIO/w4UGmKXuU72qCtXWNY1RpHkTf+2zusAhFskw6ButPuRt4lEi9JJi1/48FPJIfreHoBQsvezKgEbTrjs7J6T/+EU/EMLkfrDmmC2Tjz2D1CWsEsZp4EsF0hGs6EQsNioUchw4SVhFt+xi4D4XdkeEsn6Ziir1uL4CfvIvT2qwit+lrEJOhKLxItCb24nxKGgYpivIBZ9jkQtokHJ8evSdPQfLkrvE/VIM+KJJjIEzCkCGb9uRX720JUoQOnks4jmcgqPgmOagM/yKvXZPfC+KzgjPNBhUUmW4Svpq3+HsFXnkXwg7ehN3sHlLdaGNop47ZD3lFTDOM4s/5MkQbQ/KcZYO+GAY0vFY0lwQxxgmmqmXKKCnWWzthzUw6jnCNW8ZydXzGAQPcd7YahXudznq5XmGQWVYVlwq6GdfFAshi03Xsjgh++nUzNkiJLEswQJRhfTeXRxHyDDuyTbda88a78grMuhG3/w+NtZtQX9yodT8xPue8O2fKQf/J02A7+NaCIjM3xlc6nF6Cj8ZH4GqWhtiSYIUgwPldlPZin54JntZlvpPjyvxmJ6uMtIkZLm/vW9OUnIkJ+5anIO6Yy7ruZ4DuvoW3u3+MdYsrrS4IZQgQjXAPGOkKfgXjIBJ8iVUXRlf8wYrnEU4T/Utu82+Jpkpy6ioq846Yhv/yUuOQJgml/tA7cujGudqmuLAlmiBDM2gtO2SKvvV0c0uP70lK9AlMs3zB0+7/rIGLImC2hLz5Bu/tWw6ZkUIpqQUHVGbAdcYLp7kNfLEf7/DsgcillVGF84aiXhnbh5iRnLjt5dlVZc2twGQPCx2hIFetu+6Cw+mIgv8DUuIVHdPv9d0L7rn+clYgChNvCFmON2C09jexEfRGeQUTAE69OwlbFrJm+CL9QJI52oyOHXeipj5E/6ebLMi4TJIHWldQ1bCmyDJiaABOVmKE0V087VmdenuokgibUSbhKzhCMz+X8BsC2CSORIQ1FEG4RNwUFRYjl9yRCKYiwCfmVp8E68SBTIxDBptofutfw2TFdrDYj+JVSOsIwthMxdXsXgnW/Q6GOGdeVIeC1500/b4s0tkVi92WSHDsWPoDQJ8tiPsezCNHv3QBBStGi6pnGIGpFZmI8UkJbuMjtjhwwx2RnIlNGU1lwkcLYnmza0Y67l4i1nZUlJwjGf7bzadZxXOQZEMuNNhK4k4E26LSSVF6vi3w2OvKIlN1EcCoCRFg0ReS4GQyjOusek5B30pkpdRoMffwuWufcZNrTmAqLjbsSESiq9e7rgWAgIszKlmORX/57w9DOCPYUzSivh5RC1yWmCTKur4zZ8Pru8DwM/ec1cTVNrDI3Q+F6+5bNV1Ltyx3xyhAW5P7qihtANAtAoVirpW7PwAyb4lUiyfWznmC8NZVTSecnwrwWtYrwgiHW7h1eEHoJdz2zEbW1CtXWhgxXgFphrVsL1NYaaTy73QN+vuCUkQWdHeW6xidD4YlgMn+xMYDJEfFoi86/yviQU1Z0Ha3/+AtCK5eb7qLg1HNgO+BwbLzpMuM5O1YRxx1x7BH2NJ1PPW6KZMTxqujcP8d1hxRLj56/i2RuIoB4GkuQGW/ZLMpNhXMWPRMrTazvvCnb6QHlMgV0KoDNhMLAA6Vuzxlp1DvpXWU1wXDt5Hzfj/ZPiWg7AxlhkquQX2f804GRVw5ku2oQzuwqR+fG0IgO8DSAzgF4bKqeva2TDkbBKa7esWWTPN3aV5+h9Y5rTadnFc6Lhef8GUqJHc0X9Yk1rShQiorBbW1gEdi7e7eiqCi+5k7DF6n19muiZzHouYuZdSVE9slUFBHxr+XKmakQHV2mWI+EIDOtZdKbANKI8TMr3ALm7QlKEcEIhSlSNvT6FpnQblXUA4rnLMyeVJdh0Mhqgmk+u7Ja09m9aRBMRAv0EF2aikux9dVT91WgeRQj42PyizpuOxSefRmUEVskX/gmie0P34vAq8+blm+ddAhEdgKRm6jl4jONuDTipUrcDRlZT/Pyjd+EAR0CAWg/fAP2e1F43pVG7Jr2x+oR+N9/TPVnPeRoFJ52jqm68VYKvPwM2h91x9tsUOsTcHuy8qoP5kCymmB8M5xvQMGBAOms06Wlcxel1ArL63I2EOBM1YTl/aYSeSec3PXBJjmwlXBUbDGcBb2m1RdxdvMqTwMxo6V2lnFPwhtboAt/IBH8W6QqUVQoxSVGYG/e2Axu9hkEI3yiOjz/QuczT5jqTx29VdduKYkhH8SFtkjT0nbfzeCOdlN6ZEIlBi//Cj/sN8n93oAvjAd7PFlLMO2uykM6oIugq8MthP2G1TV+mmowN9ZUXKyxcksqL4DVbcYbEfMNnx2Rlyga0YgPPBCAZevxUSPsC1zE8/HG2vPBbP4l1XbgESgQuwrVgs4lj6HjhcVGvqNoxbLznii6sNao0nb3XxH8+F1T0yKOVAVnXhDzslf//muEfvohYjiI7iwI7NuA0JcrEPzwLdMX2qYUTXElAjopoO5VMn/hLwF3UtxnKsVnLcH4XJX/BPgIVbWeMWzOgjjeXBOH03+28zTW8WDiEuJsKcglaoSIrh+N+xsRqiFCHiRRR1x0tt1xTVx5j0SM3cLz/2LkMRK7gdbba40dQaTS85gngoNvvPaCuGxW8k/8LfKm/C6ifPEs33J5tbFLiu4An7lhNaKuACPXC/3W4W5YEOdKydjqWUsw62dMqbCQZSdHfcPN6UK3K3B4sDNd/ZntR+x6imZdtSn7YvhWRp4g9y0xX3VEzF/xXK5utR0sB06G0icGcOCNFxF49Tlo33612b5EBLqyHTDZsMpVelgTi/SvIvlZ6PNPEHz/zU3EEHlU4ngYzX2Aveux8e9XGbmbcq0QIaRAnTWsbuF9uTS2rCWYVbOryubZFzTX1iKUzgnxVTs7Qcatf8YUYasi0oaIfErhisgVHXhxSZcnchTbFOt+h6Gg4g9dkfEiheHUtM0ZIcXxx7rr3rDudUBX3+JI17cIg7dAJ7jFj/bH/wmRryhSsR1+LAp+XxPxd8Mx8/47MjImzAAXQxugX+NwL86gTHEDHNGm5llLMMkZfvxSvK6K7wiUcb5Ow678hxHcKVGCsR16NPIFuRSXgNtbQQVFxo4j9O1KYGNLV8rXMVuDiocZF70idoxwlhQZGwt+V911VySyQfrWQ/v+G6Cw0LhLEo6YwrpXWAGL9LQdj9T1yqnUU99YBBNY+jLa598ZcxcW/6wOXgtmfAeLemHpnIWewdMidT1LgokTW6/LuZgYU3pbLcQpJAXVxcuNdffIdiTRjkjCDSD/d9VQCgoRWPYmOl9cggLnH4BAJ9oXPwp9zQ+GxsIIUAS1EoTR+ezCriMPEYovv8Ww3g3890kjZ7bYrYjndpHKhDs7DFIQNi62I08EQiG0Pz4PoY/f64dCrCNS4IXFaF9wfwrQS79Icbumgd0d0K/MljSwiaAkCSZO1H6eUXGmTaW5feP2xikm6dWFP1LesVMjHy8iXfIKgrjyH8aTc8dTC4wUIOIYZTv0GFj3PRSBl57qlaJEPKEbu5xmr5FW1iCekVtC3/BzL/8j4RgpCEYTXtsPzzHqiXQrIq2tIKjWv10OkXakZxHkJSLzRSrtD96NwOsvJh27tAoktBOwsCO/4OIthkAOJUkwca4ukV2gZfUHrXqX9WXGFHHJKp55I5VIz9QiK0HRrCsRePMlYwfSfUcjHC4LZ14O3bcBbXW3ACLgt3ix2m0iLHvuazz9ipcl4TQZzoUg3/kHWLb/VRdpff7xZrXERbBl5z0Q/N9zCH7yyy5GODsW1lwKyy57RRgCo+XS6dDjsOPJhMkhIp1Z/4ZBr1mI/1Zc17gilutAJuidLB0kwSSAZCZ6bscimEiGduIoI4I/db0M9Q7fYDv4KNgO+jVEIHBhNCc8t4V9Tv5vZxjkIXYgLcK2pmdMGSKDJIRMkV6k8+Vne3kziydvkaVS9zch8MKSzehbxu+MwnP+FNFVQuyQWq48Jw2e0eYXhEi4BvDzgLpeUbnrWwoBAdJ0hbiJ2PJTyKp/3/6zbeW4BQuazEvOnZqSYBKYS//ZlW+yzgck0DSpTcQFqtiBiKOMIALhzRyttD90DwKvvdCrCg0rQd5vphpHD33Nqt7NRfqR/Q4zZHOzH4F3/gdSLcir+L1hGyN2Mf7zTt58NFKGj4Jlj0mwjN/J2NV0vvIs0N7HGNWWB9vBR0I8YfcMGWE7ugIFJ0X26xP3PW31tyL09RdAKJhUHBMRJh7jtOLQViNue/LHRNoPlTY5TTAirgYtWJDU+Ioi9Yk1qDzN4PTmSe25IoWj4RZju+5J9pgIZeRoU+tVBJgSdiTo7BlJgJB3QhVCy96Atukyt68w6177w3aM0wjVoDf7Yd1lz66dBjP8F/zeuO9WthkPUU+8FonXpeCH70TcbQhbG/FSBf0Xq+KiC66Ocjzq0ki4IojL4YDI1fTVZ33GYQqCpFUiwnp7nWdk0gTmqKCcJhhvTcVy0pXPWafZyXCA9J9TfiyHFOFcMygxOsQ9heVXu8N22DGw7LpPQv5KwhpXGL/1LCLEgrhrEda3kQpZLLDsdQDyjpxikInYPYnSsehBBN74r7F7EkZ5wY/ejfsYI56zi875kxFky2wRgaSC775mZJkURzizsWfMyo9Zj+hRR13DAPLExOwhJyrkNsHMqHiFFDpUmNsz8ScqlL+XuBseiHfmfK7fjmfufJCIhWNl2jETxxHb0eWw7j5pwDFTQh+9i9b7egecEi4Gwks6VlAmcbdSOOP/IKLuCeM58aJkPEM/eA9C7y+N6uekjN5q83N3X/yLzr4Mlr0TP3EKvcUltdg5JT2nU/jFogUYk0bVe/qG9ot3aeV8/bR/LOlEtPm8aTvpAW0ZACNY7SYPlRbS8Ymm4sVgKPjvLec99Uk4nbyu8iMIdCRBcTF4RAznl5QMSzgO5h1dYeR7hvCwTlIRgaA6Fj/aS5plj30hfI+EM6G4PxHE0V2ULcYY5CYubsUuJ/DS0wiu+MiwuxEXwTTMbljoCvsZYTMjXpeMIuL4jh5nROgT3sx9d06iipHytubSqH5UpoYtLIbbNhq+Uh3PLoQm7mpSVJi51UHqBHIvSkeYvBSNIj1ic5pgBIS+GVPvhaKHiTZEOog7wdgIQgcx/cRgYevuAKMYCorAnD8YOxaht23yccg78bdQhtmTvhLEXUZr3S2GjUp3EbsYZew2XfGAReJ6cZEqUr+K+C/in7wCI25u5/+ehfbF8q4jiaJA3Wpb2A4/ziAITWSEFCEbOtuNS2FBKsY/Lf6wsXFFiIfiy26KHgNH1w0bG2FrY7aITAltd14H7fuvzDZJoB79qEGr11l9dGR9Q+rYLAHNMqlJzhOMANtf7XyLCftlEvDRdDE+vCtuheIYbkplcVwRuw4RjFs8NZOioHDmZSK8X8T24uNrnXMzuKl3ChBx/FHH7wx1q20MghELRG/xIfTZR1GPUCLkpyAbGrklFFsetJ/XQPvx264sA2GKEZ5h+mwjmHjEImLqvvsaAq88C8vuk4zMlWR3RB1Xt6zg0pcNv6VUFyLy6zrucATtt9H8+cLNW5YeCAwJgjFIxlX5NoP3zYbZF8+8hbOviRjzZPMYgkHj6Vhcsmore4fDKTrvCuOjjFa07782QjAI+5a0FlVF3rGxE6+Fvv4cbXdfvznRmkiZYt3vcNgO/03MVCfBj95B2z03pG1YDG4lpr866j03pq3TLOhoyBCMmAuvq/JxAke2Rc+QCRNPwMOuvcfIQdSvhIIILX/fMIwLrvg4YpR/dfxOKL7o2vAezj2EiheY9kfq+hFUyqCw5aHwFBesBx4RI5gWo/XWKxAKF3+GCOp2E4wdjWXSoVCKh/VTd7DSzCrET5TUNWb8GkvZ/PYRPKQIZhPJnK+AaxlIS7aARCdSXKDmlf++K7KdSFD/3Vddz7Lvvg72N4E1LabovONOgjDZj1XEDqZz8aPofPmZWFUH9Ls4RhXOutJUilvxKiQMA4UxX+RCgM0G6577Iu+wY6FO2Nk4PolXpdZb/gzdCEyV/sKMeaX1nhnp7znzehxyBCOmYMM5vxunhDquI9A0gMNsEzJjoshR1vUxMne97Gxsjsveg/ILUXD6uTHDUHYxmGY4NYoYutrqVXHbskRDTMSrsey2D/KdpxovVbGKIIbWmy6NL0VsYZERaFwdNRrBT5bFFXs4lj7x/i5eKxVSrrLXLbo+3ra5Vn9IEkz3JHZUV+7YAVQz9JMUhUYzs22wXo1StbCUMeNQOP0i4wLWTDFiwHz0LjpfftrYCfR8rjbTvmcdI6XshF2R9xsnLDvsYgpa0Z/IYaR9k+0PM+QHbBMd7n+n8ikr3ilJe/0hTTA90RbGdITgaWD91zp4PAh2gAoEQCLTY88i8oSSTiEd8CuEZhC/qTPtRcy7ZVqcGKG3OG4VTL/IMJAzXUIhhL74BMEP3ja8oY3XJuFBvcmrOqwcRQHZ8qE4ygyzf+v+h0HddoLpLkWsmLa5f+8VHsJ848yrSYTb7XWe2ZmnWfo0kgQTA+vujI+9/jKjf5LztRecskV+e8eng+qjFGUs6g47G9H+xfNwIkXf2GLEgBGBqwLPeXrvbIgMXyXbxIOgbLlVwkZzHYseQud/FiWiXka2IcBnd3sy+q4v1cBJgkkiws2uyn/q4DOTKDKpooRlsMgeKSxzEy0iJ1L73L/3et1RykagcPa1xv1HQoUZHU89jsDTT0TfISUkfGCNRDBuaGpFMC+0QdFpAjTaQxUuI0yTGMIQM3Ih5g4VdGDxEHYpkAQzsPW3ubV3+jQnVO0R2uSWkCSxSRcjfIJEDF3LTnskJpvZSGwvLoS7i/DsLppda3hSx11CQbS6bzHufdLusBhz98oigfk9dnfjeT2ripTFG9fYt1dZ2TUI3MjM24dLKSwiOlhAFw1zN9wZNy450kASTBImsuXMqsM1a/BpAHFcciSh4wRFCEvh/BNONtwREiki/UnwvTd6EYwIjyl8juIp4nlc3LmEPu3t3R2PjFTWJcKn9jrPrrH68LkqrgfTuSA4+tel+x3uhrNiycjV3yXBDHBmxR2Nr7ryJyKO/f46wL6S3Vz4EBX8dnrkFCUROkwGwYhL49a7ru8KtZCBhYH2kBo8dOScp/pHJw+j7+ozpuxUaFMfAbB3r58JbzrqPAdl4BDTopIkmAHALOLz+te8vwpM5j3xBtBfKpoK58b8k6d3+QSZjEQxIILp7EDn843oeHZRRCvkVIwzLpksoFCusbsXdeXAjaP4a5zLmbFLdxMGf1zqbkzwPBpHxxlaVRLMACamuaZigc500gBEZExTdevxhtWvEXQ7BtEkRDDMhs+UCFBlGAxmcGHi/zlG730k1dYmlNSvyVWxRgFtKQzuSNcfdcxdPGQDU0mCSXChN1eXn8UK1TGTJUERmdfMYjUM8kT6VmEgR7bwT9rxEkzo0/fR+dIzEP8Wti6ZXnTQoWXuhtcS1bO5pmIKs+JhZmKi20vdDRclKivb20mCSWAGfzrtmFEFBYVvM7BNAs0zvolhgbv9jrAdcgwsO+0OEUN3c9H1rlefvq9IF11rGNhtPhqI+LlfrUDwnVcREqb7UcJxZhogoY7QViMeHFgwb191xWdMNJbBl5S5G+sybYzp0kcSTAJIN9U4b1AYlyfQNOuaWHbY2chaYJ14EKBajNi97Y/VQ/v8l2BVIvVJ0fl/MWLBoMXf5e392vMGwWRjUYl3HVbX2Dv+RZwD2TDjxJNIUY8KFhRePRQSrEWCRxJMnAtHVPe5nD8DyLpXowSG+ksTIlh32Qs0ZmuEROzbHgnQRDQ7EX5B5KwWcVhEytlsLgz916XuxS8NdAzvuiYWTnK/FzmS+kA7yIL2kmDinKT1M6ZUWEhtCGdY1VcUM4OIvtKgPwRN/9GiWu5joCscvywZiwAzXVta33B1xiqYRYpJgolzsryuig8JFPvZkbCeVP20klH7vND9GiGsfUnVHhf+h3F2K6unEQEGLSh1N5ycxi5ztitJMHFM7eNVVbajS4NtFH0XEmTiRq1duzDcRaHPVVEDpjtBmZXbOg4Ycr4qM3/aTvrhY9xL1uf8YFM8QEkwcQDsnzHteFa0pyI2YfisFuXUojmLItcRoTtrpswiXb1Vkkwc4KezKnNHPpQ982W2gAGjLgkmDgi91RUPENHpEZqs6ywo2N3si4G3puJMYnKL1EBxqCCrpgkBq6qcGOsPRZpUyepuJMGYnL6XJk/O32eCYxkTdu7bhEArS8bsuUu8lp9NNRVTiMlDEE67smQWAvyYw914SmbplH3aSIIxOWfrTz9xrKXAshLclSVyc2H47GP3GhkvuXS3b5059YRQSHuCiaLGFjGppqwWBQGRK86ku5XINfzDcz7L+JMXLNiUplJCmwgCkmBMoibi93YSf8I9XoBEQKFgsbbDiNsGaPXpqngMoN+aVEVWSwABnXmFoijzwXwFgP55TvrIJBH2XMUfy+Z4Hk6gO9lkEwKSYEwuhTU1FbvkM33U/YIkHNlYw41l8zx/NikiYjW/y3kVg6+J4+/rQLscUu0J1AE1dETJnCVvN9dUPsrMpp6gCfSO3d2QNRlBM3FSJcGYnJWWmopddCaxgzEwY8ZaR71njPhLZ1JExGpeV/lCgjJ1oHJk+/AIEBAMWvnQEfc0vvXzjBOPzyNLA5syEyBdYa26pH7xPyW2iSEgCcYkbk2uykMU8KuiuliwOvTfJMOcXMjzVVeuAvFWJlWR1RJCgL+y1zXuKJq21FQ26OByM2IY+MExZq/tEr1jM9NHLteRBGNydtdXT93XQvrbxu4F8JS6PZUmm8as5nc5OxjIi1lRVhgYAsSXOOoabxUpaoDOj8yGOCXQU3Z3w4kD63xotpYEY3LefedN2Y6C6hesQ1ct1mOGzVnwismmUautP7Nif9VKS+VEJAPNGDKIfujMz58kbJWMo5JieUrcpZkpIsfRSl51xVB3XjSDVc86cl2bRGy1a8qIQiifgeh9e5P1RErS86W/2vk0ExKLvm1Sd1ntFwRCpF81om6xkdLV63I2AHCa/QgIeFdRrRcn64/LUJgXs9gOBSyijlG43o/HuNc0VmpG1C96JxmAiGRteW0d4v4lHudHDURqpqX4SAYe8cowQlLG2UhkCiip8+zefTnvq3b+B8AxpgUR2sH0WGdB/uWjVoe8yfpDE+cwsqZ6vPOTNQNLhaK+s6fe67hv0TnJku2bUV4HRXGZlcc6/0/Lw6VqgKpBdBaBh/L8faFrykWKhXcD801mMQRoY1ANTO6ZLWCTC8hpcfEVg5nIq1n148XrlPn+h1bNobxA455pnl1VRrctaIq7YZgGPPv0sf7W5s/MGH2J5gS02N2eEvG/V846rmREp+0NAsXM2ZMMXTNJhnjBg4Lp9vs8D3Xr1VQ99RyV+C4Gm3G5YJ1wU1ldb/slf820CdD1B5mwH2LIIWC9DvKQLXSD4+4l32QSPpmmiySYQZoR3wznG1BwoMnudQvUi4vdC28T9cXHwKwvBfiXILgmBWV7NWa8U1rv6Wf8JjzUFVZvMxXQi/EfR73n2L5YcC0srWun7dIWDE3MU/lY6MpoFnZOCph0tIGUd1gLvNoRCHy85UPPiaiGssRAQBLMICwRf43zdtZxvpmoeGKCdKaG0vqGzYZ4XpfzQgIMshlqRQfeKnN7Dgg37g0zyq9WFSVmLiNm/ra0vnG7oYbdYIxXEkyaUfe5yi8FKzeAzIXOZOJPS+saex2FfDXOl8CYnGbVM6M7xvq2oHbomPlLwkYU97rK3yMo+8RQtsWx6biZGYPKXS0kwaRxbrtiwGCeWZ8jBi93uBv36OuO4Kup9IHZnkbVM6YrIgQ1aH8sq1vyaDilxMucrb19dbQQGCIt7GqvddSuCxZszJiB5agikmDSNLFNMyrOVRW6q9uXKVq34txPzLc46hv/1Ldey5lVh2vW0PNAXE/bv4gh/glQ2qAo20DTBi0A+aYn5vdVlecVWwIP+Tvz/w7wDDPToev6nLK5iyO+5vmqK24iosuiGNG1/ui1bikJxgzaA6sjCWZg+MVs3UUIwblE2EHEI4lZGF8obLm0ZO4TjeHq+l0VdzPTOWbub/q1JzwPzpu5Lq953Ui2DLcE1AkBcDmRchwxbx9Tt+RWCKpacJ9h854yEix9c8Zkx3Cb/RXdREB1hfiJkrrGqmjq+GoqmsBUGq4Og1tXe22SYJI7n2GlSYJJEciGvwsFriNGJYOjBpMiGBYtG0H00Dpr+58m3PVMxOTNflfl2wzeNwG1P7B7rftHMgzz11R+yczjzculDmZ9vUIkDP9CDP6ZGMOZMcEM+RFIhxo62D5nydLuPr3Tyw8jVRH5iKI+N0d6Seqpu7+64mEm+oMkGPMzmoqakmCSiCrXTs73rhlWqUKdBcZuOjAsMsDCTosCDP5GD1EDOZS60r8v+i6WOj6XU0S6Hx6rXs/fmbnVQVuMIrc7YhKwlprKqRqzSKkS89hEQKem8//5Q/5/bTf/ZV+vD9tV+SSDT4iln9jMKeB77O7G83q3d4qn5gujtWfgy1K3Z0K0Oi0zqw7XtOBzQP/sDXIHE2t2kve7JJjkYQlvtVMchf7YM5A3idAxxoUKX7olAAANg0lEQVQDg6B0MrgFTJ+oBM/6gPfBvh9oLHV8NRVBMJkPFM4kDNNOcNQ1PB9DttLkqvhUAf0qlg4A1rVsVA8e98jClX3rbtqFmHIEZejLSt2LJ/aV4XM5OxDFu5yIvrbXNcTcbXmrK74monDP0fIOxsQkJ6OKJJhkoNhHBtfWWoCXDRJ4+WVg3ciRetWCBSHx/wcSoGrDOb8bZ9E6v2U2ZbHapRXjz456z41mhrkp04GJ4EoUZPClpW7P7X3lil1c8+pSb6xj4aZ2vi+xamxfD+VmV+WTevRdkLBqdsTC0uuq/AeBZ4cZe/uP8hXJzJIYcB1JMAOGMH0CjJg0ir4UbDYLAa8PQt1jpHvRGjNa/lzt3MtGEDFvYjtfRiAurqqy+UuDywHsEKtPBjc78gLjqM+dkxEaI6B+FenFzWg3Zu/hsYJA+VyVVQA/1vdOhwFfqdsT9gI4ls7y9/gQkAQTH16DWru5uvwsHcpcM5eohqKbAiyZVZpdU0a0wPJfHbx7rDYMuq3U3XBRvx0MoPiqna8Q4ZBYMojIX9Jk2YrC2KP4XBVrANoyvAzy28fsOSI2wfx2PHPn60TYoqccYlpnr28YFUs/+fvAEZAEM3AM0yZBeHND12ea7NBnDzi2o/nze13CxmrrdVU+TuCoT8BdMmiRw90wLZw8b7VTpMadFWtx6aAfS8fsuW04ovDVlNdBV1zhwyiYIxihm7+m8jVmPrinnuGso2PhIn9PDIFYayAxqbJV0hEw7jZ+dCwyG5yKGHfb6z2z4lWk2VX5Nx18Sax2RPS6va4h7C7FSLFL2pMxd1oRnA5F377pJx4Ji+VZcP/Mlwz4HW5PWaw7GCGn2VVxnw6q6UUwOh4ones5I9YY5e8DR0ASzMAxTIsErqoqbh4efJx1E9HvGGx3eyxE8Wc82HDOSQepodDrMQfFvNRR3xjWG9wgB9Uinogj27MY79T0J0ddw82R+vK7KjdwOI9xhs9Rb+4OpaWm/GyNlTk9+tAYdFGpu+HOmGOUFQaMgCSYAUOYHgFxEQzxT466xtGJaGY4Y0KJ+NF3y4wWCNsgGMXyfLQdDBF3lIz2l1Lty+JJOmzxu5yfM2BkAuhZiPGdvd6zrZnxeWsqpxLzwh51faoWPLTbgtiMDFkncQQkwSSOXVpbxkUwujLHMTexyHt+l1P4S/Uyfgs7UF3/u2Pu4ovD/dYyo+JcTaG7owHEzC+V1jf+OlodX43zP2Ac068O0beOugZT4RZEat5ASH+yO2UsEX1qr2sYcoG60rpYe3QmCWawkI+z35cmT87fZ4KJOxgGqwrvNqyu8dM4uzCq+6qdz4Lwm+htKaizdn5Z/eL7wtXzupzzCDgrogzmDg3WI4fXP/FGtH68Lud8gmG42HsHo9BS+30NpoJ1NdVUTFFY8XRHqWPGXaX1nvMTwUa2iR8BSTDxYzYoLRhQmmucDzDj1GgKiJCSdrfHloiS3ulTt4Gqv0hAVCtZJrR3gCeNDkNiQk+fy/kuAXtH1IGowVH3SwCtSPUiGcoRcLvd7QlnQNdPlCAYFbSIGRaRQjYY1CePuF/G0E1kfSTSRhJMIqgNUpsN1eVnWUiZGz3kA3/lcDfGNHILNwRhyGcl/TkGHFGHSPytoy58RDix09p7R4eIW1wQTobwi7Io2M/MDqvFVXm+xnxHn6fqgAJylbgbHjAzDcYORqcGEeCLQZ84vJaJMhOAGeSSU0cSTHJwTIsUw4EvFHwp6uXpALIQrp8xpUJVFI/w7o66SyLcYa/zhHVIFIHRm1uD68ORoJCqEE0bVtewyAxgG2umnRJi7V+9ov0Tey2KZXLxnIUiM2PM0nVEInHJa2Vgdjj3hphCZIWEEZAEkzB06W+4zjV1tAX6DxGjtRF0Vafrh9U3XJ2Idr6ZFX+GRn+N3pY7Nbb+OtL9yaYn6hfC717wpcNn3dXsDqLNVVnVyfxv6sF4IvmZ3e0xHa6iaweDx0Gk2wsKtqc7Hl2bCDayTWIISIJJDLdBa+WrdoYixfMVYRTaiPcJdzdiRmFfdeUiEEfNua0wPVhS39Dv4rVbfkt15TUa8V/C9MehIB8Yz/2H3zX19zpr/6LuJyBjK6NcY3cvihnYu7t/r6v8CAWKB4zX7PWemGEkzOAk65hHQBKMeawyoqa32tlKhMJwyhi+PXUNpixcw7X3VlcsJ6JdIg1UXCAHoGwTyXlSWBv71zgWg3F0TxnGBoRwn72uwaybg9F8o8t5YYhxW/eJjcCdihaaFI8Ny+ozpuxUYFWXBDo7pm3x4LOmjlUZMdE5ooQkmCybSH+1862u5GD9C4O9pe7GhHIltc48YWJIsz7DwMjIkND9DndDxOdnkUyuubX5HQZ6Gfkx82rH2L23ieWc2Ldff03lHGY+u/u/M/MLpfWNvcgr1vSxy1Xow7rrwzlmxmorfx84ApJgBo5hWiX4qitvYeKLw02cyLtsr/MkZETWXFMxRWcSoQ3C7o4AxEz1sSn+sAh52VM91oPaH8ruD58FIBp4gmDAXNN9YdwGbeQY9xIR0S+u0nzetJ1K7l4YNs1JXIJk5bgRkAQTN2SD28BwJFS1xnBOgARebnc37paIhk2uihsVUL8sBkKWET9X4TN6pmsN10dTzZRTFFYf6fUb4UVHneeoRHTyuSoXAmwknCOmpfZ6c8Z1ifQl26QGAUkwqcE1pVJ9LqeI3bt1304GYgbf5Kp4VAH9LpziDFpc6m6oiDUo7wznhaT8knGSmAKKxXLMsDkLTIXQ7CtfGOyBMREKQvZOx8h4Q0/E0lf+nnoEJMGkHuOk9+CtrniAiE5PJsF4Z1S8Qgod1lemuD8prW8ca2YQfpfzKgau7a7LjFdL6z39ZJqRJep4q53fEmFrnaiuLM4LYrN9yHqpRUASTGrxTYl0cRRRoT4ozN97djCQHYzX5VxJfcJcEiEETa2wz134tJmB+F3ltQylywZH+AwoXF5S17jETNu+dWprYblwdcUKHQjdOaZxt9paGDGNZckuBCTBZNd8dX27IjZMWeiDvnmMkk4wwLslbs/+ZgI7Cb16Eox40g5a+dAR9yTm9+OdXr43qzS9I6DfHSkPdRZO3ZBTWRJMlk553/sOMYyBEIyvpmINuHcMXJ2030fKAR0ONq/LeSFh8x1MW1ANHjZyzlPvZSnEUu0kICAJJgkgDoYI4TZghbYCoJLu/gdEMNVOL+gXJ0ci+qmk0LIr3bZAOC6aKsKXyUKqx3ikJvaGLDgu0R2MqQ5lpYxHQBJMxk9RZAU3JXqbPlCC4VpY/KsrNvQkKx1cV+Zu3GzkZgYmkS6XueNDIipixlodlqmxYr6YkSvrZC8CkmCyd+7QMv2E3TTV+mF37FtifGav90Q09Y80VEEwzaud63qGadBBh5a5G16LFx5fjfMlMCYD/JPG1mmSYOJFMLfqS4LJ8vn0VVfcBKLLxDCY6OtSEylV+w65L8GI16MSHmWPlss6Emwbzq6sVnV2E7A2xHIHk+XLa8DqS4IZMISDL8BXU9EEplKR1L3U3Vgcr0aCYHyrnU0EDNvU9gOH2xM5Il2UDozMjo7QRoa+0maxnV40Z4G85I13QnKoviSYHJjM9TXlV1qgXENMbSXuBrvZZ+WeQ/e7nKs3OynGkc86HHyGIaBCEwqVvItsc/69NAcglkNIEAFJMAkCl2nN/NWVb4L0kSVFtv3iefnpHofP5VyGTXF0lYC6c8n8xJ0DRdgG32rHPQVMN+fXN3yRaVhJfdKHgCSY9GGd0p42nPO7cdA6XMFQ8N9bznvqk3g787nKF4KVqUSkl9Q1WBNJ2tazTxEmIZE7nHj1lvUzGwFJMJk9P3FrJyz0EzsilV/NUC8GeL3D7TGVcyhu5WSDIYeAJJghN+XhB7z+3Ir9rUHlLjA0GRZBLopkISAJJllI5oCc5urys3SoOzvqGy7JgeHIIWQAApJgMmASpAoSgVxFQBJMrs6sHJdEIAMQkASTAZMgVZAI5CoCkmBydWbluCQCGYCAJJgMmASpgkQgVxGQBJOrMyvHJRHIAAQkwWTAJEgVJAK5ioAkmFydWTkuiUAGICAJJgMmQaogEchVBCTB5OrMynFJBDIAAUkwGTAJUgWJQK4iIAkmV2dWjksikAEISILJgEmQKkgEchUBSTC5OrNyXBKBDEBAEkwGTIJUQSKQqwhIgsnVmZXjkghkAAKSYDJgEqQKEoFcRUASTK7OrByXRCADEJAEkwGTIFWQCOQqApJgcnVm5bgkAhmAgCSYDJgEqYJEIFcRkASTqzMrxyURyAAEJMFkwCRIFSQCuYqAJJhcnVk5LolABiAgCSYDJkGqIBHIVQQkweTqzMpxSQQyAAFJMBkwCVIFiUCuIiAJJldnVo5LIpABCEiCyYBJkCpIBHIVAUkwuTqzclwSgQxAQBJMBkyCVEEikKsISILJ1ZmV45IIZAACkmAyYBKkChKBXEVAEkyuzqwcl0QgAxCQBJMBkyBVkAjkKgKSYHJ1ZuW4JAIZgIAkmAyYBKmCRCBXEZAEk6szK8clEcgABCTBZMAkSBUkArmKgCSYXJ1ZOS6JQAYgIAkmAyZBqiARyFUEJMHk6szKcUkEMgABSTAZMAlSBYlAriLw/yQkS8FADfW/AAAAAElFTkSuQmCC"/>
          <p:cNvSpPr>
            <a:spLocks noChangeAspect="1" noChangeArrowheads="1"/>
          </p:cNvSpPr>
          <p:nvPr/>
        </p:nvSpPr>
        <p:spPr bwMode="auto">
          <a:xfrm>
            <a:off x="307975" y="-166688"/>
            <a:ext cx="666750" cy="676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307975" y="938786"/>
            <a:ext cx="9037513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+mj-ea"/>
                <a:ea typeface="+mj-ea"/>
              </a:rPr>
              <a:t>ISTIO</a:t>
            </a:r>
            <a:r>
              <a:rPr lang="ko-KR" altLang="en-US" dirty="0">
                <a:latin typeface="+mj-ea"/>
                <a:ea typeface="+mj-ea"/>
              </a:rPr>
              <a:t>란</a:t>
            </a:r>
            <a:r>
              <a:rPr lang="en-US" altLang="ko-KR" dirty="0">
                <a:latin typeface="+mj-ea"/>
                <a:ea typeface="+mj-ea"/>
              </a:rPr>
              <a:t>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>
              <a:latin typeface="+mj-ea"/>
              <a:ea typeface="+mj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500" dirty="0" err="1">
                <a:latin typeface="+mj-ea"/>
                <a:ea typeface="+mj-ea"/>
              </a:rPr>
              <a:t>Istio</a:t>
            </a:r>
            <a:r>
              <a:rPr lang="ko-KR" altLang="en-US" sz="1500" dirty="0">
                <a:latin typeface="+mj-ea"/>
                <a:ea typeface="+mj-ea"/>
              </a:rPr>
              <a:t>는 </a:t>
            </a:r>
            <a:r>
              <a:rPr lang="en-US" altLang="ko-KR" sz="1500" dirty="0">
                <a:latin typeface="+mj-ea"/>
                <a:ea typeface="+mj-ea"/>
              </a:rPr>
              <a:t>service mesh</a:t>
            </a:r>
            <a:r>
              <a:rPr lang="ko-KR" altLang="en-US" sz="1500" dirty="0">
                <a:latin typeface="+mj-ea"/>
                <a:ea typeface="+mj-ea"/>
              </a:rPr>
              <a:t>의 구현체이다</a:t>
            </a:r>
            <a:r>
              <a:rPr lang="en-US" altLang="ko-KR" sz="1500" dirty="0">
                <a:latin typeface="+mj-ea"/>
                <a:ea typeface="+mj-ea"/>
              </a:rPr>
              <a:t>.</a:t>
            </a:r>
            <a:endParaRPr lang="ko-KR" altLang="en-US" sz="1500" dirty="0">
              <a:latin typeface="+mj-ea"/>
              <a:ea typeface="+mj-ea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07975" y="3645024"/>
            <a:ext cx="8187278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+mj-ea"/>
                <a:ea typeface="+mj-ea"/>
              </a:rPr>
              <a:t>Service Mesh</a:t>
            </a:r>
            <a:r>
              <a:rPr lang="ko-KR" altLang="en-US" dirty="0">
                <a:latin typeface="+mj-ea"/>
                <a:ea typeface="+mj-ea"/>
              </a:rPr>
              <a:t>란</a:t>
            </a:r>
            <a:r>
              <a:rPr lang="en-US" altLang="ko-KR" dirty="0">
                <a:latin typeface="+mj-ea"/>
                <a:ea typeface="+mj-ea"/>
              </a:rPr>
              <a:t>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>
              <a:latin typeface="+mj-ea"/>
              <a:ea typeface="+mj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500" dirty="0">
                <a:latin typeface="+mj-ea"/>
                <a:ea typeface="+mj-ea"/>
              </a:rPr>
              <a:t>MSA</a:t>
            </a:r>
            <a:r>
              <a:rPr lang="ko-KR" altLang="en-US" sz="1500" dirty="0">
                <a:latin typeface="+mj-ea"/>
                <a:ea typeface="+mj-ea"/>
              </a:rPr>
              <a:t>의 여러 문제들을 풀기 위해 만든 인프라 측면의 아키텍처 컨셉이다</a:t>
            </a:r>
            <a:r>
              <a:rPr lang="en-US" altLang="ko-KR" sz="1500" dirty="0">
                <a:latin typeface="+mj-ea"/>
                <a:ea typeface="+mj-ea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500" dirty="0">
              <a:latin typeface="+mj-ea"/>
              <a:ea typeface="+mj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500" dirty="0">
                <a:latin typeface="+mj-ea"/>
                <a:ea typeface="+mj-ea"/>
              </a:rPr>
              <a:t>마이크로서비스 간의 통신을 관리해준다</a:t>
            </a:r>
          </a:p>
        </p:txBody>
      </p:sp>
    </p:spTree>
    <p:extLst>
      <p:ext uri="{BB962C8B-B14F-4D97-AF65-F5344CB8AC3E}">
        <p14:creationId xmlns:p14="http://schemas.microsoft.com/office/powerpoint/2010/main" val="37786867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1BEF1B6D-EDD0-46B0-8C4B-4503BA8E5168}"/>
              </a:ext>
            </a:extLst>
          </p:cNvPr>
          <p:cNvSpPr txBox="1">
            <a:spLocks/>
          </p:cNvSpPr>
          <p:nvPr/>
        </p:nvSpPr>
        <p:spPr>
          <a:xfrm>
            <a:off x="294114" y="264068"/>
            <a:ext cx="7444968" cy="42862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400" b="1" kern="1200" baseline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</a:lstStyle>
          <a:p>
            <a:r>
              <a:rPr lang="en-US" altLang="ko-KR" sz="2000" dirty="0">
                <a:solidFill>
                  <a:prstClr val="black"/>
                </a:solidFill>
                <a:latin typeface="+mj-lt"/>
                <a:ea typeface="+mn-ea"/>
                <a:cs typeface="Arial" charset="0"/>
              </a:rPr>
              <a:t>7. </a:t>
            </a:r>
            <a:r>
              <a:rPr lang="en-US" altLang="ko-KR" sz="2000" dirty="0">
                <a:solidFill>
                  <a:prstClr val="black"/>
                </a:solidFill>
                <a:cs typeface="Arial" charset="0"/>
              </a:rPr>
              <a:t>Service Mesh</a:t>
            </a:r>
            <a:endParaRPr lang="ko-KR" altLang="en-US" sz="2200" dirty="0"/>
          </a:p>
        </p:txBody>
      </p:sp>
      <p:sp>
        <p:nvSpPr>
          <p:cNvPr id="9" name="AutoShape 2" descr="data:image/png;base64,iVBORw0KGgoAAAANSUhEUgAAARgAAAEcCAYAAAAcH6uaAAAAAXNSR0IArs4c6QAAAp50RVh0bXhmaWxlACUzQ214R3JhcGhNb2RlbCUzRSUzQ3Jvb3QlM0UlM0NteENlbGwlMjBpZCUzRCUyMjAlMjIlMkYlM0UlM0NteENlbGwlMjBpZCUzRCUyMjElMjIlMjBwYXJlbnQlM0QlMjIwJTIyJTJGJTNFJTNDbXhDZWxsJTIwaWQlM0QlMjIyJTIyJTIwdmFsdWUlM0QlMjIlMjIlMjBzdHlsZSUzRCUyMnZlcnRpY2FsTGFiZWxQb3NpdGlvbiUzRGJvdHRvbSUzQnNrZXRjaCUzRDAlM0JodG1sJTNEMSUzQmZpbGxDb2xvciUzRCUyM0YwNjY1MCUzQnN0cm9rZUNvbG9yJTNEJTIzZmZmZmZmJTNCdmVydGljYWxBbGlnbiUzRHRvcCUzQmFsaWduJTNEY2VudGVyJTNCcG9pbnRzJTNEJTVCJTVEJTNCcG9pbnRlckV2ZW50cyUzRDElM0JzaGFwZSUzRG14Z3JhcGguY2lzY29fc2FmZS5jb21wb3NpdGVJY29uJTNCYmdJY29uJTNEdGhyZWF0MSUzQnJlc0ljb24lM0RteGdyYXBoLmNpc2NvX3NhZmUudGhyZWF0LnRocmVhdF9hNiUzQiUyMiUyMHZlcnRleCUzRCUyMjElMjIlMjBwYXJlbnQlM0QlMjIxJTIyJTNFJTNDbXhHZW9tZXRyeSUyMHglM0QlMjItMjAwMCUyMiUyMHklM0QlMjI5NjAlMjIlMjB3aWR0aCUzRCUyMjQ5JTIyJTIwaGVpZ2h0JTNEJTIyNTAlMjIlMjBhcyUzRCUyMmdlb21ldHJ5JTIyJTJGJTNFJTNDJTJGbXhDZWxsJTNFJTNDJTJGcm9vdCUzRSUzQyUyRm14R3JhcGhNb2RlbCUzRV5Rg9QAACAASURBVHhe7V0HeFvV2X6/eyV5xpKdAUkIK4SyV8JeoYyyYssJpqUFCiSWCRAg/IxSoJhRRqFlEywnJYwCJSSWE1YZBcoKK8xAIOxAQkhiSXa8JN37/c+5joOHxpUsyZJ8zvPw0KJzvvOd95z7+oxvEGSRCEgEJAIpQoBSJFeKlQhIBCQCkAQjF4F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0BWI+CvmTbBXrdwZVYPIoeVlwSTw5M7FIbmrXYucRQWzKA7Hl07FMabbWOUBJNtMyb17YWA1+X8UgW/MMzdeA4BuoQnsxCQBJNZ8yG1iQMBBhS/q/J7AHbW9fNL5zbeH0dzWTUNCEiCSQPIsovUIMC1tRbv6g++V4DRAFY53J6tU9OTlJooApJgEkVOtht0BPoQDBNwtd3tuW7QFZMKbEZAEkwGLwaeXVW2trltTLFitbAeDMFi0UPFamsglNfR5l/TuW3ryDZasCCQwUNIqWp9CAYErLa7PWNT2qkUHhcCkmDigis9ldk1ZYSflcdBdETYHhkaEdoAtDDjEyLlgRL3oscy+ZKzqaZiSlld45JkIhiGYKCDLih1N9yZzH6krMQRkASTOHYpb+mrdl7OoNkgHhltohgQf70Z4BaF8Jwe0u5zzHvyxZQrGKMDrqoqbi4NPaYz78bES8vcjb9Lpk59CaZLNv3ocDdslcx+pKzEEZAEkzh2aWkpjkn+1sBFAF0KwGqmUyKEWMeHrGgPlNYtuctMm2TW4dqq4ubV2sU69IsIGEZApwqUF7s9zyW1H0DxVVesIqIxm+Uy0BbUdh4zf8mKZPYlZSWGgCSYxHBLe6ufZ5x4vFWx1BEQz19ncfG50gblmgL3okfSobR3evneiqo8qQNjeiyu7x1uzzap6N/nqvQBbO8pm5kfLK1v/GMq+pMy40NAEkx8eA1qba6dnO9f43gSjCPjUUTsaHQdzzrcngqi1Bmjbag+6SALaS8yOL+Hfkyk/MVet+j6eHQ2W9frcoYIUHsRDNDiCDi2pvnzfWblyHqpQUASTGpwTalU34zyW6GQODbFNX/ilaXE7RmXistg/4xpx7OiLwFY6Tl4AnW0IjRujHvJ+mSDIi7Dfayu64cCA2TRDrTPWbI02X1KefEhENcCjU+0rJ1KBHznnngkBy3PEdDrg47VJzO3QlFOL61rWBSrrtnffTWVR4PxFMD974gIbzrqPAeZlRVPveYZJ1WwGvKwuOXuW5huddQ3XBKPPFk3+QhIgkk+pmmT6KuuuAlElyXQYTtZ9Kn2exc/m0DbXk2WV1UVj3EE1xKhMKws4kscdY23DrSfcO391c6nmHB8WNnMSx31jQemol8p0zwCkmDMY5VxNZmhNJ9d/ijrysninTqeQqCm5iLLhHG3LWiKp13fur5q5/MgHBVOBgP+IGPyqHrPBwPpI6xsl6vQj59/AjAsPLHRD/k6jsyvb/gi2X1LeeYRiHNZmhcsa6YPAb+rci2DR8Xbo868uqy+MWHLV5+rsopZ/zdR+LsgJvqktK5h93j1MlO/ZfoJu2mq9eModYMBTS8fNW/guzQz+sg64RGQBJMDK8M/c8oBrFle73vBamZoBHrK7m440UzdnnW4qsrmLw2KQE8RHQwZ8JS6PZXxyjZT31ddeQuIL45al/FnR73nRjPyZJ3UICAJJjW4pl2qv6ZyDjOfnUDHDGvoaMc98Vn++qZPnQFVrx+MD3yda+poK+kfgTEiWv8EvdbuXnxNApjIJklCQBJMkoAcbDHrZ5841tpq+ZiB0nh10RmflY717UO1L3eYbet3OZcysH+0+opCrpL7GqKTkNkOe9Tzzaj4MxT6a6ymBNxtd3tmxaonf08dApJgUodtTMnGC0yJNrx03qLvYlY2UcHvct7GwIUmqvarwrpycencRX8307bJVXmISvrzzNTToK5XU7GwdOKzSuuSGwRqVVVVWbEjuIwIMS2DFeInSuoaq8yMSdZJDQKSYFKDa0yprTOrJgb14F0WRm2yfHS806duQ4r+AQiOmAr0qUDM35T4bDuZCf9g5v5D2KZYFJo2LIn2NkJls7sXY3iMFxz1nqPjxSKe+sLYj1JgRBiPDplcVxLMIM2O/2zn06zjaCsrBxXVL3onWWp4q8s9REpFAvJ0C6mnFtctfDRWW2+181UiHBKjXiAU5MNG3N/4Vix5Zn8XrhLe1Y6vN0Wwi92M8Zyj3vOb2BUTr7HR5bywCMq/yb1oTeJScrelJJhBmNuWmVWHa6Gg8Cy2tfisw8ctGJgtSs8h+Fy/HQ90fpnIsBhYUur2lMdq66upWAOmLaPVI6A1xJZjhtc/8UYseWZ/97oq/wHos8mk0Q+DFpS6G042Kz+Rel6Xcz4zWsrq5V1POPwkwSSyqgbYxldT+QqYDwOYHe7GuEz9Y3Vt3FGUBlcRIljWRhVATXZ3g4g9EzE6f+v08r2DqvIqgKKoohiBkI0PG3FPcnYwIv8RWF/BfXydoumggG4pcTeIMBcpKz5XxRqAfmrxWo9M5h+KlCmcZsGSYNIM+PrTTxxrybd8BSBPEIw34C/bbv7LSfP6FUGY/D++/yqIDoh3aATSFMLJ0e5NmlwVNRbQnTpgi7GDYY24IhlR7N51TSwcz1t/S8Qj4xlTiPSrRtQtTokXt9CDzzjD4bf5NwD6RpBykqOu4fl49BsKdSXBpHmW/dUVDzPRH7q6ZdahHFbmbngtmWr4XeVXM5TaRGQy8xOl9ZFfXsy+VCXzFak3ZuZGxWAEdZw1KoWpTLwznPNJwR9BCCGkzHTMWzTXnHZDp5YkmDTPta+moglMhq0KgXRd044onbf4f8lUY/25FftbgpRYqAKmHxz1DeMi6eOd4XyBFHPxaJJhByPcEQB+PG58GOutun5M0bzF78fd1kSD2lpYLlzt9AMoZEBnnc8vm9t4j4mmQ6qKJJg0TjdfcMoWvvb2n34BnZksfHwyvJr7DEPxVTs1k3ehfZqS7nA39Arg1LNCVA/mvpJIuWoggaa6wkDwM+gTUMrMlDHwhQPK5FS97mw4u7Ja1dndrYuu83mSYPrPjCQYM6s1SXXChVdIRXhHkfGw2eXsYJMxfHsNj4GOjrYttnzouZ97/nfxRLzuR8dONsITAMabgYRBi0vdDYk8maPlnKknaSFdPJlbzPTVt44CWlCSohcknjw53z+hdCWIN4cvlQQTfpYkwSSyehNoIy5ffas/+JSACb0+XOAHEa82mVHmNhHMBkb8BneGbsQrSEeeTlDBSgGI88mInsd5RLCGDfAUBhMCAgT6l0b6q2D+ttS9+CUz0HlrKs5UQG7mxMjFGIKC0+33eR4y01+8dXyuiusBuqJnO0kwkmDiXUdJrc+zjivxBfJ+JEZxL8HEIXuTrciMBa1ZhbgWFv+Pzh9A2MJsmxTXCzK4XcSgYcZqRcE7pFleYpU//U+T8t3Jm5LHCYz8nfl/J/B0EfUyUZ3E3RbDtqPD/W/xWpfU0mVn1LEMoBJJMLGhTXgSY4uWNXoi8NNpx4zKLyhcHe4+IZ/pV8kMjGTsYKqdqzlzCCbsYhCEozN/quuhB1TYQKpew8Ckga4cBi//4Av/pCNeNu+8abbPZlfl4zq4n3+T3MHIHYzZNZSSelEDJDFesdd7fp3MY1KTq2KNgujWtikZaEYI1S9zuBf/Ldmq+F2V1+vQr+hrSSxCArO85I3wRyTZsyDlhUVA5AsiVVkW7kdiCpQUB7en2578caDwrZt5wkQbW6/TdT62695kaBVxPPqP11LQfexK1uibayqm6EyNXUk0+5WAxvrM4fWL/5ms/nJFzpBbgIM1ca2zyvcOdoYnGKETMf/LXt94aiL6iSPRxpppLo21Cwk0IR5z+kT6y+Q2RPjUXufZNZk6Gl7qqi7Cc4aN/0vAWgqok0vmL5TZJPsALwkmmSsxiqyWmopddKbl4TJsiGY6c0eezgfFYxgmUrS2rdWPCmnabQzaOpGQmWkafnq6YbDGoZOHz31SPKUnpQgfKIb2IhgRjQ/FnU+pu3G3pHSYY0IkwaRpQjec87txaqhDBJaKjDnjP456z7GxVBJWpBesmnYiVO1vxNhBmATHajM0fuevHO7GHZI11o0zp+0RDIU8RLRdVJkm5y1ZemWTHLkw0zRbXU+weSJmSPj8QZv0iBXmsXX61BMCin47EZL2IaUJgtR2Q9AVXa8uSdI9SJehnzYfoOhe48ZfDOUau3tRQr5fqQVl8KVLgknTHBhezqs/+ATAr6J1KY5QShgjMRE5zc/qo6TgKLOGbmkaWkZ0I+5eVvKqfSe532sbqEIi7gyBZ5uRI17+dFWdVjpnocdM/aFWRxJMGmfcW+18UCGcFukeplsVQSC6Sq7hmwJmN9c4b9AYFyQW4yWNAxzUrigILXiOY96TCXs0r6+euq8K/XYCDjJ76BS5pUpJnZQqn6dBhTQJnUuCSQKIZkV4p5cfpqjKK7EIpkse6QR+h4HRBIwbiGWrWf1yoF6AGC+ErPlnD7/3sVVmx7MpSNctBDotbH7tKIIG8vpnVr9sricJJs2z53M5A0jECTHNemZ1d4T1FsYfYgVT59lVZd7WQJVCyp/AvG1CY9ZCRznmxZdTKqF+srSRJJg0T1yziOEK+qMIiCRLChEQABPPdLgb6/r2sto1ZUQ+lP9TgHP6+hTFo5GRiaG+cYdkWmDH03821JUEk+ZZWnvBKVvktbeL7bs1zV0Pze4Y79lJmQL3orXtrsppnaRfoLByAIMjxrwxC5QCOqPE3fCA2fpDsZ4kmEGYdW91xQNEdPogdD1Uu+w04sowVLOXt7GAEo6adnfD8Fj1hvrvkmAGYQWIXYytrW0ZEY0ZhO5llwNFgKCrujJrWP2iewcqKtfbS4IZpBn2VTsvB9H1Q968f5DwT7Rbw2iasdRe33BgojKGUjtJMIM02yK/M7H+YEwz9EHST3YbHgECvCXQdpTpYs2tEEkwMXASnsq+6VPH2YDdWNWDsZ4+zcAuZPpdlXMB/QwMwZAKZjDKzDoUtKjKpOI5Cz/KTP0yTytJMH3mZNXsqrKi1sAlKmgqE7YnQGFmAndBJf6XSMWoAx0K4xMQnizxWm82G/KyKzbvsncJyp6ZtxykRtEQsFksBxfem7xUuEMBbUkwm2bZP2Pa8aSEbtSJdjFeG8zEhBWmLCQM+ykA0Aqm0LzSuiV3RVs4flfl2wzedygsrlwZo7h10UG3l7obLsqVMaVrHEOeYDaFUbgTjONB0dOhxpwUNvY5K8DqxSXK8JfJ7e7leOevmXolWL9OmtjFRDJjKhBEgkhcWur23J4xSmWRIkOaYIRzm0XRnwZjRFLnTBAN0ZetgVD56PlLvvhy1nHFozvzzgox/pH62C0EKijoOs51dghf36QOLR3CyGIB8gqAYAAcECYsg1MY3GoFTU3GvdvgjGDwex2yBCN2E8z61Ykm9jI1dQxxe3M/KbqXdHV2qkNZqqPHwXrIUbDuPtFQT/vuKwSXvYngJ8uMjzXjCxFsh/0Glp33hLrlWOjNPoRWfIzQsjeg/TTgcMWmh298FAotLdFHHtl3F2paiKxoIDAkCcbrci5WgBM3eyizcXmbGjCMe5rUrjbxFz//5OmwHXQkYO3vgaD7vWi94xroP4qAeplZ1O13RMHva6CO276fghwKob3uZgQ/ejflyuvAGmhKddm8RU+lvLMh0EGKl37mIeitrryGwCdsCuD8jaaHniCydOSx4hU3MAHQ5i9UoWCHppGVmMaD9clEJIyrRmba07LtiBOQf9IfQZbI7k3aF8vReue14AzcydCIUSia8X9Qt9sx8oIJBbHxhkugpZgkdfDnpWP23o1qa0OZt3qzT6MhRzAtM6sOJy2Y12nJ/yyemCFiate5po7Op1CFzspVAMZkymVt8VW3Qd0qRrSBUBCtt9citPLTjFuleUeVI7/qzJh6dT69AB2Nj8SsN7AKzLqmTpE7mIGh2N16yBFMcmAD/DXOh3TGKQTjSXvQChUUYtiN9RD/jlqY0fH4P9H53ycHTddIHRe6LoF14kEx9Qq++zra6m+NWW/AFRjrNWv+PvH+ARpwvzkoQBLMACbVP3PKAawpLwOUNwAxA2pKefko/ut9UIbZY8rpeGI+Op8XucMyqxRddB0sv4qd9SOw9GW0339HWpQnoteDhcHfjuhKhqewy5WPOneHuE+T8V/MT4EkGPNYha25sdq5V5Dw/mACWTT7Wlh22j3mDmZj7fnQfvphgCNOfvO831Qif2rs6BXt/7oPgf/9J/kKhJEojOsY+JpZ/4QUZRR0TADBz4wfFPAPUJQW0SykBV9UlaL3He5/f5UWxbKsk8H8LrIMqsjqeqsrFxFx5WANSFyOFlZfDGX4yKgqhD56B20P3A3e2DxYqvbrV3GUoeiym6GURTdF0r77Eq23XJEhl9TcZVIpCrFIWyLeITUGtxPTh4qiLCiuW3SP3Omk/AE1Y9ZxShURzovNLqeXgZKUdhRFuGWHnWH7zVRYd90bUCNfCwXf+C/an5gPbjX+AA9qEce6oouuhTJm64h6iCd2beWnaH+sHtziH1R9zXQuwjmIpBAAt4LwtqpYrxs2Z8ErZtrmYh25g0nSrHpdlfUEnp56q5fIClN+IdRf7QZ17NbgQAB5hx8LZdTofg0Cr72AjoUPgNs2Jmn08YuhEgeKzr0C6rb988cF3n0dvPZH8MYWaD98i9DK5V0HluwsRqaDYGfINeJB4z5nSBVJMEma7g1nV1arzHeA0WWnnwFFvCwVzboK6vid+pPMW6+g46F7B+XIoZQ4UDjzT1C375+DLiguch+6B8K4LpcKgToooOxdMn/hilwaV6yxSIKJhZDJ3/2uyie5y4AvowrlF6Dw7MsM8/u+JfTh22i97+a0+ispxSUonH1NWLudwGvPo/3hOdm8W4kx96QT8Q32Oo+woxoSJasJRsRu2aq1tGOw/UXWn37iWGuB5VtmWDJx1YijU6HrYljE/UyfEvrsQ+N+Q4/L16fvsjF3fKGiYSi+5K9QRo/rp0fni0vQ2fDwoOyo0jlnRAhpuj6rrH7xfensd7D6ymqC8bkqrmfGuNL6xj8OFoCiX5/L2QCGM9U+RwMaY34Bis67EpYJu/QTI+45xM5B++aL3r+pKtRtJ8Aybjso2+wAKiruMugj6gqD012YobduhP7zGmjffwV93U/QVq8CQsHNVcSFbuHsa437ob4l8MISdCx5FNzRPqAhDn5j6gA4SMAGJu7QdTJAElfuTGwjUop01tZayDJvWN2iqHGDBn8sydEg2wnmUQIdWeL2bDlYT4LfnDHZUWpzrEupV3Zy5hrCKK/wgqthCXMnI0im86nHoX37JWiYHdbd9oa6wy7GC494So6n6OvXIvTlZwh9/B70H78FCopQ8HtXWEfGwMvPoGPRg12hJbKsiNciBfCzjhW6Qq9B549Um77efu/iZ7NsKClTN6sJxu9yLmXG/jrjtLK5nodThlIUwSKhPRFOG4y+E+nTIJnz/wLxrN2viJ2I3xs3oUTVQ+x0dA1Q+58ejSfzh+eAtey60CWQrrP+MCnKw466hucTmYeh0iarCcZX7fwchB0HKwnWylnHlYzozPuJkDkvR6YWbl6+8URsxjzflLwEKgVef9F4Lcq252cGfCEou4x0L1qTwLCHXJOsJhi/y/kOA5PErGmEO4bXeS5M5ww21ThvUBiXp7PPZPVFZSNQePp5YV+XktVHJDniGNZ2383QvetT3VXy5YtLWi10yvC5Tz6RfOG5JzG7Caba+RQTjhfTQoAW0kO/S9fEs2vKCD/U9wBENkPN4PVi2f5XyD/FBXXr/gGeUq62phk+RR1P/juj3BZMj5voUUddw+9N1x/CFbObYFwVdzPo3O75I9DP7VrgyC3nPfVJqufUf075sRxSnkl1P6mQr249HgUnnwU1zItSKvoLK5MZoa9WoH3eP6A3Zd1OZoPD7UluHOe0AZ/ejrKaYDZMP3GGqlrqe0FGWMUh5dDSeYtSGh8yWxPYi8BUBWdeEDtAVZrWob5hHTbeegW4STzEZU1hnZXzymRu6pgTltUE01FduWMHsciy1ysei9jJ/JzXMWHCXc+kxG3Yf7bzNNZx/yYTh5ggZ0oFZeSWKLrgaoh/Z1LRfU1ovfUKw34mWwoBb9ndngP66ltbC8vhL0+2TJ7cfyQLlo/UP911gX51LfTBMqtIN75ZTTAvTZ6cv8+Ojle7L3p7gicsJsG42+72zE4GqN7p5YcpVuVPuo7JJPyNsgw5stpQfNU/oGwxNhlwJF2G9tUKIzB5FtnDaKRqh+iaZT8CHwHmnUDKKDDbjfgNYYybxZIRmUEhwjoQNWma/prFynfa5yxZmnRAM0Rgln0m/VFrqik/W2FlTkQ8GesJeKykuOQmuu1B096s66ord7SSfgQznagQDmSGsDYT3vhZWay7TUThrCszV/f2VrTe9zeEVmRP2mci6MwiIgwL2+b4sTUyTpAu8i8R83KLqj5RVKDeT7ctaIpfWGa2SACVzBoIV1UV+0uDqzdlCQivnJhIBe3EWMXE70PHtyqUzqDCm8PwM+sBYioj0HYKMJ6JxgBcnG3HoEizQ8LJ8PTzQKPHQi0dGTa9yWDMrIjxIi55A2+9gsCrzwGDmGhtMMbfs08RxgqAn4jvCUK9JxdsbbKeYMQEbahxXmdhXGnO5W6wl9Hg9U+KApSNgHXH3WHZY5IRLkH4Fonjk/AvSksRZ4fODmi+DdBWfIzgO68abgWy9EBAHKJA68B8Q+nc7E5Zm6ZVldrlIy7WLljt/IaArVLbU3ZJF97TyvBRCH74DtgfZtetWiDsYSx77QfLr3Y3Ln+FK4FRkkU43ZcR4ln6848R/Pg9hD79ALqIDRwhiFS+81TDCC/4+ovgHg6T2YV+crQlpqUlHcUV9NBDPydHYnql5ATBCMjWnn7sHnn5+cty5Ugz0GUgIsYV/+X2rmwDoSBEOITAGy91fdiRii0PqnBuLBsBdZsdjEBVIs6vIUPsckwUcUkr8klrn39sRKPj9T8j9ON30Nesiu4WoFqQd+gxsB56NNSx24DbWtF629XQVn1totdcr0IbdZ1nDpa/3UDQzRmCESD4XOWXgpWbsvcq9pepJHtpV57m8TuBVAtCq79DcOkr/UMqRJj9glNnwnboMb1+FR+/9uVnCLzzGkQA8IhxeUVMX3FtKTJFWqwgq9XwsI4awpl1cDDY9Qokdh0d7WBN63J0jFDEbkkc06x77w/LbhOhlPVOminuZdr/eXv09U1kZIS07rW/8W+y2RD471PGnU4uFQJpOvMjpfWe2OkXMmjgOUUwm0kGyl+zIXxC5HVARoAo694HAOLeZFMRyeD1dWsQ+uhd46ihr/4+7K5AxG0pubEe6D7u9OlIpI/lpvXQ1qxCaPn70NeuNo4kvH4tWNdTtjzFXQ8NHwl1y62MWLzqDjtDHbONEWcmXNF9G9A25yYjhETfIo5zwlnTsuf+sGy/I8Ql9uaiaWi96zqIYFrZVHp+jH3vE40Tq7gEZrxur/ccmi3jyjmCEcALM36ElIcZGJ4tE9FTT3KUYdi19/xyHxJmEHrTOoRWfIzQB28h9PUKcIvIEtC1LPOOcSJ/WhwxuAKdCH3/NfSfV3cFi/r6c6CzE3qnkWesi3Q628Ht7eCOtsg7ksIikC0fIkyn+BLEDkjsUsRxTexUlNLhRjS7mGlue/TQMxeSseMZvxOse+4Hy467QRnTPzJed9PgsjfRVve3zJl+AYgCDYxOYmwk4rU6k7hX0Znoe2L+2kJoDxFbmKEpRGWk09Y62LCKJMK2DIxl4Kd2aAeMcS/JCv+KnCQYMSFcW2vxrf5gLoDTSDxSZ1FRRm6B4tq7oiaz7zkcQQrBt//XdSwIBVF04TVhswnEDYGuGcG3SQsZT8naTz8aux5xBOl1vFJViPzS4uNXy0aCRCYDccSyWgEaGPTB95eifd5tsB4w2fgnbBybMAMz4g3fe2PcQ052A4K4P9GXWVUs6WjXHh1qmQVylmC6F8ryqqri0fbOv5FCZxBT1ljgFp77Z1j32De+9R4luFN8giLX5vY2tNffiuDy9zdXEqlRiv98a+z82MlSwoSczqefQEfjv0zUTH4VkUGACc/k6/hTfn1Dnzikye8vkyXmPMF0g89VVTZ/qTJOQeBGjTCRmLfJ9BcncdTJO74qoz5cgac4eogjSHcR7geGj1OMzJLp+BD0Fj9Cb76EdhHgUFwyp7EQ4NVB8x0B+7U0f74vjV1nbFdDhmB6zgBfcMoWGwOhnTQtsJOqKmNCGsaAmXQFW6tMowj65viODEX4NH3NJDKD0lRKln2ImSVBBMUx3LjMtB58pPF8KyLzD3Zpc9+C4Htv9CIYseNStxgzaKqJJ3FxnAq+9QpETOA0R8rTSv9fwAAAIABJREFUGXjIUVBwGd3x6NpBAyEDOx6SBJPIPLDLVeindWvBhvtA2ot4aVHGbmtka1S33xGKvSxqitiUKcjctYN5/xf/PLGDKb7oWojL6XQWkZkytPLTrovuFR9DXHwPRiHgC7vb0z+L3GAok2F9SoIxOSHe/5u6DbXwSuAX/yWTTZNeTeQ5su1/GCwTD+669IySizrZnYuPuG3uPyC8nzcfkUpHdOWYDpOmNtn9C3nGMeiDtxF840WExIvX4JcvHJJgws6CJJgwsIhk9j3/s4jdIV6lmtd8sJG5d+yZwV7bZC+D7aAjkHf4caDSFL3Kd7RBW7vGsKo1jiJv/Ld3WAUi2CYdAnWn3Y28SyRekkxa/saDn0gO1/H0AoSWvZlRCdp0xmdl9Z7+CafiGVyO1h3SBLNx5rF7hLSCWcw8CWC7QjScCYWGxUKPQoYJKwm3/IxdBsLvyPCWTtIxRV+3FsFP3kXo7VcRWvW1iEnQlV4kWhJ6cT8lDAMVxXgBs+xzIGwTD06OX5OmoflyV3ifqkGeFUkwkSdgSBHM+nMr9reFqEIHTiWdRzKRVXwSHNUGfpBXr8nuhfFZwRnngwqLTLYIX01b/T2CrzyL4AdvQ2/2DihvtTC0U8Zth7yjphjGcWb9mSINoPlPM8DeDQMaXyoaS4IZ4gTTVDPlFBXqLJ2x56YcRjlHrOI5O79iAIHuO9oNQ73O5zxdrzDJLKoKy4RdDevigWQxaLv3RgQ/fDuZmiVFliSYIUowvprKo4n5Bh3YJ9useeNd+QVnXQjb/ofH28yoL+5VOp6Yn3LfHbLlIf/k6bAd/GtAERmb4yudTy9AR+Mj8TVKQ21JMEOQYHyuynowT88Fz2oz30jx5X8zEtXHW0SMljb3renLT0SE/MpTkXdMZdx3M8F3XkPb3L/HO8SU15cEM4QIRrgGjHWEPgPxkAk+RaqKoiv/YcRyiacI/6W2ebfF0yQ5dRUVecdNQ375KXHJEwTT/mgduHVjXO1SXVkSzBAhmLUXnLJFXnu7OKTH96WlegWmWL5h6PZ/10HEkDFbQl98gnb3rYZNyaAU1YKCqjNgO+IE092HvliO9vl3QORSyqjC+MJRLw3tws1Jzlx28uyqsubW4DIGhI/RkCrW3fZBYfXFQH6BqXELj+j2+++E9l3/OCsRBQi3hS3GGrFbehrZifoiPIOIgCdenYStilkzfRF+oUgc7UZHDrvQUx8jf9LNl2VcJkgCrSupa9hSZBkwNQEmKjFDaa6edqzOvDzVSQRNqJNwlZwhGJ/L+Q2AbRNGIkMaiiDcIm4KCooQy+9JhFIQYRPyK0+DdeJBpkYggk21P3Sv4bNjulhtRvArpXSEYWwnYur2LgTrfodCHTOuK0PAa8+bft4WaWyLxO7LJDl2LHwAoU+WxXyOZxGi37sBgpSiRdUzjUHUiszEeKSEtnCR2x05YI7JzkSmjKay4CKFsT3ZtKMddy8RazsrS04QjP9s59Os47jIMyCWG20kcCcDbdBpJam8Xhf5bHTkESm7ieBUBIiwaIrIcTMYRnXWPSYh76QzU+o0GPr4XbTOucm0pzEVFht3JSJQVOvd1wPBQESYlS3HIr/894ahnRHsKZpRXg8pha5LTBNkXF8Zs+H13eF5GPrPa+JqmlhlbobC9fYtm6+k2pc74pUhLMj91RU3gGgWgEKxVkvdnoEZNsWrRJLrZz3BeGsqp5LOT4R5LWoV4QVDrN07vCD0Eu56ZiNqaxWqrQ0ZrgC1wlq3FqitNdJ4drsH/HzBKSMLOjvKdY1PhsITwWT+YmMAkyPi0Radf5XxIaes6Dpa//EXhFYuN91FwannwHbA4dh402XGc3asIo474tgj7Gk6n3rcFMmI41XRuX+O6w4plh49fxfJ3EQA8TSWIDPeslmUmwrnLHomVppY33lTttMDymUK6FQAmwmFgQdK3Z4z0qh30rvKaoLh2sn5vh/tnxLRdgYywiRXIb/O+KcDI68cyHbVIJzZVY7OjaERHeBpAJ0D8NhUPXtbJx2MglNcvWPLJnm6ta8+Q+sd15pOzyqcFwvP+TOUEjuaL+oTa1pRoBQVg9vawCKwd/duRVFRfM2dhi9S6+3XRM9i0HMXM+tKiOyTqSgi4l/LlTNTITq6TLEeCUFmWsukNwGkEeNnVrgFzNsTlCKCEQpTpGzo9S0yod2qqAcUz1mYPakuw6CR1QTTfHZltaaze9MgmIgW6CG6NBWXYuurp+6rQPMoRsbH5Bd13HYoPPsyKCO2SL7wTRLbH74XgVefNy3fOukQiOwEIjdRy8VnGnFpxEuVuBsysp7m5Ru/CQM6BALQfvgG7Pei8Lwrjdg17Y/VI/C//5jqz3rI0Sg87RxTdeOtFHj5GbQ/6o632aDWJ+D2ZOVVH8yBZDXB+GY434CCAwHSWadLS+cuSqkVltflbCDAmaoJy/tNJfJOOLnrg01yYCvhqNhiOAt6Tasv4uzmVZ4GYkZL7SzjnoQ3tkAX/kAi+LdIVaKoUIpLjMDevLEZ3OwzCEb4RHV4/oXOZ54w1Z86equu3VISQz6IC22RpqXtvpvBHe2m9MiESgxe/hV+2G+S+70BXxgP9niylmDaXZWHdEAXQVeHWwj7Datr/DTVYG6sqbhYY+WWVF4Aq9uMNyLmGz47Ii9RNKIRH3ggAMvW46NG2Be4iOfjjbXng9n8S6rtwCNQIHYVqgWdSx5DxwuLjXxH0Ypl5z1RdGGtUaXt7r8i+PG7pqZFHKkKzrwg5mWv/v3XCP30Q8RwEN1ZENi3AaEvVyD44VumL7RNKZriSgR0UkDdq2T+wl8C7qS4z1SKz1qC8bkq/wnwEapqPWPYnAVxvLkmDqf/bOdprOPBxCXE2VKQS9QIEV0/Gvc3IlRDhDxIoo646Gy745q48h6JGLuF5//FyGMkdgOtt9caO4JIpecxTwQH33jtBXHZrOSf+FvkTfldRPniWb7l8mpjlxTdAT5zw2pEXQFGrhf6rcPdsCDOlZKx1bOWYNbPmFJhIctOjvqGm9OFblfg8GBnuvoz24/Y9RTNumpT9sXwrYw8Qe5bYr7qiJi/4rlc3Wo7WA6cDKVPDODAGy8i8Opz0L79arN9iQh0ZTtgsmGVq/SwJhbpX0Xys9DnnyD4/pubiCHyqMTxMJr7AHvXY+PfrzJyN+VaIUJIgTprWN3C+3JpbFlLMKtmV5XNsy9orq1FKJ0T4qt2doKMW/+MKcJWRaQNEfmUwhWRKzrw4pIuT+QotinW/Q5DQcUfuiLjRQrDqWmbM0KK4491171h3euArr7Fka5vEQZvgU5wix/tj/8TIl9RpGI7/FgU/L4m4u+GY+b9d2RkTJgBLoY2QL/G4V6cQZniBjiiTc2zlmCSM/z4pXhdFd8RKON8nYZd+Q8juFOiBGM79GjkC3IpLgG3t4IKiowdR+jblcDGlq6Ur2O2BhUPMy56RewY4SwpMjYW/K66665IZIP0rYf2/TdAYaFxlyQcMYV1r7ACFulpOx6p65VTqae+sQgmsPRltM+/M+YuLP5ZHbwWzPgOFvXC0jkLPYOnRep6lgQTJ7Zel3MxMab0tlqIU0gKqouXG+vuke1Ioh2RhBtA/u+qoRQUIrDsTXS+uAQFzj8AgU60L34U+pofDI2FEaAIaiUIo/PZhV1HHiIUX36LYb0b+O+TRs5ssVsRz+0ilQl3dhikIGxcbEeeCIRCaH98HkIfv9cPhVhHpMALi9G+4P4UoJd+keJ2TQO7O6BfmS1pYBNBSRJMnKj9PKPiTJtKc/vG7Y1TTNKrC3+kvGOnRj5eRLrkFQRx5T+MJ+eOpxYYKUDEMcp26DGw7nsoAi891StFiXhCN3Y5zV4jraxBPCO3hL7h517+R8IxUhCMJry2H55j1BPpVkRaW0FQrX+7HCLtSM8iyEtE5otU2h+8G4HXX0w6dmkVSGgnYGFHfsHFWwyBHEqSYOJcXSK7QMvqD1r1LuvLjCniklU880YqkZ6pRVaCollXIvDmS8YOpPuORjhcFs68HLpvA9rqbgFEwG/xYrXbRFj23Nd4+hUvS8JpMpwLQb7zD7Bs/6su0vr8481qiYtgy857IPi/5xD85JddjHB2LKy5FJZd9oowBEbLpdOhx2HHkwmTQ0Q6s/4Ng16zEP+tuK5xRSzXgUzQO1k6SIJJAMlM9NyORTCRDO3EUUYEf+p6GeodvsF28FGwHfRriEDgwmhOeG4L+5z8384wyEPsQFqEbU3PmDJEBkkImSK9SOfLz/byZhZP3iJLpe5vQuCFJZvRt4zfGYXn/Cmiq4TYIbVceU4aPKPNLwiRcA3g5wF1vaJy17cUAgKk6QpxE7Hlp5BV/779Z9vKcQsWNJmXnDs1JcEkMJf+syvfZJ0PSKBpUpuIC1SxAxFHGUEEwps5Wml/6B4EXnuhVxUaVoK830w1jh76mlW9m4v0I/sdZsjmZj8C7/wPpFqQV/F7wzZG7GL85528+WikDB8Fyx6TYBm/k7Gr6XzlWaC9jzGqLQ+2g4+EeMLuGTLCdnQFCk6K7Ncn7nva6m9F6OsvgFAwqTgmIkw8xmnFoa1G3Pbkj4m0HyptcppgRFwNWrAgqfEVReoTa1B5msHpzZPac0UKR8Mtxnbdk+wxEcrI0abWqwgwJexI0NkzkgAh74QqhJa9AW3TZW5fYda99oftGKcRqkFv9sO6y55dOw1m+C/4vXHfrWwzHqKeeC0Sr0vBD9+JuNsQtjbipQr6L1bFRRdcHeV41KWRcEUQl8MBkavpq8/6jMMUBEmrRIT19jrPyKQJzFFBOU0w3pqK5aQrn7NOs5PhAOk/p/xYDinCuWZQYnSIewrLr3aH7bBjYNl1n4T8lYQ1rjB+61lEiAVx1yKsbyMVslhg2esA5B05xSATsXsSpWPRgwi88V9j9ySM8oIfvRv3MUY8Zxed8ycjyJbZIgJJBd99zcgyKY5wZmPPmJUfsx7Ro466hgHkiYnZQ05UyG2CmVHxCil0qDC3Z+JPVCh/L3E3PBDvzPlcvx3P3PkgEQvHyrRjJo4jtqPLYd190oBjpoQ+ehet9/UOOCVcDISXdKygTOJupXDG/0FE3RPGc+JFyXiGfvAehN5fGtXPSRm91ebn7r74F519GSx7J37iFHqLS2qxc0p6Tqfwi0ULMCaNqvf0De0X79LK+fpp/1jSiWjzedN20gPaMgBGsNpNHiotpOMTTcWLwVDw31vOe+qTcDp5XeVHEOhIguJi8IgYzi8pGZZwHMw7usLI9wzhYZ2kIgJBdSx+tJc0yx77QvgeCWdCcX8iiKO7KFuMMchNXNyKXU7gpacRXPGRYXcjLoJpmN2w0BX2M8JmRrwuGUXE8R09zojQJ7yZ++6cRBUj5W3NpVH9qEwNW1gMt200fKU6nl0ITdzVpKgwc6uD1AnkXpSOMHkpGkV6xOY0wQgIfTOm3gtFDxNtiHQQd4KxEYQOYvqJwcLW3QFGMRQUgTl/MHYsQm/b5OOQd+JvoQyzJ30liLuM1rpbDBuV7iJ2McrYbbriAYvE9eIiVaR+FfFfxD95BUbc3M7/PQvti+VdRxJFgbrVtrAdfpxBEJrICClCNnS2G5fCglSMf1r8YWPjihAPxZfdFD0Gjq4bNjbC1sZsEZkS2u68Dtr3X5ltkkA9+lGDVq+z+ujI+obUsVkCmmVSk5wnGAG2v9r5FhP2yyTgo+lifHhX3ArFMdyUyuK4InYdIhi3eGomRUHhzMtEeL+I7cXH1zrnZnBT7xQg4vijjt8Z6lbbGAQjFoje4kPos4+iHqFEyE9BNjRySyi2PGg/r4H247ddWQbCFCM8w/TZRjDxiEXE1H33NQReeRaW3ScZmSvJ7og6rm5ZwaUvG35LqS5E5Nd13OEI2m+j+fOFm7csPRAYEgRjkIyr8m0G75sNsy+eeQtnXxMx5snmMQSDxtOxuGTVVvYOh1N03hXGRxmtaN9/bYRgEPYtaS2qirxjYydeC339Odruvn5zojWRMsW63+GwHf6bmKlOgh+9g7Z7bkjbsBjcSkx/ddR7bkxbp1nQ0ZAhGDEXXlfl4wSObIueIRMmnoCHXXuPkYOoXwkFEVr+vmEYF1zxccQo/+r4nVB80bXhPZx7CBUvMO2P1PUjqJRBYctD4SkuWA88IkYwLUbrrVcgFC7+DBHU7SYYOxrLpEOhFA/rp+5gpZlViJ8oqWvM+DWWsvntI3hIEcwmkjlfAdcykJZsAYlOpLhAzSv/fVdkO5Gg/ruvup5l330d7G8Ca1pM0XnHnQRhsh+riB1M5+JH0fnyM7GqDuh3cYwqnHWlqRS34lVIGAYKY77IhQCbDdY990XeYcdCnbCzcXwSr0qtt/wZuhGYKv2FGfNK6z0z0t9z5vU45AhGTMGGc343Tgl1XEegaQCH2SZkxkSRo6zrY2TuetnZ2ByXvQflF6Lg9HNjhqHsYjDNcGoUMXS11avitmWJhpiIV2PZbR/kO081XqpiFUEMrTddGl+K2MIiI9C4Omo0gp8siyv2cCx94v1dvFYqpFxlr1t0fbxtc63+kCSY7knsqK7csQOoZugnKQqNZmbbYL0apWphKWPGoXD6RcYFrJlixID56F10vvy0sRPo+Vxtpn3POkZK2Qm7Iu83Tlh22MUUtKI/kcNI+ybbH2bID9gmOtz/TuVTVrxTkvb6Q5pgeqItjOkIwdPA+q918HgQ7AAVCIBEpseeReQJJZ1COuBXCM0gflNn2ouYd8u0ODFCb3HcKph+kWEgZ7qEQgh98QmCH7xteEMbr03Cg3qTV3VYOYoCsuVDcZQZZv/W/Q+Duu0E012KWDFtc//eKzyE+caZV5MIt9vrPLMzT7P0aSQJJgbW3Rkfe/1lRv8k52svOGWL/PaOTwfVRynKWNQddjai/Yvn4USKvrHFiAEjAlcFnvP03tkQGb5KtokHQdlyq4SN5joWPYTO/yxKRL2MbEOAz+72ZPRdX6qBkwSTRISbXZX/1MFnJlFkUkUJy2CRPVJY5iZaRE6k9rl/7/W6o5SNQOHsa437j4QKMzqeehyBp5+IvkNKSPjAGolg3NDUimBeaIOi0wRotIcqXEaYJjGEIWbkQswdKujA4iHsUiAJZmDrb3Nr7/RpTqjaI7TJLSFJYpMuRvgEiRi6lp32SEw2s5HYXlwIdxfh2V00u9bwpI67hIJodd9i3Puk3WEx5u6VRQLze+zuxvN6VhUpizeusW+vsrJrELiRmbcPl1JYRHSwgC4a5m64M25ccqSBJJgkTGTLmVWHa9bg0wDiuORIQscJihCWwvknnGy4IyRSRPqT4Htv9CIYER5T+BzFU8TzuLhzCX3a27s7HhmprEuET+11nl1j9eFzVVwPpnNBcPSvS/c73A1nxZKRq79LghngzIo7Gl915U9EHPv9dYB9Jbu58CEq+O30yClKInSYDIIRl8atd13fFWohAwsD7SE1eOjIOU/1j04eRt/VZ0zZqdCmPgJg714/E9501HkOysAhpkUlSTADgFnE5/WveX8VmMx74g2gv1Q0Fc6N+SdP7/IJMhmJYkAE09mBzucb0fHsoohWyKkYZ1wyWUChXGN3L+rKgRtH8dc4lzNjl+4mDP641N2Y4Hk0jo4ztKokmAFMTHNNxQKd6aQBiMiYpurW4w2rXyPodgyiSYhgmA2fKRGgyjAYzODCxP9zjN77SKqtTSipX5OrYo0C2lIY3JGuP+qYu3jIBqaSBJPgQm+uLj+LFapjJkuCIjKvmcVqGOSJ9K3CQI5s4Z+04yWY0Kfvo/OlZyD+LWxdMr3ooEPL3A2vJapnc03FFGbFw8zERLeXuhsuSlRWtreTBJPADP502jGjCgoK32ZgmwSaZ3wTwwJ3+x1hO+QYWHbaHSKG7uai612vPn1fkS661jCw23w0EPFzv1qB4DuvIiRM96OE48w0QEIdoa1GPDiwYN6+6orPmGgsgy8pczfWZdoY06WPJJgEkG6qcd6gMC5PoGnWNbHssLORtcA68SBAtRixe9sfq4f2+S/BqkTqk6Lz/2LEgkGLv8vb+7XnDYLJxqIS7zqsrrF3/Is4B7JhxoknkaIeFSwovHooJFiLBI8kmDgXjqjuczl/BpB1r0YJDPWXJkSw7rIXaMzWCInYtz0SoIlodiL8gshZLeKwiJSz2VwY+q9L3YtfGugY3nVNLJzkfi9yJPWBdpAF7SXBxDlJ62dMqbCQ2hDOsKqvKGYGEX2lQX8Imv6jRbXcx0BXOH5ZMhYBZrq2tL7h6oxVMIsUkwQT52R5XRUfEij2syNhPan6aSWj9nmh+zVCWPuSqj0u/A/j7FZWTyMCDFpQ6m44OY1d5mxXkmDimNrHq6psR5cG2yj6LiTIxI1au3ZhuItCn6uiBkx3gjIrt3UcMOR8VWb+tJ30w8e4l6zP+cGmeICSYOIA2D9j2vGsaE9FbMLwWS3KqUVzFkWuI0J31kyZRbp6qySZOMBPZ1Xmjnwoe+bLbAEDRl0STBwQeqsrHiCi0yM0WddZULC72RcDb03FmcTkFqmB4lBBVk0TAlZVOTHWH4o0qZLV3UiCMTl9L02enL/PBMcyJuzctwmBVpaM2XOXeC0/m2oqphCThyCcdmXJLAT4MYe78ZTM0in7tJEEY3LO1p9+4lhLgWUluCtL5ObC8NnH7jUyXnLpbt86c+oJoZD2BBNFjS1iUk1ZLQoCIlecSXcrkWv4h+d8lvEnL1iwKU2lhDYRBCTBmERNxO/tJP6Ee7wAiYBCwWJthxG3DdDq01XxGEC/NamKrJYAAjrzCkVR5oP5CgD985z0kUki7LmKP5bN8TycQHeyySYEJMGYXApraip2yWf6qPsFSTiysYYby+Z5/mxSRMRqfpfzKgZfE8ff14F2OaTaE6gDauiIkjlL3m6uqXyUmU09QRPoHbu7IWsygmbipEqCMTkrLTUVu+hMYgdjYMaMtY56zxjxl86kiIjVvK7yhQRl6kDlyPbhESAgGLTyoSPuaXzr5xknHp9HlgY2ZSZAusJadUn94n9KbBNDQBKMSdyaXJWHKOBXRXWxYHXov0mGObmQ56uuXAXirUyqIqslhAB/Za9r3FE0bampbNDB5WbEMPCDY8xe2yV6x2amj1yuIwnG5Oyur566r4X0t43dC+ApdXsqTTaNWc3vcnYwkBezoqwwMASIL3HUNd4qUtQAnR+ZDXFKoKfs7oYTB9b50GwtCcbkvPvOm7IdBdUvWIeuWqzHDJuz4BWTTaNWW39mxf6qlZbKiUgGmjFkEP3QmZ8/SdgqGUclxfKUuEszU0SOo5W86oqh7rxoBquedeS6NonYateUEYVQPgPR+/Ym64mUpOdLf7XzaSYkFn3bpO6y2i8IhEi/akTdYiOlq9flbADgNPsREPCuolovTtYfl6EwL2axHQpYRB2jcL0fj3GvaazUjKhf9E4yABHJ2vLaOsT9SzzOjxqI1ExL8ZEMPOKVYYSkjLORyBRQUufZvfty3lft/A+AY0wLIrSD6bHOgvzLR60OeZP1hybOYWRN9XjnJ2sGlgpFfWdPvddx36JzkiXbN6O8DoriMiuPdf6flodL1QBVg+gsAg/l+ftC15SLFAvvBuabzGII0MagGpjcM1vAJheQ0+LiKwYzkVez6seL1ynz/Q+tmkN5gcY90zy7qoxuW9AUd8MwDXj26WP9rc2fmTH6Es0JaLG7PSXif6+cdVzJiE7bGwSKmbMnGbpmkgzxggcF0+33eR7q1qupeuo5KvFdDDbjcsE64aayut72S/6aaROg6w8yYT/EkEPAeh3kIVvoBsfdS77JJHwyTRdJMIM0I74Zzjeg4ECT3esWqBcXuxfeJuqLj4FZXwrwL0FwTQrK9mrMeKe03tPP+E14qCus3mYqoBfjP456z7F9seBaWFrXTtulLRiamKfysdCV0SzsnBQw6WgDKe+wFni1IxD4eMuHnhNRDWWJgYAkmEFYIv4a5+2s43wzUfHEBOlMDaX1DZsN8bwu54UEGGQz1IoOvFXm9hwQbtwbZpRfrSpKzFxGzPxtaX3jdkMNu8EYrySYNKPuc5VfClZuAJkLncnEn5bWNfY6CvlqnC+BMTnNqmdGd4z1bUHt0DHzl4SNKO51lb9HUPaJoWyLY9NxMzMGlbtaSIJJ49x2xYDBPLM+Rwxe7nA37tHXHcFXU+kDsz2NqmdMV0QIatD+WFa35NFwSomXOVt7++poITBEWtjVXuuoXRcs2JgxA8tRRSTBpGlim2ZUnKsqdFe3L1O0bsW5n5hvcdQ3/qlvvZYzqw7XrKHngbietn8RQ/wToLRBUbaBpg1aAPJNT8zvqyrPK7YEHvJ35v8d4BlmpkPX9TllcxdHfM3zVVfcRESXRTGia/3Ra91SEowZtAdWRxLMwPCL2bqLEIJzibCDiEcSszC+UNhyacncJxrD1fW7Ku5mpnPM3N/0a094Hpw3c11e87qRbBluCagTAuByIuU4Yt4+pm7JrRBUteA+w+Y9ZSRY+uaMyY7hNvsruomA6grxEyV1jVXR1PHVVDSBqTRcHQa3rvbaJMEkdz7DSpMEkyKQDX8XClxHjEoGRw0mRTAsWjaC6KF11vY/TbjrmYjJm/2uyrcZvG8Can9g91r3j2QY5q+p/JKZx5uXSx3M+nqFSBj+hRj8MzGGM2OCGfIjkA41dLB9zpKl3X16p5cfRqoi8hFFfW6O9JLUU3d/dcXDTPQHSTDmZzQVNSXBJBFVrp2c710zrFKFOguM3XRgWGSAhZ0WBRj8jR6iBnIodaV/X/RdLHV8LqeIdD88Vr2evzNzq4O2GEVud8QkYC01lVM1ZpFSJeaxiYBOTef/84f8/9pu/su+Xh+2q/JJBp8QSz+xmVPA99jdjef1bu8UT80XRmvPwJelbs+EaHVaZlYdrmnB54D+2RvkDibW7CTvd0kwycMS3mqnOAr9sWcgbxKhY4xlpZgJAAANhUlEQVQLBwZB6WRwC5g+UQme9QHvg30/0Fjq+GoqgmAyHyicSRimneCoa3g+hmylyVXxqQL6VSwdAKxr2agePO6RhSv71t20CzHlCMrQl5W6F0/sK8PncnYginc5EX1tr2uIudvyVld8TUThnqPlHYyJSU5GFUkwyUCxjwyurbUALxsk8PLLwLqRI/WqBQtC4v8PJEDVhnN+N86idX7LbMpitUsrxp8d9Z4bzQxzU6YDE8GVKMjgS0vdntv7yhW7uObVpd5Yx8JN7XxfYtXYvh7Kza7KJ/XouyBh1eyIhaXXVfkPAs8OM/b2H+UrkpklMeA6kmAGDGH6BBgxaRR9KdhsFgJeH4S6x0j3ojVmtPy52rmXjSBi3sR2voxAXFxVZfOXBpcD2CFWnwxuduQFxlGfOycjNEZA/SrSi5vRbszew2MFgfK5KqsAfqzvnQ4DvlK3J+wFcCyd5e/xISAJJj68BrV2c3X5WTqUuWYuUQ1FNwVYMqs0u6aMaIHlvzp491htGHRbqbvhon47GEDxVTtfIcIhsWQQkb+kybIVhbFH8bkq1gC0ZXgZ5LeP2XNEbIL57XjmzteJsEVPOcS0zl7fMCqWfvL3gSMgCWbgGKZNgvDmhq7PNNmhzx5wbEfz5/e6hI3V1uuqfJzAUZ+Au2TQIoe7YVo4ed5qp0iNOyvW4tJBP5aO2XPbcEThqymvg664wodRMEcwQjd/TeVrzHxwTz3DWUfHwkX+nhgCsdZAYlJlq6QjYNxt/OhYZDY4FTHuttd7ZsWrSLOr8m86+JJY7YjodXtdQ9hdipFil7QnY+60Ijgdir590088EhbLs+D+mS8Z8DvcnrJYdzBCTrOr4j4dVNOLYHQ8UDrXc0asMcrfB46AJJiBY5gWCVxVVdw8PPg46yai3zHY7vZYiOLPeLDhnJMOUkOh12MOinmpo74xrDe4QQ6qRTwRR7ZnMd6p6U+OuoabI/Xld1Vu4HAe4wyfo97cHUpLTfnZGitzevShMeiiUnfDnTHHKCsMGAFJMAOGMD0C4iIY4p8cdY2jE9HMcMaEEvGj75YZLRC2QTCK5floOxgi7igZ7S+l2pfFk3TY4nc5P2fAyATQsxDjO3u9Z1sz4/PWVE4l5oU96vpULXhotwWxGRmyTuIISIJJHLu0toyLYHRljmNuYpH3/C6n8JfqZfwWdqC6/nfH3MUXh/utZUbFuZpCd0cDiJlfKq1v/HW0Or4a53/AOKZfHaJvHXUNpsItiNS8gZD+ZHfKWCL61F7XMOQCdaV1sfboTBLMYCEfZ78vTZ6cv88EE3cwDFYV3m1YXeOncXZhVPdVO58F4TfR21JQZ+38svrF94Wr53U55xFwVkQZzB0arEcOr3/ijWj9eF3O+QTDcLH3Dkahpfb7GkwF62qqqZiisOLpjlLHjLtK6z3nJ4KNbBM/ApJg4sdsUFowoDTXOB9gxqnRFBAhJe1ujy0RJb3Tp24DVX+RgKhWskxo7wBPGh2GxISePpfzXQL2jqgDUYOj7pcAWpHqRTKUI+B2u9sTzoCunyhBMCpoETMsIoVsMKhPHnG/jKGbyPpIpI0kmERQG6Q2G6rLz7KQMjd6yAf+yuFujGnkFm4IwpDPSvpzDDiiDpH4W0dd+IhwYqe1944OEbe4IJwM4RdlUbCfmR1Wi6vyfI35jj5P1QEF5CpxNzxgZhqMHYxODSLAF4M+cXgtE2UmADPIJaeOJJjk4JgWKYYDXyj4UtTL0wFkIVw/Y0qFqige4d0ddZdEuMNe5wnrkCgCoze3BteHI0EhVSGaNqyuYZEZwDbWTDslxNq/ekX7J/ZaFMvk4jkLRWbGmKXriETiktfKwOxw7g0xhcgKCSMgCSZh6NLfcJ1r6mgL9B8iRmsj6KpO1w+rb7g6Ee18Myv+DI3+Gr0td2ps/XWk+5NNT9QvhN+94EuHz7qr2R1Em6uyqpP539SD8UTyM7vbYzpcRdcOBo+DSLcXFGxPdzy6NhFsZJvEEJAEkxhug9bKV+0MRYrnK8IotBHvE+5uxIzCvurKRSCOmnNbYXqwpL6h38Vrt/yW6sprNOK/hOmPQ0E+MJ77D79r6u911v5F3U9AxlZGucbuXhQzsHd3/15X+REKFA8Yr9nrPTHDSJjBSdYxj4AkGPNYZURNb7WzlQiF4ZQxfHvqGkxZuIZr762uWE5Eu0QaqLhADkDZJpLzpLA29q9xLAbj6J4yjA0I4T57XYNZNwej+UaX88IQ47buExuBOxUtNCkeG5bVZ0zZqcCqLgl0dkzb4sFnTR2rMmKic0QJSTBZNpH+audbXcnB+hcGe0vdjQnlSmqdecLEkGZ9hoGRkSGh+x3uhojPzyKZXHNr8zsM9DLyY+bVjrF7bxPLObFvv/6ayjnMfHb3f2fmF0rrG3uRV6zpY5er0Id114dzzIzVVv4+cAQkwQwcw7RK8FVX3sLEF4ebOJF32V7nSciIrLmmYorOJEIbhN0dAYiZ6mNT/GER8rKneqwHtT+U3R8+C0A08ATBgLmm+8K4DdrIMe4lIqJfXKX5vGk7ldy9MGyak7gEycpxIyAJJm7IBreB4Uioao3hnAAJvNzubtwtEQ2bXBU3KqB+WQyELCN+rsJn9EzXGq6PppoppyisPtLrN8KLjjrPUYno5HNVLgTYSDhHTEvt9eaM6xLpS7ZJDQKSYFKDa0ql+lxOEbt3676dDMQMvslV8agC+l04xRm0uNTdUBFrUN4ZzgtJ+SXjJDEFFIvlmGFzFpgKodlXvjDYA2MiFITsnY6R8YaeiKWv/D31CEiCST3GSe/BW13xABGdnkyC8c6oeIUUOqyvTHF/UlrfONbMIPwu51UMXNtdlxmvltZ7+sk0I0vU8VY7vyXC1jpRXVmcF8Rm+5D1UouAJJjU4psS6eIookJ9UJi/9+xgIDsYr8u5kvqEuSRCCJpaYZ+78GkzA/G7ymsZSpcNjvAZULi8pK5xiZm2fevU1sJy4eqKFToQunNM4261tTBiGsuSXQhIgsmu+er6dkVsmLLQB33zGCWdYIB3S9ye/c0EdhJ69SQY8aQdtPKhI+5JzO/HO718b1ZpekdAvztSHuosnLohp7IkmCyd8r73HWIYAyEYX03FGnDvGLg6ab+PlAM6HGxel/NCwuY7mLagGjxs5Jyn3stSiKXaSUBAEkwSQBwMEcJtwAptBUAl3f0PiGCqnV7QL06ORPRTSaFlV7ptgXBcNFWEL5OFVI/xSE3sDVlwXKI7GFMdykoZj4AkmIyfosgKbkr0Nn2gBMO1sPhXV2zoSVY6uK7M3bjZyM0MTCJdLnPHh0RUxIy1OixTY8V8MSNX1sleBCTBZO/coWX6CbtpqvXD7ti3xPjMXu+JaOofaaiCYJpXO9f1DNOggw4tcze8Fi88vhrnS2BMBvgnja3TJMHEi2Bu1ZcEk+Xz6auuuAlEl4lhMNHXpSZSqvYdcl+CEa9HJTzKHi2XdSTYNpxdWa3q7CZgbYjlDibLl9eA1ZcEM2AIB1+Ar6aiCUylIql7qbuxOF6NBMH4VjubCBi2qe0HDrcnckS6KB0YmR0doY0MfaXNYju9aM4Ceckb74TkUH1JMDkwmetryq+0QLmGmNpK3A12s8/KPYfudzlXb3ZSjCOfdTj4DENAhSYUKnkX2eb8e2kOQCyHkCACkmASBC7TmvmrK98E6SNLimz7xfPy0z0On8u5DJvi6CoBdeeS+Yk7B4qwDb7VjnsKmG7Or2/4ItOwkvqkDwFJMOnDOqU9bTjnd+OgdbiCoeC/t5z31CfxduZzlS8EK1OJSC+pa7AmkrStZ58iTEIidzjx6i3rZzYCkmAye37i1k5Y6Cd2RCq/mqFeDPB6h9tjKudQ3MrJBkMOAUkwQ27Kww94/bkV+1uDyl1gaDIsglwUyUJAEkyykMwBOc3V5WfpUHd21DdckgPDkUPIAAQkwWTAJEgVJAK5ioAkmFydWTkuiUAGICAJJgMmQaogEchVBCTB5OrMynFJBDIAAUkwGTAJUgWJQK4iIAkmV2dWjksikAEISILJgEmQKkgEchUBSTC5OrNyXBKBDEBAEkwGTIJUQSKQqwhIgsnVmZXjkghkAAKSYDJgEqQKEoFcRUASTK7OrByXRCADEJAEkwGTIFWQCOQqApJgcnVm5bgkAhmAgCSYDJgEqYJEIFcRkASTqzMrxyURyAAEJMFkwCRIFSQCuYqAJJhcnVk5LolABiAgCSYDJkGqIBHIVQQkweTqzMpxSQQyAAFJMBkwCVIFiUCuIiAJJldnVo5LIpABCEiCyYBJkCpIBHIVAUkwuTqzclwSgQxAQBJMBkyCVEEikKsISILJ1ZmV45IIZAACkmAyYBKkChKBXEVAEkyuzqwcl0QgAxCQBJMBkyBVkAjkKgKSYHJ1ZuW4JAIZgIAkmAyYBKmCRCBXEZAEk6szK8clEcgABCTBZMAkSBUkArmKgCSYXJ1ZOS6JQAYgIAkmAyZBqiARyFUEJMHk6szKcUkEMgABSTAZMAlSBYlAriIgCSZXZ1aOSyKQAQhIgsmASZAqSARyFQFJMLk6s3JcEoEMQEASTAZMglRBIpCrCEiCydWZleOSCGQAApJgMmASpAoSgVxF4P8BJDBLwZvO5hIAAAAASUVORK5CYII="/>
          <p:cNvSpPr>
            <a:spLocks noChangeAspect="1" noChangeArrowheads="1"/>
          </p:cNvSpPr>
          <p:nvPr/>
        </p:nvSpPr>
        <p:spPr bwMode="auto">
          <a:xfrm>
            <a:off x="155575" y="-319088"/>
            <a:ext cx="666750" cy="676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" name="AutoShape 6" descr="data:image/png;base64,iVBORw0KGgoAAAANSUhEUgAAARgAAAEcCAYAAAAcH6uaAAAAAXNSR0IArs4c6QAAAp50RVh0bXhmaWxlACUzQ214R3JhcGhNb2RlbCUzRSUzQ3Jvb3QlM0UlM0NteENlbGwlMjBpZCUzRCUyMjAlMjIlMkYlM0UlM0NteENlbGwlMjBpZCUzRCUyMjElMjIlMjBwYXJlbnQlM0QlMjIwJTIyJTJGJTNFJTNDbXhDZWxsJTIwaWQlM0QlMjIyJTIyJTIwdmFsdWUlM0QlMjIlMjIlMjBzdHlsZSUzRCUyMnZlcnRpY2FsTGFiZWxQb3NpdGlvbiUzRGJvdHRvbSUzQnNrZXRjaCUzRDAlM0JodG1sJTNEMSUzQmZpbGxDb2xvciUzRCUyM0YwNjY1MCUzQnN0cm9rZUNvbG9yJTNEJTIzZmZmZmZmJTNCdmVydGljYWxBbGlnbiUzRHRvcCUzQmFsaWduJTNEY2VudGVyJTNCcG9pbnRzJTNEJTVCJTVEJTNCcG9pbnRlckV2ZW50cyUzRDElM0JzaGFwZSUzRG14Z3JhcGguY2lzY29fc2FmZS5jb21wb3NpdGVJY29uJTNCYmdJY29uJTNEdGhyZWF0MSUzQnJlc0ljb24lM0RteGdyYXBoLmNpc2NvX3NhZmUudGhyZWF0LnRocmVhdF9hNiUzQiUyMiUyMHZlcnRleCUzRCUyMjElMjIlMjBwYXJlbnQlM0QlMjIxJTIyJTNFJTNDbXhHZW9tZXRyeSUyMHglM0QlMjItMjAwMCUyMiUyMHklM0QlMjI5NjAlMjIlMjB3aWR0aCUzRCUyMjQ5JTIyJTIwaGVpZ2h0JTNEJTIyNTAlMjIlMjBhcyUzRCUyMmdlb21ldHJ5JTIyJTJGJTNFJTNDJTJGbXhDZWxsJTNFJTNDJTJGcm9vdCUzRSUzQyUyRm14R3JhcGhNb2RlbCUzRV5Rg9QAACAASURBVHhe7V0HeFvV2X6/eyV5xpKdAUkIK4SyV8JeoYyyYssJpqUFCiSWCRAg/IxSoJhRRqFlEywnJYwCJSSWE1YZBcoKK8xAIOxAQkhiSXa8JN37/c+5joOHxpUsyZJ8zvPw0KJzvvOd95z7+oxvEGSRCEgEJAIpQoBSJFeKlQhIBCQCkAQjF4F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0BWI+CvmTbBXrdwZVYPIoeVlwSTw5M7FIbmrXYucRQWzKA7Hl07FMabbWOUBJNtMyb17YWA1+X8UgW/MMzdeA4BuoQnsxCQBJNZ8yG1iQMBBhS/q/J7AHbW9fNL5zbeH0dzWTUNCEiCSQPIsovUIMC1tRbv6g++V4DRAFY53J6tU9OTlJooApJgEkVOtht0BPoQDBNwtd3tuW7QFZMKbEZAEkwGLwaeXVW2trltTLFitbAeDMFi0UPFamsglNfR5l/TuW3ryDZasCCQwUNIqWp9CAYErLa7PWNT2qkUHhcCkmDigis9ldk1ZYSflcdBdETYHhkaEdoAtDDjEyLlgRL3oscy+ZKzqaZiSlld45JkIhiGYKCDLih1N9yZzH6krMQRkASTOHYpb+mrdl7OoNkgHhltohgQf70Z4BaF8Jwe0u5zzHvyxZQrGKMDrqoqbi4NPaYz78bES8vcjb9Lpk59CaZLNv3ocDdslcx+pKzEEZAEkzh2aWkpjkn+1sBFAF0KwGqmUyKEWMeHrGgPlNYtuctMm2TW4dqq4ubV2sU69IsIGEZApwqUF7s9zyW1H0DxVVesIqIxm+Uy0BbUdh4zf8mKZPYlZSWGgCSYxHBLe6ufZ5x4vFWx1BEQz19ncfG50gblmgL3okfSobR3evneiqo8qQNjeiyu7x1uzzap6N/nqvQBbO8pm5kfLK1v/GMq+pMy40NAEkx8eA1qba6dnO9f43gSjCPjUUTsaHQdzzrcngqi1Bmjbag+6SALaS8yOL+Hfkyk/MVet+j6eHQ2W9frcoYIUHsRDNDiCDi2pvnzfWblyHqpQUASTGpwTalU34zyW6GQODbFNX/ilaXE7RmXistg/4xpx7OiLwFY6Tl4AnW0IjRujHvJ+mSDIi7Dfayu64cCA2TRDrTPWbI02X1KefEhENcCjU+0rJ1KBHznnngkBy3PEdDrg47VJzO3QlFOL61rWBSrrtnffTWVR4PxFMD974gIbzrqPAeZlRVPveYZJ1WwGvKwuOXuW5huddQ3XBKPPFk3+QhIgkk+pmmT6KuuuAlElyXQYTtZ9Kn2exc/m0DbXk2WV1UVj3EE1xKhMKws4kscdY23DrSfcO391c6nmHB8WNnMSx31jQemol8p0zwCkmDMY5VxNZmhNJ9d/ijrysninTqeQqCm5iLLhHG3LWiKp13fur5q5/MgHBVOBgP+IGPyqHrPBwPpI6xsl6vQj59/AjAsPLHRD/k6jsyvb/gi2X1LeeYRiHNZmhcsa6YPAb+rci2DR8Xbo868uqy+MWHLV5+rsopZ/zdR+LsgJvqktK5h93j1MlO/ZfoJu2mq9eModYMBTS8fNW/guzQz+sg64RGQBJMDK8M/c8oBrFle73vBamZoBHrK7m440UzdnnW4qsrmLw2KQE8RHQwZ8JS6PZXxyjZT31ddeQuIL45al/FnR73nRjPyZJ3UICAJJjW4pl2qv6ZyDjOfnUDHDGvoaMc98Vn++qZPnQFVrx+MD3yda+poK+kfgTEiWv8EvdbuXnxNApjIJklCQBJMkoAcbDHrZ5841tpq+ZiB0nh10RmflY717UO1L3eYbet3OZcysH+0+opCrpL7GqKTkNkOe9Tzzaj4MxT6a6ymBNxtd3tmxaonf08dApJgUodtTMnGC0yJNrx03qLvYlY2UcHvct7GwIUmqvarwrpycencRX8307bJVXmISvrzzNTToK5XU7GwdOKzSuuSGwRqVVVVWbEjuIwIMS2DFeInSuoaq8yMSdZJDQKSYFKDa0yprTOrJgb14F0WRm2yfHS806duQ4r+AQiOmAr0qUDM35T4bDuZCf9g5v5D2KZYFJo2LIn2NkJls7sXY3iMFxz1nqPjxSKe+sLYj1JgRBiPDplcVxLMIM2O/2zn06zjaCsrBxXVL3onWWp4q8s9REpFAvJ0C6mnFtctfDRWW2+181UiHBKjXiAU5MNG3N/4Vix5Zn8XrhLe1Y6vN0Wwi92M8Zyj3vOb2BUTr7HR5bywCMq/yb1oTeJScrelJJhBmNuWmVWHa6Gg8Cy2tfisw8ctGJgtSs8h+Fy/HQ90fpnIsBhYUur2lMdq66upWAOmLaPVI6A1xJZjhtc/8UYseWZ/97oq/wHos8mk0Q+DFpS6G042Kz+Rel6Xcz4zWsrq5V1POPwkwSSyqgbYxldT+QqYDwOYHe7GuEz9Y3Vt3FGUBlcRIljWRhVATXZ3g4g9EzE6f+v08r2DqvIqgKKoohiBkI0PG3FPcnYwIv8RWF/BfXydoumggG4pcTeIMBcpKz5XxRqAfmrxWo9M5h+KlCmcZsGSYNIM+PrTTxxrybd8BSBPEIw34C/bbv7LSfP6FUGY/D++/yqIDoh3aATSFMLJ0e5NmlwVNRbQnTpgi7GDYY24IhlR7N51TSwcz1t/S8Qj4xlTiPSrRtQtTokXt9CDzzjD4bf5NwD6RpBykqOu4fl49BsKdSXBpHmW/dUVDzPRH7q6ZdahHFbmbngtmWr4XeVXM5TaRGQy8xOl9ZFfXsy+VCXzFak3ZuZGxWAEdZw1KoWpTLwznPNJwR9BCCGkzHTMWzTXnHZDp5YkmDTPta+moglMhq0KgXRd044onbf4f8lUY/25FftbgpRYqAKmHxz1DeMi6eOd4XyBFHPxaJJhByPcEQB+PG58GOutun5M0bzF78fd1kSD2lpYLlzt9AMoZEBnnc8vm9t4j4mmQ6qKJJg0TjdfcMoWvvb2n34BnZksfHwyvJr7DEPxVTs1k3ehfZqS7nA39Arg1LNCVA/mvpJIuWoggaa6wkDwM+gTUMrMlDHwhQPK5FS97mw4u7Ja1dndrYuu83mSYPrPjCQYM6s1SXXChVdIRXhHkfGw2eXsYJMxfHsNj4GOjrYttnzouZ97/nfxRLzuR8dONsITAMabgYRBi0vdDYk8maPlnKknaSFdPJlbzPTVt44CWlCSohcknjw53z+hdCWIN4cvlQQTfpYkwSSyehNoIy5ffas/+JSACb0+XOAHEa82mVHmNhHMBkb8BneGbsQrSEeeTlDBSgGI88mInsd5RLCGDfAUBhMCAgT6l0b6q2D+ttS9+CUz0HlrKs5UQG7mxMjFGIKC0+33eR4y01+8dXyuiusBuqJnO0kwkmDiXUdJrc+zjivxBfJ+JEZxL8HEIXuTrciMBa1ZhbgWFv+Pzh9A2MJsmxTXCzK4XcSgYcZqRcE7pFleYpU//U+T8t3Jm5LHCYz8nfl/J/B0EfUyUZ3E3RbDtqPD/W/xWpfU0mVn1LEMoBJJMLGhTXgSY4uWNXoi8NNpx4zKLyhcHe4+IZ/pV8kMjGTsYKqdqzlzCCbsYhCEozN/quuhB1TYQKpew8Ckga4cBi//4Av/pCNeNu+8abbPZlfl4zq4n3+T3MHIHYzZNZSSelEDJDFesdd7fp3MY1KTq2KNgujWtikZaEYI1S9zuBf/Ldmq+F2V1+vQr+hrSSxCArO85I3wRyTZsyDlhUVA5AsiVVkW7kdiCpQUB7en2578caDwrZt5wkQbW6/TdT62695kaBVxPPqP11LQfexK1uibayqm6EyNXUk0+5WAxvrM4fWL/5ms/nJFzpBbgIM1ca2zyvcOdoYnGKETMf/LXt94aiL6iSPRxpppLo21Cwk0IR5z+kT6y+Q2RPjUXufZNZk6Gl7qqi7Cc4aN/0vAWgqok0vmL5TZJPsALwkmmSsxiqyWmopddKbl4TJsiGY6c0eezgfFYxgmUrS2rdWPCmnabQzaOpGQmWkafnq6YbDGoZOHz31SPKUnpQgfKIb2IhgRjQ/FnU+pu3G3pHSYY0IkwaRpQjec87txaqhDBJaKjDnjP456z7GxVBJWpBesmnYiVO1vxNhBmATHajM0fuevHO7GHZI11o0zp+0RDIU8RLRdVJkm5y1ZemWTHLkw0zRbXU+weSJmSPj8QZv0iBXmsXX61BMCin47EZL2IaUJgtR2Q9AVXa8uSdI9SJehnzYfoOhe48ZfDOUau3tRQr5fqQVl8KVLgknTHBhezqs/+ATAr6J1KY5QShgjMRE5zc/qo6TgKLOGbmkaWkZ0I+5eVvKqfSe532sbqEIi7gyBZ5uRI17+dFWdVjpnocdM/aFWRxJMGmfcW+18UCGcFukeplsVQSC6Sq7hmwJmN9c4b9AYFyQW4yWNAxzUrigILXiOY96TCXs0r6+euq8K/XYCDjJ76BS5pUpJnZQqn6dBhTQJnUuCSQKIZkV4p5cfpqjKK7EIpkse6QR+h4HRBIwbiGWrWf1yoF6AGC+ErPlnD7/3sVVmx7MpSNctBDotbH7tKIIG8vpnVr9sricJJs2z53M5A0jECTHNemZ1d4T1FsYfYgVT59lVZd7WQJVCyp/AvG1CY9ZCRznmxZdTKqF+srSRJJg0T1yziOEK+qMIiCRLChEQABPPdLgb6/r2sto1ZUQ+lP9TgHP6+hTFo5GRiaG+cYdkWmDH03821JUEk+ZZWnvBKVvktbeL7bs1zV0Pze4Y79lJmQL3orXtrsppnaRfoLByAIMjxrwxC5QCOqPE3fCA2fpDsZ4kmEGYdW91xQNEdPogdD1Uu+w04sowVLOXt7GAEo6adnfD8Fj1hvrvkmAGYQWIXYytrW0ZEY0ZhO5llwNFgKCrujJrWP2iewcqKtfbS4IZpBn2VTsvB9H1Q968f5DwT7Rbw2iasdRe33BgojKGUjtJMIM02yK/M7H+YEwz9EHST3YbHgECvCXQdpTpYs2tEEkwMXASnsq+6VPH2YDdWNWDsZ4+zcAuZPpdlXMB/QwMwZAKZjDKzDoUtKjKpOI5Cz/KTP0yTytJMH3mZNXsqrKi1sAlKmgqE7YnQGFmAndBJf6XSMWoAx0K4xMQnizxWm82G/KyKzbvsncJyp6ZtxykRtEQsFksBxfem7xUuEMBbUkwm2bZP2Pa8aSEbtSJdjFeG8zEhBWmLCQM+ykA0Aqm0LzSuiV3RVs4flfl2wzedygsrlwZo7h10UG3l7obLsqVMaVrHEOeYDaFUbgTjONB0dOhxpwUNvY5K8DqxSXK8JfJ7e7leOevmXolWL9OmtjFRDJjKhBEgkhcWur23J4xSmWRIkOaYIRzm0XRnwZjRFLnTBAN0ZetgVD56PlLvvhy1nHFozvzzgox/pH62C0EKijoOs51dghf36QOLR3CyGIB8gqAYAAcECYsg1MY3GoFTU3GvdvgjGDwex2yBCN2E8z61Ykm9jI1dQxxe3M/KbqXdHV2qkNZqqPHwXrIUbDuPtFQT/vuKwSXvYngJ8uMjzXjCxFsh/0Glp33hLrlWOjNPoRWfIzQsjeg/TTgcMWmh298FAotLdFHHtl3F2paiKxoIDAkCcbrci5WgBM3eyizcXmbGjCMe5rUrjbxFz//5OmwHXQkYO3vgaD7vWi94xroP4qAeplZ1O13RMHva6CO276fghwKob3uZgQ/ejflyuvAGmhKddm8RU+lvLMh0EGKl37mIeitrryGwCdsCuD8jaaHniCydOSx4hU3MAHQ5i9UoWCHppGVmMaD9clEJIyrRmba07LtiBOQf9IfQZbI7k3aF8vReue14AzcydCIUSia8X9Qt9sx8oIJBbHxhkugpZgkdfDnpWP23o1qa0OZt3qzT6MhRzAtM6sOJy2Y12nJ/yyemCFiate5po7Op1CFzspVAMZkymVt8VW3Qd0qRrSBUBCtt9citPLTjFuleUeVI7/qzJh6dT69AB2Nj8SsN7AKzLqmTpE7mIGh2N16yBFMcmAD/DXOh3TGKQTjSXvQChUUYtiN9RD/jlqY0fH4P9H53ycHTddIHRe6LoF14kEx9Qq++zra6m+NWW/AFRjrNWv+PvH+ARpwvzkoQBLMACbVP3PKAawpLwOUNwAxA2pKefko/ut9UIbZY8rpeGI+Op8XucMyqxRddB0sv4qd9SOw9GW0339HWpQnoteDhcHfjuhKhqewy5WPOneHuE+T8V/MT4EkGPNYha25sdq5V5Dw/mACWTT7Wlh22j3mDmZj7fnQfvphgCNOfvO831Qif2rs6BXt/7oPgf/9J/kKhJEojOsY+JpZ/4QUZRR0TADBz4wfFPAPUJQW0SykBV9UlaL3He5/f5UWxbKsk8H8LrIMqsjqeqsrFxFx5WANSFyOFlZfDGX4yKgqhD56B20P3A3e2DxYqvbrV3GUoeiym6GURTdF0r77Eq23XJEhl9TcZVIpCrFIWyLeITUGtxPTh4qiLCiuW3SP3Omk/AE1Y9ZxShURzovNLqeXgZKUdhRFuGWHnWH7zVRYd90bUCNfCwXf+C/an5gPbjX+AA9qEce6oouuhTJm64h6iCd2beWnaH+sHtziH1R9zXQuwjmIpBAAt4LwtqpYrxs2Z8ErZtrmYh25g0nSrHpdlfUEnp56q5fIClN+IdRf7QZ17NbgQAB5hx8LZdTofg0Cr72AjoUPgNs2Jmn08YuhEgeKzr0C6rb988cF3n0dvPZH8MYWaD98i9DK5V0HluwsRqaDYGfINeJB4z5nSBVJMEma7g1nV1arzHeA0WWnnwFFvCwVzboK6vid+pPMW6+g46F7B+XIoZQ4UDjzT1C375+DLiguch+6B8K4LpcKgToooOxdMn/hilwaV6yxSIKJhZDJ3/2uyie5y4AvowrlF6Dw7MsM8/u+JfTh22i97+a0+ispxSUonH1NWLudwGvPo/3hOdm8W4kx96QT8Q32Oo+woxoSJasJRsRu2aq1tGOw/UXWn37iWGuB5VtmWDJx1YijU6HrYljE/UyfEvrsQ+N+Q4/L16fvsjF3fKGiYSi+5K9QRo/rp0fni0vQ2fDwoOyo0jlnRAhpuj6rrH7xfensd7D6ymqC8bkqrmfGuNL6xj8OFoCiX5/L2QCGM9U+RwMaY34Bis67EpYJu/QTI+45xM5B++aL3r+pKtRtJ8Aybjso2+wAKiruMugj6gqD012YobduhP7zGmjffwV93U/QVq8CQsHNVcSFbuHsa437ob4l8MISdCx5FNzRPqAhDn5j6gA4SMAGJu7QdTJAElfuTGwjUop01tZayDJvWN2iqHGDBn8sydEg2wnmUQIdWeL2bDlYT4LfnDHZUWpzrEupV3Zy5hrCKK/wgqthCXMnI0im86nHoX37JWiYHdbd9oa6wy7GC494So6n6OvXIvTlZwh9/B70H78FCopQ8HtXWEfGwMvPoGPRg12hJbKsiNciBfCzjhW6Qq9B549Um77efu/iZ7NsKClTN6sJxu9yLmXG/jrjtLK5nodThlIUwSKhPRFOG4y+E+nTIJnz/wLxrN2viJ2I3xs3oUTVQ+x0dA1Q+58ejSfzh+eAtey60CWQrrP+MCnKw466hucTmYeh0iarCcZX7fwchB0HKwnWylnHlYzozPuJkDkvR6YWbl6+8URsxjzflLwEKgVef9F4Lcq252cGfCEou4x0L1qTwLCHXJOsJhi/y/kOA5PErGmEO4bXeS5M5ww21ThvUBiXp7PPZPVFZSNQePp5YV+XktVHJDniGNZ2383QvetT3VXy5YtLWi10yvC5Tz6RfOG5JzG7Caba+RQTjhfTQoAW0kO/S9fEs2vKCD/U9wBENkPN4PVi2f5XyD/FBXXr/gGeUq62phk+RR1P/juj3BZMj5voUUddw+9N1x/CFbObYFwVdzPo3O75I9DP7VrgyC3nPfVJqufUf075sRxSnkl1P6mQr249HgUnnwU1zItSKvoLK5MZoa9WoH3eP6A3Zd1OZoPD7UluHOe0AZ/ejrKaYDZMP3GGqlrqe0FGWMUh5dDSeYtSGh8yWxPYi8BUBWdeEDtAVZrWob5hHTbeegW4STzEZU1hnZXzymRu6pgTltUE01FduWMHsciy1ysei9jJ/JzXMWHCXc+kxG3Yf7bzNNZx/yYTh5ggZ0oFZeSWKLrgaoh/Z1LRfU1ovfUKw34mWwoBb9ndngP66ltbC8vhL0+2TJ7cfyQLlo/UP911gX51LfTBMqtIN75ZTTAvTZ6cv8+Ojle7L3p7gicsJsG42+72zE4GqN7p5YcpVuVPuo7JJPyNsgw5stpQfNU/oGwxNhlwJF2G9tUKIzB5FtnDaKRqh+iaZT8CHwHmnUDKKDDbjfgNYYybxZIRmUEhwjoQNWma/prFynfa5yxZmnRAM0Rgln0m/VFrqik/W2FlTkQ8GesJeKykuOQmuu1B096s66ord7SSfgQznagQDmSGsDYT3vhZWay7TUThrCszV/f2VrTe9zeEVmRP2mci6MwiIgwL2+b4sTUyTpAu8i8R83KLqj5RVKDeT7ctaIpfWGa2SACVzBoIV1UV+0uDqzdlCQivnJhIBe3EWMXE70PHtyqUzqDCm8PwM+sBYioj0HYKMJ6JxgBcnG3HoEizQ8LJ8PTzQKPHQi0dGTa9yWDMrIjxIi55A2+9gsCrzwGDmGhtMMbfs08RxgqAn4jvCUK9JxdsbbKeYMQEbahxXmdhXGnO5W6wl9Eg9i/+zg4fCeuOu8OyxyQjXILwLRLHJ+FflJYizg6dHdB8G6Ct+BjBd1413Apk6YGAOESB1oH5htK52Z2yNk2rKrXLR1ysXbDa+Q0BW6W2p+ySLrynleGjEPzwHbA/zK5btUDYw1j22g+WX+1uXP4KVwKjJItwui8jxLP05x8j+PF7CH36AXQRGzhCEKl856mGEV7w9RfBPRwmswv95GhLTEtLOoor6KGHfk6OxPRKyQmCEZCtPf3YPfLy85flypFmoMtARIwr/svtXdkGQkGIcAiBN17q+rAjFVseVOHcWDYC6jY7GIGqRJxfQ4bY5Zgo4pJW5JPWPv/YiEbH639G6MfvoK9ZFd0tQLUg79BjYD30aKhjtwG3taL1tquhrfraRK+5XoU26jrPHCx/u4GgmzMEI0DwucovBSs3Ze9V7C9TSfbSrjzN43cCqRaEVn+H4NJX+odUiDD7BafOhO3QY3r9Kj5+7cvPEHjnNYgA4BHj8oqYvuI4JTJFWqwgq9XwsI4awpl1cDDY9Qokdh0d7WBN63J0jFDEbkkc06x77w/LbhOhlPVOminuZdr/eXv09U1kZIS07rW/8W+y2RD471PGnU4uFQJpOvMjpfWe2OkXMmjgOUUwm0kGyl+zIXxC5HVARoAo694HAIqyuZpIBq+vW4PQR+8aRw199fdhdwUibkvJjfVA93GnT0cifSw3rYe2ZhVCy9+Hvna1cSTh9WvBup6y5SnuesQdkLrlVkYsXnWHnaGO2caIMxOu6L4NaJtzkxFCom8RxznhrGnZc39Ytt8R4hJ7c9E0tN51HUQwrWwqPT/GvveJxolVXAIzXrfXew7NlnHlHMEI4IUZP0LKwwwMz5aJ6KknOcow7Np7frkPCTMIvWkdQis+RuiDtxD6egW4RWQJ6FqWecc4kT8tjhhcgU6Evv8a+s+ru4JFff050NkJvdPIM9ZFOp3t4PZ2cEdb5B1JYRHIlg8RplN8CWIHJHYp4rgmdipK6XAjml3MNLc9euiZC8nY8YzfCdY994Nlx92gjOkfGa+7aXDZm2ir+1vmTL8ARIEGRicxNhLxWp1J3KvoTPQ9MX9tIbSHiC3M0BSiMtJpax1sWEUSYVsGxjLwUzu0A8a4l2SFf0VOEoyYEK6ttfhWfzAXwGkkHqmzqCgjt0Bx7V1Rk9n3HI4gheDb/+s6FoSCKLrwmrDZBOKGQNeM4NukhYynZO2nH41djziC9DpeqSpEfmnx8atlI0Eik4E4YlmtAA0M+uD7S9E+7zZYD5hs/BM2jk2YgRnxhu+9Me4hJ7sBQdyf6MusKpZ0tGuPDrXMAjlLMN0LZXlVVfFoe+ffSKEziClrLHALz/0zrHvsG996jxLcKT5BkWtzexva629FcPn7myuJ1CjFf741dn7sZClhQk7n00+go/FfJmomv4rIIMCEZ/J1/Cm/vqFPHNLk95fJEnOeYLrB56oqm79UGacgcKNGmEjM22T6i5M46uQdX5VRH67AUxw9xBGkuwj3A8PHKUZmyXR8CHqLH6E3X0K7CHAoLpnTWAjw6qD5joD9Wpo/35fGrjO2qyFDMD1ngC84ZYuNgdBOmhbYSVWVMSENY8BMuoKtVaZRBH1zfEeGInyavmYSmUFpKiXLPsTMkiCC4hhuXGZaDz7SeL4VkfkHu7S5b0HwvTd6EYzYcalbjBk01cSTuDhOBd96BSImcJoj5ekMnL5NPgAAIABJREFUPOQoKLiM7nh07aCBkIEdD0mCSWQe2OUq9NO6tWDDfSDtRby0KGO3NbI1qtvvCMVeFjVFbMoUZO7awbz/i3+e2MEUX3QtxOV0OovITBla+WnXRfeKjyEuvgejEPCF3e3pn0VuMJTJsD4lwZicEO//Td2GWngl8Iv/ksmmSa8m8hzZ9j8MlokHd116RslFnezOxUfcNvcfEN7Pm49IpSO6ckyHSVOb7P6FPOMY9MHbCL7xIkLixWvwyxcOSTBhZ0ESTBhYRDL7nv9ZxO4Qr1LNaz7YyNw79sxgr22yl8F20BHIO/w4UGmKXuU72qCtXWNY1RpHkTf+2zusAhFskw6ButPuRt4lEi9JJi1/48FPJIfreHoBQsvezKgEbTrjs7J6T/+EU/EMLkfrDmmC2Tjz2D1CWsEsZp4EsF0hGs6EQsNioUchw4SVhFt+xi4D4XdkeEsn6Ziir1uL4CfvIvT2qwit+lrEJOhKLxItCb24nxKGgYpivIBZ9jkQtokHJ8evSdPQfLkrvE/VIM+KJJjIEzCkCGb9uRX720JUoQOnks4jmcgqPgmOagM/yKvXZPfC+KzgjPNBhUUmW4Svpq3+HsFXnkXwg7ehN3sHlLdaGNop47ZD3lFTDOM4s/5MkQbQ/KcZYO+GAY0vFY0lwQxxgmmqmXKKCnWWzthzUw6jnCNW8ZydXzGAQPcd7YahXudznq5XmGQWVYVlwq6GdfFAshi03Xsjgh++nUzNkiJLEswQJRhfTeXRxHyDDuyTbda88a78grMuhG3/w+NtZtQX9yodT8xPue8O2fKQf/J02A7+NaCIjM3xlc6nF6Cj8ZH4GqWhtiSYIUgwPldlPZin54JntZlvpPjyvxmJ6uMtIkZLm/vW9OUnIkJ+5anIO6Yy7ruZ4DuvoW3u3+MdYsrrS4IZQgQjXAPGOkKfgXjIBJ8iVUXRlf8wYrnEU4T/Utu82+Jpkpy6ioq846Yhv/yUuOQJgml/tA7cujGudqmuLAlmiBDM2gtO2SKvvV0c0uP70lK9AlMs3zB0+7/rIGLImC2hLz5Bu/tWw6ZkUIpqQUHVGbAdcYLp7kNfLEf7/DsgcillVGF84aiXhnbh5iRnLjt5dlVZc2twGQPCx2hIFetu+6Cw+mIgv8DUuIVHdPv9d0L7rn+clYgChNvCFmON2C09jexEfRGeQUTAE69OwlbFrJm+CL9QJI52oyOHXeipj5E/6ebLMi4TJIHWldQ1bCmyDJiaABOVmKE0V087VmdenuokgibUSbhKzhCMz+X8BsC2CSORIQ1FEG4RNwUFRYjl9yRCKYiwCfmVp8E68SBTIxDBptofutfw2TFdrDYj+JVSOsIwthMxdXsXgnW/Q6GOGdeVIeC1500/b4s0tkVi92WSHDsWPoDQJ8tiPsezCNHv3QBBStGi6pnGIGpFZmI8UkJbuMjtjhwwx2RnIlNGU1lwkcLYnmza0Y67l4i1nZUlJwjGf7bzadZxXOQZEMuNNhK4k4E26LSSVF6vi3w2OvKIlN1EcCoCRFg0ReS4GQyjOusek5B30pkpdRoMffwuWufcZNrTmAqLjbsSESiq9e7rgWAgIszKlmORX/57w9DOCPYUzSivh5RC1yWmCTKur4zZ8Pru8DwM/ec1cTVNrDI3Q+F6+5bNV1Ltyx3xyhAW5P7qihtANAtAoVirpW7PwAyb4lUiyfWznmC8NZVTSecnwrwWtYrwgiHW7h1eEHoJdz2zEbW1CtXWhgxXgFphrVsL1NYaaTy73QN+vuCUkQWdHeW6xidD4YlgMn+xMYDJEfFoi86/yviQU1Z0Ha3/+AtCK5eb7qLg1HNgO+BwbLzpMuM5O1YRxx1x7BH2NJ1PPW6KZMTxqujcP8d1hxRLj56/i2RuIoB4GkuQGW/ZLMpNhXMWPRMrTazvvCnb6QHlMgV0KoDNhMLAA6Vuzxlp1DvpXWU1wXDt5Hzfj/ZPiWg7AxlhkquQX2f804GRVw5ku2oQzuwqR+fG0IgO8DSAzgF4bKqeva2TDkbBKa7esWWTPN3aV5+h9Y5rTadnFc6Lhef8GUqJHc0X9Yk1rShQiorBbW1gEdi7e7eiqCi+5k7DF6n19muiZzHouYuZdSVE9slUFBHxr+XKmakQHV2mWI+EIDOtZdKbANKI8TMr3ALm7QlKEcEIhSlSNvT6FpnQblXUA4rnLMyeVJdh0Mhqgmk+u7Ja09m9aRBMRAv0EF2aikux9dVT91WgeRQj42PyizpuOxSefRmUEVskX/gmie0P34vAq8+blm+ddAhEdgKRm6jl4jONuDTipUrcDRlZT/Pyjd+EAR0CAWg/fAP2e1F43pVG7Jr2x+oR+N9/TPVnPeRoFJ52jqm68VYKvPwM2h91x9tsUOsTcHuy8qoP5kCymmB8M5xvQMGBAOms06Wlcxel1ArL63I2EOBM1YTl/aYSeSec3PXBJjmwlXBUbDGcBb2m1RdxdvMqTwMxo6V2lnFPwhtboAt/IBH8W6QqUVQoxSVGYG/e2Axu9hkEI3yiOjz/QuczT5jqTx29VdduKYkhH8SFtkjT0nbfzeCOdlN6ZEIlBi//Cj/sN8n93oAvjAd7PFlLMO2uykM6oIugq8MthP2G1TV+mmowN9ZUXKyxcksqL4DVbcYbEfMNnx2Rlyga0YgPPBCAZevxUSPsC1zE8/HG2vPBbP4l1XbgESgQuwrVgs4lj6HjhcVGvqNoxbLznii6sNao0nb3XxH8+F1T0yKOVAVnXhDzslf//muEfvohYjiI7iwI7NuA0JcrEPzwLdMX2qYUTXElAjopoO5VMn/hLwF3UtxnKsVnLcH4XJX/BPgIVbWeMWzOgjjeXBOH03+28zTW8WDiEuJsKcglaoSIrh+N+xsRqiFCHiRRR1x0tt1xTVx5j0SM3cLz/2LkMRK7gdbba40dQaTS85gngoNvvPaCuGxW8k/8LfKm/C6ifPEs33J5tbFLiu4An7lhNaKuACPXC/3W4W5YEOdKydjqWUsw62dMqbCQZSdHfcPN6UK3K3B4sDNd/ZntR+x6imZdtSn7YvhWRp4g9y0xX3VEzF/xXK5utR0sB06G0icGcOCNFxF49Tlo33612b5EBLqyHTDZsMpVelgTi/SvIvlZ6PNPEHz/zU3EEHlU4ngYzX2Aveux8e9XGbmbcq0QIaRAnTWsbuF9uTS2rCWYVbOryubZFzTX1iKUzgnxVTs7Qcatf8YUYasi0oaIfErhisgVHXhxSZcnchTbFOt+h6Gg4g9dkfEiheHUtM0ZIcXxx7rr3rDudUBX3+JI17cIg7dAJ7jFj/bH/wmRryhSsR1+LAp+XxPxd8Mx8/47MjImzAAXQxugX+NwL86gTHEDHNGm5llLMMkZfvxSvK6K7wiUcb5Ow678hxHcKVGCsR16NPIFuRSXgNtbQQVFxo4j9O1KYGNLV8rXMVuDiocZF70idoxwlhQZGwt+V911VySyQfrWQ/v+G6Cw0LhLEo6YwrpXWAGL9LQdj9T1yqnUU99YBBNY+jLa598ZcxcW/6wOXgtmfAeLemHpnIWewdMidT1LgokTW6/LuZgYU3pbLcQpJAXVxcuNdffIdiTRjkjCDSD/d9VQCgoRWPYmOl9cggLnH4BAJ9oXPwp9zQ+GxsIIUAS1EoTR+ezCriMPEYovv8Ww3g3890kjZ7bYrYjndpHKhDs7DFIQNi62I08EQiG0Pz4PoY/f64dCrCNS4IXFaF9wfwrQS79Icbumgd0d0K/MljSwiaAkCSZO1H6eUXGmTaW5feP2xikm6dWFP1LesVMjHy8iXfIKgrjyH8aTc8dTC4wUIOIYZTv0GFj3PRSBl57qlaJEPKEbu5xmr5FW1iCekVtC3/BzL/8j4RgpCEYTXtsPzzHqiXQrIq2tIKjWv10OkXakZxHkJSLzRSrtD96NwOsvJh27tAoktBOwsCO/4OIthkAOJUkwca4ukV2gZfUHrXqX9WXGFHHJKp55I5VIz9QiK0HRrCsRePMlYwfSfUcjHC4LZ14O3bcBbXW3ACLgt3ix2m0iLHvuazz9ipcl4TQZzoUg3/kHWLb/VRdpff7xZrXERbBl5z0Q/N9zCH7yyy5GODsW1lwKyy57RRgCo+XS6dDjsOPJhMkhIp1Z/4ZBr1mI/1Zc17gilutAJuidLB0kwSSAZCZ6bscimEiGduIoI4I/db0M9Q7fYDv4KNgO+jVEIHBhNCc8t4V9Tv5vZxjkIXYgLcK2pmdMGSKDJIRMkV6k8+Vne3kziydvkaVS9zch8MKSzehbxu+MwnP+FNFVQuyQWq48Jw2e0eYXhEi4BvDzgLpeUbnrWwoBAdJ0hbiJ2PJTyKp/3/6zbeW4BQuazEvOnZqSYBKYS//ZlW+yzgck0DSpTcQFqtiBiKOMIALhzRyttD90DwKvvdCrCg0rQd5vphpHD33Nqt7NRfqR/Q4zZHOzH4F3/gdSLcir+L1hGyN2Mf7zTt58NFKGj4Jlj0mwjN/J2NV0vvIs0N7HGNWWB9vBR0I8YfcMGWE7ugIFJ0X26xP3PW31tyL09RdAKJhUHBMRJh7jtOLQViNue/LHRNoPlTY5TTAirgYtWJDU+Ioi9Yk1qDzN4PTmSe25IoWj4RZju+5J9pgIZeRoU+tVBJgSdiTo7BlJgJB3QhVCy96Atukyt68w6177w3aM0wjVoDf7Yd1lz66dBjP8F/zeuO9WthkPUU+8FonXpeCH70TcbQhbG/FSBf0Xq+KiC66Ocjzq0ki4IojL4YDI1fTVZ33GYQqCpFUiwnp7nWdk0gTmqKCcJhhvTcVy0pXPWafZyXCA9J9TfiyHFOFcMygxOsQ9heVXu8N22DGw7LpPQv5KwhpXGL/1LCLEgrhrEda3kQpZLLDsdQDyjpxikInYPYnSsehBBN74r7F7EkZ5wY/ejfsYI56zi875kxFky2wRgaSC775mZJkURzizsWfMyo9Zj+hRR13DAPLExOwhJyrkNsHMqHiFFDpUmNsz8ScqlL+XuBseiHfmfK7fjmfufJCIhWNl2jETxxHb0eWw7j5pwDFTQh+9i9b7egecEi4Gwks6VlAmcbdSOOP/IKLuCeM58aJkPEM/eA9C7y+N6uekjN5q83N3X/yLzr4Mlr0TP3EKvcUltdg5JT2nU/jFogUYk0bVe/qG9ot3aeV8/bR/LOlEtPm8aTvpAW0ZACNY7SYPlRbS8Ymm4sVgKPjvLec99Uk4nbyu8iMIdCRBcTF4RAznl5QMSzgO5h1dYeR7hvCwTlIRgaA6Fj/aS5plj30hfI+EM6G4PxHE0V2ULcYY5CYubsUuJ/DS0wiu+MiwuxEXwTTMbljoCvsZYTMjXpeMIuL4jh5nROgT3sx9d06iipHytubSqH5UpoYtLIbbNhq+Uh3PLoQm7mpSVJi51UHqBHIvSkeYvBSNIj1ic5pgBIS+GVPvhaKHiTZEOog7wdgIQgcx/cRgYevuAKMYCorAnD8YOxaht23yccg78bdQhtmTvhLEXUZr3S2GjUp3EbsYZew2XfGAReJ6cZEqUr+K+C/in7wCI25u5/+ehfbF8q4jiaJA3Wpb2A4/ziAITWSEFCEbOtuNS2FBKsY/Lf6wsXFFiIfiy26KHgNH1w0bG2FrY7aITAltd14H7fuvzDZJoB79qEGr11l9dGR9Q+rYLAHNMqlJzhOMANtf7XyLCftlEvDRdDE+vCtuheIYbkplcVwRuw4RjFs8NZOioHDmZSK8X8T24uNrnXMzuKl3ChBx/FHH7wx1q20MghELRG/xIfTZR1GPUCLkpyAbGrklFFsetJ/XQPvx264sA2GKEZ5h+mwjmHjEImLqvvsaAq88C8vuk4zMlWR3RB1Xt6zg0pcNv6VUFyLy6zrucATtt9H8+cLNW5YeCAwJgjFIxlX5NoP3zYbZF8+8hbOviRjzZPMYgkHj6Vhcsmore4fDKTrvCuOjjFa07782QjAI+5a0FlVF3rGxE6+Fvv4cbXdfvznRmkiZYt3vcNgO/03MVCfBj95B2z03pG1YDG4lpr866j03pq3TLOhoyBCMmAuvq/JxAke2Rc+QCRNPwMOuvcfIQdSvhIIILX/fMIwLrvg4YpR/dfxOKL7o2vAezj2EiheY9kfq+hFUyqCw5aHwFBesBx4RI5gWo/XWKxAKF3+GCOp2E4wdjWXSoVCKh/VTd7DSzCrET5TUNWb8GkvZ/PYRPKQIZhPJnK+AaxlIS7aARCdSXKDmlf++K7KdSFD/3Vddz7Lvvg72N4E1LabovONOgjDZj1XEDqZz8aPofPmZWFUH9Ls4RhXOutJUilvxKiQMA4UxX+RCgM0G6577Iu+wY6FO2Nk4PolXpdZb/gzdCEyV/sKMeaX1nhnp7znzehxyBCOmYMM5vxunhDquI9A0gMNsEzJjoshR1vUxMne97Gxsjsveg/ILUXD6uTHDUHYxmGY4NYoYutrqVXHbskRDTMSrsey2D/KdpxovVbGKIIbWmy6NL0VsYZERaFwdNRrBT5bFFXs4lj7x/i5eKxVSrrLXLbo+3ra5Vn9IEkz3JHZUV+7YAVQz9JMUhUYzs22wXo1StbCUMeNQOP0i4wLWTDFiwHz0LjpfftrYCfR8rjbTvmcdI6XshF2R9xsnLDvsYgpa0Z/IYaR9k+0PM+QHbBMd7n+n8ikr3ilJe/0hTTA90RbGdITgaWD91zp4PAh2gAoEQCLTY88i8oSSTiEd8CuEZhC/qTPtRcy7ZVqcGKG3OG4VTL/IMJAzXUIhhL74BMEP3ja8oY3XJuFBvcmrOqwcRQHZ8qE4ygyzf+v+h0HddoLpLkWsmLa5f+8VHsJ848yrSYTb7XWe2ZmnWfo0kgQTA+vujI+9/jKjf5LztRecskV+e8eng+qjFGUs6g47G9H+xfNwIkXf2GLEgBGBqwLPeXrvbIgMXyXbxIOgbLlVwkZzHYseQud/FiWiXka2IcBnd3sy+q4v1cBJgkkiws2uyn/q4DOTKDKpooRlsMgeKSxzEy0iJ1L73L/3et1RykagcPa1xv1HQoUZHU89jsDTT0TfISUkfGCNRDBuaGpFMC+0QdFpAjTaQxUuI0yTGMIQM3Ih5g4VdGDxEHYpkAQzsPW3ubV3+jQnVO0R2uSWkCSxSRcjfIJEDF3LTnskJpvZSGwvLoS7i/DsLppda3hSx11CQbS6bzHufdLusBhz98oigfk9dnfjeT2ripTFG9fYt1dZ2TUI3MjM24dLKSwiOlhAFw1zN9wZNy450kASTBImsuXMqsM1a/BpAHFcciSh4wRFCEvh/BNONtwREiki/UnwvTd6EYwIjyl8juIp4nlc3LmEPu3t3R2PjFTWJcKn9jrPrrH68LkqrgfTuSA4+tel+x3uhrNiycjV3yXBDHBmxR2Nr7ryJyKO/f46wL6S3Vz4EBX8dnrkFCUROkwGwYhL49a7ru8KtZCBhYH2kBo8dOScp/pHJw+j7+ozpuxUaFMfAbB3r58JbzrqPAdl4BDTopIkmAHALOLz+te8vwpM5j3xBtBfKpoK58b8k6d3+QSZjEQxIILp7EDn843oeHZRRCvkVIwzLpksoFCusbsXdeXAjaP4a5zLmbFLdxMGf1zqbkzwPBpHxxlaVRLMACamuaZigc500gBEZExTdevxhtWvEXQ7BtEkRDDMhs+UCFBlGAxmcGHi/zlG730k1dYmlNSvyVWxRgFtKQzuSNcfdcxdPGQDU0mCSXChN1eXn8UK1TGTJUERmdfMYjUM8kT6VmEgR7bwT9rxEkzo0/fR+dIzEP8Wti6ZXnTQoWXuhtcS1bO5pmIKs+JhZmKi20vdDRclKivb20mCSWAGfzrtmFEFBYVvM7BNAs0zvolhgbv9jrAdcgwsO+0OEUN3c9H1rlefvq9IF11rGNhtPhqI+LlfrUDwnVcREqb7UcJxZhogoY7QViMeHFgwb191xWdMNJbBl5S5G+sybYzp0kcSTAJIN9U4b1AYlyfQNOuaWHbY2chaYJ14EKBajNi97Y/VQ/v8l2BVIvVJ0fl/MWLBoMXf5e392vMGwWRjUYl3HVbX2Dv+RZwD2TDjxJNIUY8KFhRePRQSrEWCRxJMnAtHVPe5nD8DyLpXowSG+ksTIlh32Qs0ZmuEROzbHgnQRDQ7EX5B5KwWcVhEytlsLgz916XuxS8NdAzvuiYWTnK/FzmS+kA7yIL2kmDinKT1M6ZUWEhtCGdY1VcUM4OIvtKgPwRN/9GiWu5joCscvywZiwAzXVta33B1xiqYRYpJgolzsryuig8JFPvZkbCeVP20klH7vND9GiGsfUnVHhf+h3F2K6unEQEGLSh1N5ycxi5ztitJMHFM7eNVVbajS4NtFH0XEmTiRq1duzDcRaHPVVEDpjtBmZXbOg4Ycr4qM3/aTvrhY9xL1uf8YFM8QEkwcQDsnzHteFa0pyI2YfisFuXUojmLItcRoTtrpswiXb1Vkkwc4KezKnNHPpQ982W2gAGjLgkmDgi91RUPENHpEZqs6ywo2N3si4G3puJMYnKL1EBxqCCrpgkBq6qcGOsPRZpUyepuJMGYnL6XJk/O32eCYxkTdu7bhEArS8bsuUu8lp9NNRVTiMlDEE67smQWAvyYw914SmbplH3aSIIxOWfrTz9xrKXAshLclSVyc2H47GP3GhkvuXS3b5059YRQSHuCiaLGFjGppqwWBQGRK86ku5XINfzDcz7L+JMXLNiUplJCmwgCkmBMoibi93YSf8I9XoBEQKFgsbbDiNsGaPXpqngMoN+aVEVWSwABnXmFoijzwXwFgP55TvrIJBH2XMUfy+Z4Hk6gO9lkEwKSYEwuhTU1FbvkM33U/YIkHNlYw41l8zx/NikiYjW/y3kVg6+J4+/rQLscUu0J1AE1dETJnCVvN9dUPsrMpp6gCfSO3d2QNRlBM3FSJcGYnJWWmopddCaxgzEwY8ZaR71njPhLZ1JExGpeV/lCgjJ1oHJk+/AIEBAMWvnQEfc0vvXzjBOPzyNLA5syEyBdYa26pH7xPyW2iSEgCcYkbk2uykMU8KuiuliwOvTfJMOcXMjzVVeuAvFWJlWR1RJCgL+y1zXuKJq21FQ26OByM2IY+MExZq/tEr1jM9NHLteRBGNydtdXT93XQvrbxu4F8JS6PZUmm8as5nc5OxjIi1lRVhgYAsSXOOoabxUpaoDOj8yGOCXQU3Z3w4kD63xotpYEY3LefedN2Y6C6hesQ1ct1mOGzVnwismmUautP7Nif9VKS+VEJAPNGDKIfujMz58kbJWMo5JieUrcpZkpIsfRSl51xVB3XjSDVc86cl2bRGy1a8qIQiifgeh9e5P1RErS86W/2vk0ExKLvm1Sd1ntFwRCpF81om6xkdLV63I2AHCa/QgIeFdRrRcn64/LUJgXs9gOBSyijlG43o/HuNc0VmpG1C96JxmAiGRteW0d4v4lHudHDURqpqX4SAYe8cowQlLG2UhkCiip8+zefTnvq3b+B8AxpgUR2sH0WGdB/uWjVoe8yfpDE+cwsqZ6vPOTNQNLhaK+s6fe67hv0TnJku2bUV4HRXGZlcc6/0/Lw6VqgKpBdBaBh/L8faFrykWKhXcD801mMQRoY1ANTO6ZLWCTC8hpcfEVg5nIq1n148XrlPn+h1bNobxA455pnl1VRrctaIq7YZgGPPv0sf7W5s/MGH2J5gS02N2eEvG/V846rmREp+0NAsXM2ZMMXTNJhnjBg4Lp9vs8D3Xr1VQ99RyV+C4Gm3G5YJ1wU1ldb/slf820CdD1B5mwH2LIIWC9DvKQLXSD4+4l32QSPpmmiySYQZoR3wznG1BwoMnudQvUi4vdC28T9cXHwKwvBfiXILgmBWV7NWa8U1rv6Wf8JjzUFVZvMxXQi/EfR73n2L5YcC0srWun7dIWDE3MU/lY6MpoFnZOCph0tIGUd1gLvNoRCHy85UPPiaiGssRAQBLMICwRf43zdtZxvpmoeGKCdKaG0vqGzYZ4XpfzQgIMshlqRQfeKnN7Dgg37g0zyq9WFSVmLiNm/ra0vnG7oYbdYIxXEkyaUfe5yi8FKzeAzIXOZOJPS+saex2FfDXOl8CYnGbVM6M7xvq2oHbomPlLwkYU97rK3yMo+8RQtsWx6biZGYPKXS0kwaRxbrtiwGCeWZ8jBi93uBv36OuO4Kup9IHZnkbVM6YrIgQ1aH8sq1vyaDilxMucrb19dbQQGCIt7GqvddSuCxZszJiB5agikmDSNLFNMyrOVRW6q9uXKVq34txPzLc46hv/1Ldey5lVh2vW0PNAXE/bv4gh/glQ2qAo20DTBi0A+aYn5vdVlecVWwIP+Tvz/w7wDDPToev6nLK5iyO+5vmqK24iosuiGNG1/ui1bikJxgzaA6sjCWZg+MVs3UUIwblE2EHEI4lZGF8obLm0ZO4TjeHq+l0VdzPTOWbub/q1JzwPzpu5Lq953Ui2DLcE1AkBcDmRchwxbx9Tt+RWCKpacJ9h854yEix9c8Zkx3Cb/RXdREB1hfiJkrrGqmjq+GoqmsBUGq4Og1tXe22SYJI7n2GlSYJJEciGvwsFriNGJYOjBpMiGBYtG0H00Dpr+58m3PVMxOTNflfl2wzeNwG1P7B7rftHMgzz11R+yczjzculDmZ9vUIkDP9CDP6ZGMOZMcEM+RFIhxo62D5nydLuPr3Tyw8jVRH5iKI+N0d6Seqpu7+64mEm+oMkGPMzmoqakmCSiCrXTs73rhlWqUKdBcZuOjAsMsDCTosCDP5GD1EDOZS60r8v+i6WOj6XU0S6Hx6rXs/fmbnVQVuMIrc7YhKwlprKqRqzSKkS89hEQKem8//5Q/5/bTf/ZV+vD9tV+SSDT4iln9jMKeB77O7G83q3d4qn5gujtWfgy1K3Z0K0Oi0zqw7XtOBzQP/sDXIHE2t2kve7JJjkYQlvtVMchf7YM5A3idAxxoUKX7olAAANg0lEQVQDg6B0MrgFTJ+oBM/6gPfBvh9oLHV8NRVBMJkPFM4kDNNOcNQ1PB9DttLkqvhUAf0qlg4A1rVsVA8e98jClX3rbtqFmHIEZejLSt2LJ/aV4XM5OxDFu5yIvrbXNcTcbXmrK74monDP0fIOxsQkJ6OKJJhkoNhHBtfWWoCXDRJ4+WVg3ciRetWCBSHx/wcSoGrDOb8bZ9E6v2U2ZbHapRXjz456z41mhrkp04GJ4EoUZPClpW7P7X3lil1c8+pSb6xj4aZ2vi+xamxfD+VmV+WTevRdkLBqdsTC0uuq/AeBZ4cZe/uP8hXJzJIYcB1JMAOGMH0CjJg0ir4UbDYLAa8PQt1jpHvRGjNa/lzt3MtGEDFvYjtfRiAurqqy+UuDywHsEKtPBjc78gLjqM+dkxEaI6B+FenFzWg3Zu/hsYJA+VyVVQA/1vdOhwFfqdsT9gI4ls7y9/gQkAQTH16DWru5uvwsHcpcM5eohqKbAiyZVZpdU0a0wPJfHbx7rDYMuq3U3XBRvx0MoPiqna8Q4ZBYMojIX9Jk2YrC2KP4XBVrANoyvAzy28fsOSI2wfx2PHPn60TYoqccYlpnr28YFUs/+fvAEZAEM3AM0yZBeHND12ea7NBnDzi2o/nze13CxmrrdVU+TuCoT8BdMmiRw90wLZw8b7VTpMadFWtx6aAfS8fsuW04ovDVlNdBV1zhwyiYIxihm7+m8jVmPrinnuGso2PhIn9PDIFYayAxqbJV0hEw7jZ+dCwyG5yKGHfb6z2z4lWk2VX5Nx18Sax2RPS6va4h7C7FSLFL2pMxd1oRnA5F377pJx4Ji+VZcP/Mlwz4HW5PWaw7GCGn2VVxnw6q6UUwOh4ones5I9YY5e8DR0ASzMAxTIsErqoqbh4efJx1E9HvGGx3eyxE8Wc82HDOSQepodDrMQfFvNRR3xjWG9wgB9Uinogj27MY79T0J0ddw82R+vK7KjdwOI9xhs9Rb+4OpaWm/GyNlTk9+tAYdFGpu+HOmGOUFQaMgCSYAUOYHgFxEQzxT466xtGJaGY4Y0KJ+NF3y4wWCNsgGMXyfLQdDBF3lIz2l1Lty+JJOmzxu5yfM2BkAuhZiPGdvd6zrZnxeWsqpxLzwh51faoWPLTbgtiMDFkncQQkwSSOXVpbxkUwujLHMTexyHt+l1P4S/Uyfgs7UF3/u2Pu4ovD/dYyo+JcTaG7owHEzC+V1jf+OlodX43zP2Ac068O0beOugZT4RZEat5ASH+yO2UsEX1qr2sYcoG60rpYe3QmCWawkI+z35cmT87fZ4KJOxgGqwrvNqyu8dM4uzCq+6qdz4Lwm+htKaizdn5Z/eL7wtXzupzzCDgrogzmDg3WI4fXP/FGtH68Lud8gmG42HsHo9BS+30NpoJ1NdVUTFFY8XRHqWPGXaX1nvMTwUa2iR8BSTDxYzYoLRhQmmucDzDj1GgKiJCSdrfHloiS3ulTt4Gqv0hAVCtZJrR3gCeNDkNiQk+fy/kuAXtH1IGowVH3SwCtSPUiGcoRcLvd7QlnQNdPlCAYFbSIGRaRQjYY1CePuF/G0E1kfSTSRhJMIqgNUpsN1eVnWUiZGz3kA3/lcDfGNHILNwRhyGcl/TkGHFGHSPytoy58RDix09p7R4eIW1wQTobwi7Io2M/MDqvFVXm+xnxHn6fqgAJylbgbHjAzDcYORqcGEeCLQZ84vJaJMhOAGeSSU0cSTHJwTIsUw4EvFHwp6uXpALIQrp8xpUJVFI/w7o66SyLcYa/zhHVIFIHRm1uD68ORoJCqEE0bVtewyAxgG2umnRJi7V+9ov0Tey2KZXLxnIUiM2PM0nVEInHJa2Vgdjj3hphCZIWEEZAEkzB06W+4zjV1tAX6DxGjtRF0Vafrh9U3XJ2Idr6ZFX+GRn+N3pY7Nbb+OtL9yaYn6hfC717wpcNn3dXsDqLNVVnVyfxv6sF4IvmZ3e0xHa6iaweDx0Gk2wsKtqc7Hl2bCDayTWIISIJJDLdBa+WrdoYixfMVYRTaiPcJdzdiRmFfdeUiEEfNua0wPVhS39Dv4rVbfkt15TUa8V/C9MehIB8Yz/2H3zX19zpr/6LuJyBjK6NcY3cvihnYu7t/r6v8CAWKB4zX7PWemGEkzOAk65hHQBKMeawyoqa32tlKhMJwyhi+PXUNpixcw7X3VlcsJ6JdIg1UXCAHoGwTyXlSWBv71zgWg3F0TxnGBoRwn72uwaybg9F8o8t5YYhxW/eJjcCdihaaFI8Ny+ozpuxUYFWXBDo7pm3x4LOmjlUZMdE5ooQkmCybSH+1862u5GD9C4O9pe7GhHIltc48YWJIsz7DwMjIkND9DndDxOdnkUyuubX5HQZ6Gfkx82rH2L23ieWc2Ldff03lHGY+u/u/M/MLpfWNvcgr1vSxy1Xow7rrwzlmxmorfx84ApJgBo5hWiX4qitvYeKLw02cyLtsr/MkZETWXFMxRWcSoQ3C7o4AxEz1sSn+sAh52VM91oPaH8ruD58FIBp4gmDAXNN9YdwGbeQY9xIR0S+u0nzetJ1K7l4YNs1JXIJk5bgRkAQTN2SD28BwJFS1xnBOgARebnc37paIhk2uihsVUL8sBkKWET9X4TN6pmsN10dTzZRTFFYf6fUb4UVHneeoRHTyuSoXAmwknCOmpfZ6c8Z1ifQl26QGAUkwqcE1pVJ9LqeI3bt1304GYgbf5Kp4VAH9LpziDFpc6m6oiDUo7wznhaT8knGSmAKKxXLMsDkLTIXQ7CtfGOyBMREKQvZOx8h4Q0/E0lf+nnoEJMGkHuOk9+CtrniAiE5PJsF4Z1S8Qgod1lemuD8prW8ca2YQfpfzKgau7a7LjFdL6z39ZJqRJep4q53fEmFrnaiuLM4LYrN9yHqpRUASTGrxTYl0cRRRoT4ozN97djCQHYzX5VxJfcJcEiEETa2wz134tJmB+F3ltQylywZH+AwoXF5S17jETNu+dWprYblwdcUKHQjdOaZxt9paGDGNZckuBCTBZNd8dX27IjZMWeiDvnmMkk4wwLslbs/+ZgI7Cb16Eox40g5a+dAR9yTm9+OdXr43qzS9I6DfHSkPdRZO3ZBTWRJMlk553/sOMYyBEIyvpmINuHcMXJ2030fKAR0ONq/LeSFh8x1MW1ANHjZyzlPvZSnEUu0kICAJJgkgDoYI4TZghbYCoJLu/gdEMNVOL+gXJ0ci+qmk0LIr3bZAOC6aKsKXyUKqx3ikJvaGLDgu0R2MqQ5lpYxHQBJMxk9RZAU3JXqbPlCC4VpY/KsrNvQkKx1cV+Zu3GzkZgYmkS6XueNDIipixlodlqmxYr6YkSvrZC8CkmCyd+7QMv2E3TTV+mF37FtifGav90Q09Y80VEEwzaud63qGadBBh5a5G16LFx5fjfMlMCYD/JPG1mmSYOJFMLfqS4LJ8vn0VVfcBKLLxDCY6OtSEylV+w65L8GI16MSHmWPlss6Emwbzq6sVnV2E7A2xHIHk+XLa8DqS4IZMISDL8BXU9EEplKR1L3U3Vgcr0aCYHyrnU0EDNvU9gOH2xM5Il2UDozMjo7QRoa+0maxnV40Z4G85I13QnKoviSYHJjM9TXlV1qgXENMbSXuBrvZZ+WeQ/e7nKs3OynGkc86HHyGIaBCEwqVvItsc/69NAcglkNIEAFJMAkCl2nN/NWVb4L0kSVFtv3iefnpHofP5VyGTXF0lYC6c8n8xJ0DRdgG32rHPQVMN+fXN3yRaVhJfdKHgCSY9GGd0p42nPO7cdA6XMFQ8N9bznvqk3g787nKF4KVqUSkl9Q1WBNJ2tazTxEmIZE7nHj1lvUzGwFJMJk9P3FrJyz0EzsilV/NUC8GeL3D7TGVcyhu5WSDIYeAJJghN+XhB7z+3Ir9rUHlLjA0GRZBLopkISAJJllI5oCc5urys3SoOzvqGy7JgeHIIWQAApJgMmASpAoSgVxFQBJMrs6sHJdEIAMQkASTAZMgVZAI5CoCkmBydWbluCQCGYCAJJgMmASpgkQgVxGQBJOrMyvHJRHIAAQkwWTAJEgVJAK5ioAkmFydWTkuiUAGICAJJgMmQaogEchVBCTB5OrMynFJBDIAAUkwGTAJUgWJQK4iIAkmV2dWjksikAEISILJgEmQKkgEchUBSTC5OrNyXBKBDEBAEkwGTIJUQSKQqwhIgsnVmZXjkghkAAKSYDJgEqQKEoFcRUASTK7OrByXRCADEJAEkwGTIFWQCOQqApJgcnVm5bgkAhmAgCSYDJgEqYJEIFcRkASTqzMrxyURyAAEJMFkwCRIFSQCuYqAJJhcnVk5LolABiAgCSYDJkGqIBHIVQQkweTqzMpxSQQyAAFJMBkwCVIFiUCuIiAJJldnVo5LIpABCEiCyYBJkCpIBHIVAUkwuTqzclwSgQxAQBJMBkyCVEEikKsISILJ1ZmV45IIZAACkmAyYBKkChKBXEVAEkyuzqwcl0QgAxCQBJMBkyBVkAjkKgKSYHJ1ZuW4JAIZgIAkmAyYBKmCRCBXEZAEk6szK8clEcgABCTBZMAkSBUkArmKgCSYXJ1ZOS6JQAYgIAkmAyZBqiARyFUEJMHk6szKcUkEMgABSTAZMAlSBYlAriLw/yQkS8FADfW/AAAAAElFTkSuQmCC"/>
          <p:cNvSpPr>
            <a:spLocks noChangeAspect="1" noChangeArrowheads="1"/>
          </p:cNvSpPr>
          <p:nvPr/>
        </p:nvSpPr>
        <p:spPr bwMode="auto">
          <a:xfrm>
            <a:off x="307975" y="-166688"/>
            <a:ext cx="666750" cy="676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307975" y="938786"/>
            <a:ext cx="9037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+mj-ea"/>
                <a:ea typeface="+mj-ea"/>
              </a:rPr>
              <a:t>MSA</a:t>
            </a:r>
            <a:r>
              <a:rPr lang="ko-KR" altLang="en-US" dirty="0">
                <a:latin typeface="+mj-ea"/>
                <a:ea typeface="+mj-ea"/>
              </a:rPr>
              <a:t>의 문제점들</a:t>
            </a:r>
            <a:endParaRPr lang="en-US" altLang="ko-KR" dirty="0">
              <a:latin typeface="+mj-ea"/>
              <a:ea typeface="+mj-ea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07975" y="3645024"/>
            <a:ext cx="8187278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500" dirty="0">
                <a:latin typeface="+mj-ea"/>
                <a:ea typeface="+mj-ea"/>
              </a:rPr>
              <a:t>Business logic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500" dirty="0">
              <a:latin typeface="+mj-ea"/>
              <a:ea typeface="+mj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500" dirty="0">
                <a:latin typeface="+mj-ea"/>
                <a:ea typeface="+mj-ea"/>
              </a:rPr>
              <a:t>Communication configuration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500" dirty="0">
              <a:latin typeface="+mj-ea"/>
              <a:ea typeface="+mj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500" dirty="0">
                <a:latin typeface="+mj-ea"/>
                <a:ea typeface="+mj-ea"/>
              </a:rPr>
              <a:t>Security logic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500" dirty="0">
              <a:latin typeface="+mj-ea"/>
              <a:ea typeface="+mj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500" dirty="0">
                <a:latin typeface="+mj-ea"/>
                <a:ea typeface="+mj-ea"/>
              </a:rPr>
              <a:t>Retry logic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500" dirty="0">
              <a:latin typeface="+mj-ea"/>
              <a:ea typeface="+mj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500" dirty="0">
                <a:latin typeface="+mj-ea"/>
                <a:ea typeface="+mj-ea"/>
              </a:rPr>
              <a:t>Metrics &amp; tracing logic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324" y="1734350"/>
            <a:ext cx="1610396" cy="1478626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7662" y="1734350"/>
            <a:ext cx="1610396" cy="1478626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5008" y="1734350"/>
            <a:ext cx="1610396" cy="1478626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0786" y="1734350"/>
            <a:ext cx="1610396" cy="1478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3559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1BEF1B6D-EDD0-46B0-8C4B-4503BA8E5168}"/>
              </a:ext>
            </a:extLst>
          </p:cNvPr>
          <p:cNvSpPr txBox="1">
            <a:spLocks/>
          </p:cNvSpPr>
          <p:nvPr/>
        </p:nvSpPr>
        <p:spPr>
          <a:xfrm>
            <a:off x="294114" y="264068"/>
            <a:ext cx="7444968" cy="42862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400" b="1" kern="1200" baseline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</a:lstStyle>
          <a:p>
            <a:r>
              <a:rPr lang="en-US" altLang="ko-KR" sz="2000" dirty="0">
                <a:solidFill>
                  <a:prstClr val="black"/>
                </a:solidFill>
                <a:latin typeface="+mj-lt"/>
                <a:ea typeface="+mn-ea"/>
                <a:cs typeface="Arial" charset="0"/>
              </a:rPr>
              <a:t>7. </a:t>
            </a:r>
            <a:r>
              <a:rPr lang="en-US" altLang="ko-KR" sz="2000" dirty="0">
                <a:solidFill>
                  <a:prstClr val="black"/>
                </a:solidFill>
                <a:cs typeface="Arial" charset="0"/>
              </a:rPr>
              <a:t>Service Mesh</a:t>
            </a:r>
            <a:endParaRPr lang="ko-KR" altLang="en-US" sz="2200" dirty="0"/>
          </a:p>
        </p:txBody>
      </p:sp>
      <p:sp>
        <p:nvSpPr>
          <p:cNvPr id="9" name="AutoShape 2" descr="data:image/png;base64,iVBORw0KGgoAAAANSUhEUgAAARgAAAEcCAYAAAAcH6uaAAAAAXNSR0IArs4c6QAAAp50RVh0bXhmaWxlACUzQ214R3JhcGhNb2RlbCUzRSUzQ3Jvb3QlM0UlM0NteENlbGwlMjBpZCUzRCUyMjAlMjIlMkYlM0UlM0NteENlbGwlMjBpZCUzRCUyMjElMjIlMjBwYXJlbnQlM0QlMjIwJTIyJTJGJTNFJTNDbXhDZWxsJTIwaWQlM0QlMjIyJTIyJTIwdmFsdWUlM0QlMjIlMjIlMjBzdHlsZSUzRCUyMnZlcnRpY2FsTGFiZWxQb3NpdGlvbiUzRGJvdHRvbSUzQnNrZXRjaCUzRDAlM0JodG1sJTNEMSUzQmZpbGxDb2xvciUzRCUyM0YwNjY1MCUzQnN0cm9rZUNvbG9yJTNEJTIzZmZmZmZmJTNCdmVydGljYWxBbGlnbiUzRHRvcCUzQmFsaWduJTNEY2VudGVyJTNCcG9pbnRzJTNEJTVCJTVEJTNCcG9pbnRlckV2ZW50cyUzRDElM0JzaGFwZSUzRG14Z3JhcGguY2lzY29fc2FmZS5jb21wb3NpdGVJY29uJTNCYmdJY29uJTNEdGhyZWF0MSUzQnJlc0ljb24lM0RteGdyYXBoLmNpc2NvX3NhZmUudGhyZWF0LnRocmVhdF9hNiUzQiUyMiUyMHZlcnRleCUzRCUyMjElMjIlMjBwYXJlbnQlM0QlMjIxJTIyJTNFJTNDbXhHZW9tZXRyeSUyMHglM0QlMjItMjAwMCUyMiUyMHklM0QlMjI5NjAlMjIlMjB3aWR0aCUzRCUyMjQ5JTIyJTIwaGVpZ2h0JTNEJTIyNTAlMjIlMjBhcyUzRCUyMmdlb21ldHJ5JTIyJTJGJTNFJTNDJTJGbXhDZWxsJTNFJTNDJTJGcm9vdCUzRSUzQyUyRm14R3JhcGhNb2RlbCUzRV5Rg9QAACAASURBVHhe7V0HeFvV2X6/eyV5xpKdAUkIK4SyV8JeoYyyYssJpqUFCiSWCRAg/IxSoJhRRqFlEywnJYwCJSSWE1YZBcoKK8xAIOxAQkhiSXa8JN37/c+5joOHxpUsyZJ8zvPw0KJzvvOd95z7+oxvEGSRCEgEJAIpQoBSJFeKlQhIBCQCkAQjF4F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0BWI+CvmTbBXrdwZVYPIoeVlwSTw5M7FIbmrXYucRQWzKA7Hl07FMabbWOUBJNtMyb17YWA1+X8UgW/MMzdeA4BuoQnsxCQBJNZ8yG1iQMBBhS/q/J7AHbW9fNL5zbeH0dzWTUNCEiCSQPIsovUIMC1tRbv6g++V4DRAFY53J6tU9OTlJooApJgEkVOtht0BPoQDBNwtd3tuW7QFZMKbEZAEkwGLwaeXVW2trltTLFitbAeDMFi0UPFamsglNfR5l/TuW3ryDZasCCQwUNIqWp9CAYErLa7PWNT2qkUHhcCkmDigis9ldk1ZYSflcdBdETYHhkaEdoAtDDjEyLlgRL3oscy+ZKzqaZiSlld45JkIhiGYKCDLih1N9yZzH6krMQRkASTOHYpb+mrdl7OoNkgHhltohgQf70Z4BaF8Jwe0u5zzHvyxZQrGKMDrqoqbi4NPaYz78bES8vcjb9Lpk59CaZLNv3ocDdslcx+pKzEEZAEkzh2aWkpjkn+1sBFAF0KwGqmUyKEWMeHrGgPlNYtuctMm2TW4dqq4ubV2sU69IsIGEZApwqUF7s9zyW1H0DxVVesIqIxm+Uy0BbUdh4zf8mKZPYlZSWGgCSYxHBLe6ufZ5x4vFWx1BEQz19ncfG50gblmgL3okfSobR3evneiqo8qQNjeiyu7x1uzzap6N/nqvQBbO8pm5kfLK1v/GMq+pMy40NAEkx8eA1qba6dnO9f43gSjCPjUUTsaHQdzzrcngqi1Bmjbag+6SALaS8yOL+Hfkyk/MVet+j6eHQ2W9frcoYIUHsRDNDiCDi2pvnzfWblyHqpQUASTGpwTalU34zyW6GQODbFNX/ilaXE7RmXistg/4xpx7OiLwFY6Tl4AnW0IjRujHvJ+mSDIi7Dfayu64cCA2TRDrTPWbI02X1KefEhENcCjU+0rJ1KBHznnngkBy3PEdDrg47VJzO3QlFOL61rWBSrrtnffTWVR4PxFMD974gIbzrqPAeZlRVPveYZJ1WwGvKwuOXuW5huddQ3XBKPPFk3+QhIgkk+pmmT6KuuuAlElyXQYTtZ9Kn2exc/m0DbXk2WV1UVj3EE1xKhMKws4kscdY23DrSfcO391c6nmHB8WNnMSx31jQemol8p0zwCkmDMY5VxNZmhNJ9d/ijrysninTqeQqCm5iLLhHG3LWiKp13fur5q5/MgHBVOBgP+IGPyqHrPBwPpI6xsl6vQj59/AjAsPLHRD/k6jsyvb/gi2X1LeeYRiHNZmhcsa6YPAb+rci2DR8Xbo868uqy+MWHLV5+rsopZ/zdR+LsgJvqktK5h93j1MlO/ZfoJu2mq9eModYMBTS8fNW/guzQz+sg64RGQBJMDK8M/c8oBrFle73vBamZoBHrK7m440UzdnnW4qsrmLw2KQE8RHQwZ8JS6PZXxyjZT31ddeQuIL45al/FnR73nRjPyZJ3UICAJJjW4pl2qv6ZyDjOfnUDHDGvoaMc98Vn++qZPnQFVrx+MD3yda+poK+kfgTEiWv8EvdbuXnxNApjIJklCQBJMkoAcbDHrZ5841tpq+ZiB0nh10RmflY717UO1L3eYbet3OZcysH+0+opCrpL7GqKTkNkOe9Tzzaj4MxT6a6ymBNxtd3tmxaonf08dApJgUodtTMnGC0yJNrx03qLvYlY2UcHvct7GwIUmqvarwrpycencRX8307bJVXmISvrzzNTToK5XU7GwdOKzSuuSGwRqVVVVWbEjuIwIMS2DFeInSuoaq8yMSdZJDQKSYFKDa0yprTOrJgb14F0WRm2yfHS806duQ4r+AQiOmAr0qUDM35T4bDuZCf9g5v5D2KZYFJo2LIn2NkJls7sXY3iMFxz1nqPjxSKe+sLYj1JgRBiPDplcVxLMIM2O/2zn06zjaCsrBxXVL3onWWp4q8s9REpFAvJ0C6mnFtctfDRWW2+181UiHBKjXiAU5MNG3N/4Vix5Zn8XrhLe1Y6vN0Wwi92M8Zyj3vOb2BUTr7HR5bywCMq/yb1oTeJScrelJJhBmNuWmVWHa6Gg8Cy2tfisw8ctGJgtSs8h+Fy/HQ90fpnIsBhYUur2lMdq66upWAOmLaPVI6A1xJZjhtc/8UYseWZ/97oq/wHos8mk0Q+DFpS6G042Kz+Rel6Xcz4zWsrq5V1POPwkwSSyqgbYxldT+QqYDwOYHe7GuEz9Y3Vt3FGUBlcRIljWRhVATXZ3g4g9EzE6f+v08r2DqvIqgKKoohiBkI0PG3FPcnYwIv8RWF/BfXydoumggG4pcTeIMBcpKz5XxRqAfmrxWo9M5h+KlCmcZsGSYNIM+PrTTxxrybd8BSBPEIw34C/bbv7LSfP6FUGY/D++/yqIDoh3aATSFMLJ0e5NmlwVNRbQnTpgi7GDYY24IhlR7N51TSwcz1t/S8Qj4xlTiPSrRtQtTokXt9CDzzjD4bf5NwD6RpBykqOu4fl49BsKdSXBpHmW/dUVDzPRH7q6ZdahHFbmbngtmWr4XeVXM5TaRGQy8xOl9ZFfXsy+VCXzFak3ZuZGxWAEdZw1KoWpTLwznPNJwR9BCCGkzHTMWzTXnHZDp5YkmDTPta+moglMhq0KgXRd044onbf4f8lUY/25FftbgpRYqAKmHxz1DeMi6eOd4XyBFHPxaJJhByPcEQB+PG58GOutun5M0bzF78fd1kSD2lpYLlzt9AMoZEBnnc8vm9t4j4mmQ6qKJJg0TjdfcMoWvvb2n34BnZksfHwyvJr7DEPxVTs1k3ehfZqS7nA39Arg1LNCVA/mvpJIuWoggaa6wkDwM+gTUMrMlDHwhQPK5FS97mw4u7Ja1dndrYuu83mSYPrPjCQYM6s1SXXChVdIRXhHkfGw2eXsYJMxfHsNj4GOjrYttnzouZ97/nfxRLzuR8dONsITAMabgYRBi0vdDYk8maPlnKknaSFdPJlbzPTVt44CWlCSohcknjw53z+hdCWIN4cvlQQTfpYkwSSyehNoIy5ffas/+JSACb0+XOAHEa82mVHmNhHMBkb8BneGbsQrSEeeTlDBSgGI88mInsd5RLCGDfAUBhMCAgT6l0b6q2D+ttS9+CUz0HlrKs5UQG7mxMjFGIKC0+33eR4y01+8dXyuiusBuqJnO0kwkmDiXUdJrc+zjivxBfJ+JEZxL8HEIXuTrciMBa1ZhbgWFv+Pzh9A2MJsmxTXCzK4XcSgYcZqRcE7pFleYpU//U+T8t3Jm5LHCYz8nfl/J/B0EfUyUZ3E3RbDtqPD/W/xWpfU0mVn1LEMoBJJMLGhTXgSY4uWNXoi8NNpx4zKLyhcHe4+IZ/pV8kMjGTsYKqdqzlzCCbsYhCEozN/quuhB1TYQKpew8Ckga4cBi//4Av/pCNeNu+8abbPZlfl4zq4n3+T3MHIHYzZNZSSelEDJDFesdd7fp3MY1KTq2KNgujWtikZaEYI1S9zuBf/Ldmq+F2V1+vQr+hrSSxCArO85I3wRyTZsyDlhUVA5AsiVVkW7kdiCpQUB7en2578caDwrZt5wkQbW6/TdT62695kaBVxPPqP11LQfexK1uibayqm6EyNXUk0+5WAxvrM4fWL/5ms/nJFzpBbgIM1ca2zyvcOdoYnGKETMf/LXt94aiL6iSPRxpppLo21Cwk0IR5z+kT6y+Q2RPjUXufZNZk6Gl7qqi7Cc4aN/0vAWgqok0vmL5TZJPsALwkmmSsxiqyWmopddKbl4TJsiGY6c0eezgfFYxgmUrS2rdWPCmnabQzaOpGQmWkafnq6YbDGoZOHz31SPKUnpQgfKIb2IhgRjQ/FnU+pu3G3pHSYY0IkwaRpQjec87txaqhDBJaKjDnjP456z7GxVBJWpBesmnYiVO1vxNhBmATHajM0fuevHO7GHZI11o0zp+0RDIU8RLRdVJkm5y1ZemWTHLkw0zRbXU+weSJmSPj8QZv0iBXmsXX61BMCin47EZL2IaUJgtR2Q9AVXa8uSdI9SJehnzYfoOhe48ZfDOUau3tRQr5fqQVl8KVLgknTHBhezqs/+ATAr6J1KY5QShgjMRE5zc/qo6TgKLOGbmkaWkZ0I+5eVvKqfSe532sbqEIi7gyBZ5uRI17+dFWdVjpnocdM/aFWRxJMGmfcW+18UCGcFukeplsVQSC6Sq7hmwJmN9c4b9AYFyQW4yWNAxzUrigILXiOY96TCXs0r6+euq8K/XYCDjJ76BS5pUpJnZQqn6dBhTQJnUuCSQKIZkV4p5cfpqjKK7EIpkse6QR+h4HRBIwbiGWrWf1yoF6AGC+ErPlnD7/3sVVmx7MpSNctBDotbH7tKIIG8vpnVr9sricJJs2z53M5A0jECTHNemZ1d4T1FsYfYgVT59lVZd7WQJVCyp/AvG1CY9ZCRznmxZdTKqF+srSRJJg0T1yziOEK+qMIiCRLChEQABPPdLgb6/r2sto1ZUQ+lP9TgHP6+hTFo5GRiaG+cYdkWmDH03821JUEk+ZZWnvBKVvktbeL7bs1zV0Pze4Y79lJmQL3orXtrsppnaRfoLByAIMjxrwxC5QCOqPE3fCA2fpDsZ4kmEGYdW91xQNEdPogdD1Uu+w04sowVLOXt7GAEo6adnfD8Fj1hvrvkmAGYQWIXYytrW0ZEY0ZhO5llwNFgKCrujJrWP2iewcqKtfbS4IZpBn2VTsvB9H1Q968f5DwT7Rbw2iasdRe33BgojKGUjtJMIM02yK/M7H+YEwz9EHST3YbHgECvCXQdpTpYs2tEEkwMXASnsq+6VPH2YDdWNWDsZ4+zcAuZPpdlXMB/QwMwZAKZjDKzDoUtKjKpOI5Cz/KTP0yTytJMH3mZNXsqrKi1sAlKmgqE7YnQGFmAndBJf6XSMWoAx0K4xMQnizxWm82G/KyKzbvsncJyp6ZtxykRtEQsFksBxfem7xUuEMBbUkwm2bZP2Pa8aSEbtSJdjFeG8zEhBWmLCQM+ykA0Aqm0LzSuiV3RVs4flfl2wzedygsrlwZo7h10UG3l7obLsqVMaVrHEOeYDaFUbgTjONB0dOhxpwUNvY5K8DqxSXK8JfJ7e7leOevmXolWL9OmtjFRDJjKhBEgkhcWur23J4xSmWRIkOaYIRzm0XRnwZjRFLnTBAN0ZetgVD56PlLvvhy1nHFozvzzgox/pH62C0EKijoOs51dghf36QOLR3CyGIB8gqAYAAcECYsg1MY3GoFTU3GvdvgjGDwex2yBCN2E8z61Ykm9jI1dQxxe3M/KbqXdHV2qkNZqqPHwXrIUbDuPtFQT/vuKwSXvYngJ8uMjzXjCxFsh/0Glp33hLrlWOjNPoRWfIzQsjeg/TTgcMWmh298FAotLdFHHtl3F2paiKxoIDAkCcbrci5WgBM3eyizcXmbGjCMe5rUrjbxFz//5OmwHXQkYO3vgaD7vWi94xroP4qAeplZ1O13RMHva6CO276fghwKob3uZgQ/ejflyuvAGmhKddm8RU+lvLMh0EGKl37mIeitrryGwCdsCuD8jaaHniCydOSx4hU3MAHQ5i9UoWCHppGVmMaD9clEJIyrRmba07LtiBOQf9IfQZbI7k3aF8vReue14AzcydCIUSia8X9Qt9sx8oIJBbHxhkugpZgkdfDnpWP23o1qa0OZt3qzT6MhRzAtM6sOJy2Y12nJ/yyemCFiate5po7Op1CFzspVAMZkymVt8VW3Qd0qRrSBUBCtt9citPLTjFuleUeVI7/qzJh6dT69AB2Nj8SsN7AKzLqmTpE7mIGh2N16yBFMcmAD/DXOh3TGKQTjSXvQChUUYtiN9RD/jlqY0fH4P9H53ycHTddIHRe6LoF14kEx9Qq++zra6m+NWW/AFRjrNWv+PvH+ARpwvzkoQBLMACbVP3PKAawpLwOUNwAxA2pKefko/ut9UIbZY8rpeGI+Op8XucMyqxRddB0sv4qd9SOw9GW0339HWpQnoteDhcHfjuhKhqewy5WPOneHuE+T8V/MT4EkGPNYha25sdq5V5Dw/mACWTT7Wlh22j3mDmZj7fnQfvphgCNOfvO831Qif2rs6BXt/7oPgf/9J/kKhJEojOsY+JpZ/4QUZRR0TADBz4wfFPAPUJQW0SykBV9UlaL3He5/f5UWxbKsk8H8LrIMqsjqeqsrFxFx5WANSFyOFlZfDGX4yKgqhD56B20P3A3e2DxYqvbrV3GUoeiym6GURTdF0r77Eq23XJEhl9TcZVIpCrFIWyLeITUGtxPTh4qiLCiuW3SP3Omk/AE1Y9ZxShURzovNLqeXgZKUdhRFuGWHnWH7zVRYd90bUCNfCwXf+C/an5gPbjX+AA9qEce6oouuhTJm64h6iCd2beWnaH+sHtziH1R9zXQuwjmIpBAAt4LwtqpYrxs2Z8ErZtrmYh25g0nSrHpdlfUEnp56q5fIClN+IdRf7QZ17NbgQAB5hx8LZdTofg0Cr72AjoUPgNs2Jmn08YuhEgeKzr0C6rb988cF3n0dvPZH8MYWaD98i9DK5V0HluwsRqaDYGfINeJB4z5nSBVJMEma7g1nV1arzHeA0WWnnwFFvCwVzboK6vid+pPMW6+g46F7B+XIoZQ4UDjzT1C375+DLiguch+6B8K4LpcKgToooOxdMn/hilwaV6yxSIKJhZDJ3/2uyie5y4AvowrlF6Dw7MsM8/u+JfTh22i97+a0+ispxSUonH1NWLudwGvPo/3hOdm8W4kx96QT8Q32Oo+woxoSJasJRsRu2aq1tGOw/UXWn37iWGuB5VtmWDJx1YijU6HrYljE/UyfEvrsQ+N+Q4/L16fvsjF3fKGiYSi+5K9QRo/rp0fni0vQ2fDwoOyo0jlnRAhpuj6rrH7xfensd7D6ymqC8bkqrmfGuNL6xj8OFoCiX5/L2QCGM9U+RwMaY34Bis67EpYJu/QTI+45xM5B++aL3r+pKtRtJ8Aybjso2+wAKiruMugj6gqD012YobduhP7zGmjffwV93U/QVq8CQsHNVcSFbuHsa437ob4l8MISdCx5FNzRPqAhDn5j6gA4SMAGJu7QdTJAElfuTGwjUop01tZayDJvWN2iqHGDBn8sydEg2wnmUQIdWeL2bDlYT4LfnDHZUWpzrEupV3Zy5hrCKK/wgqthCXMnI0im86nHoX37JWiYHdbd9oa6wy7GC494So6n6OvXIvTlZwh9/B70H78FCopQ8HtXWEfGwMvPoGPRg12hJbKsiNciBfCzjhW6Qq9B549Um77efu/iZ7NsKClTN6sJxu9yLmXG/jrjtLK5nodThlIUwSKhPRFOG4y+E+nTIJnz/wLxrN2viJ2I3xs3oUTVQ+x0dA1Q+58ejSfzh+eAtey60CWQrrP+MCnKw466hucTmYeh0iarCcZX7fwchB0HKwnWylnHlYzozPuJkDkvR6YWbl6+8URsxjzflLwEKgVef9F4Lcq252cGfCEou4x0L1qTwLCHXJOsJhi/y/kOA5PErGmEO4bXeS5M5ww21ThvUBiXp7PPZPVFZSNQePp5YV+XktVHJDniGNZ2383QvetT3VXy5YtLWi10yvC5Tz6RfOG5JzG7Caba+RQTjhfTQoAW0kO/S9fEs2vKCD/U9wBENkPN4PVi2f5XyD/FBXXr/gGeUq62phk+RR1P/juj3BZMj5voUUddw+9N1x/CFbObYFwVdzPo3O75I9DP7VrgyC3nPfVJqufUf075sRxSnkl1P6mQr249HgUnnwU1zItSKvoLK5MZoa9WoH3eP6A3Zd1OZoPD7UluHOe0AZ/ejrKaYDZMP3GGqlrqe0FGWMUh5dDSeYtSGh8yWxPYi8BUBWdeEDtAVZrWob5hHTbeegW4STzEZU1hnZXzymRu6pgTltUE01FduWMHsciy1ysei9jJ/JzXMWHCXc+kxG3Yf7bzNNZx/yYTh5ggZ0oFZeSWKLrgaoh/Z1LRfU1ovfUKw34mWwoBb9ndngP66ltbC8vhL0+2TJ7cfyQLlo/UP911gX51LfTBMqtIN75ZTTAvTZ6cv8+Ojle7L3p7gicsJsG42+72zE4GqN7p5YcpVuVPuo7JJPyNsgw5stpQfNU/oGwxNhlwJF2G9tUKIzB5FtnDaKRqh+iaZT8CHwHmnUDKKDDbjfgNYYybxZIRmUEhwjoQNWma/prFynfa5yxZmnRAM0Rgln0m/VFrqik/W2FlTkQ8GesJeKykuOQmuu1B096s66ord7SSfgQznagQDmSGsDYT3vhZWay7TUThrCszV/f2VrTe9zeEVmRP2mci6MwiIgwL2+b4sTUyTpAu8i8R83KLqj5RVKDeT7ctaIpfWGa2SACVzBoIV1UV+0uDqzdlCQivnJhIBe3EWMXE70PHtyqUzqDCm8PwM+sBYioj0HYKMJ6JxgBcnG3HoEizQ8LJ8PTzQKPHQi0dGTa9yWDMrIjxIi55A2+9gsCrzwGDmGhtMMbfs08RxgqAn4jvCUK9JxdsbbKeYMQEbahxXmdhXGnO5W6wl9Hg9U+KApSNgHXH3WHZY5IRLkH4Fonjk/AvSksRZ4fODmi+DdBWfIzgO68abgWy9EBAHKJA68B8Q+nc7E5Zm6ZVldrlIy7WLljt/IaArVLbU3ZJF97TyvBRCH74DtgfZtetWiDsYSx77QfLr3Y3Ln+FK4FRkkU43ZcR4ln6848R/Pg9hD79ALqIDRwhiFS+81TDCC/4+ovgHg6T2YV+crQlpqUlHcUV9NBDPydHYnql5ATBCMjWnn7sHnn5+cty5Ugz0GUgIsYV/+X2rmwDoSBEOITAGy91fdiRii0PqnBuLBsBdZsdjEBVIs6vIUPsckwUcUkr8klrn39sRKPj9T8j9ON30Nesiu4WoFqQd+gxsB56NNSx24DbWtF629XQVn1totdcr0IbdZ1nDpa/3UDQzRmCESD4XOWXgpWbsvcq9pepJHtpV57m8TuBVAtCq79DcOkr/UMqRJj9glNnwnboMb1+FR+/9uVnCLzzGkQA8IhxeUVMX3FtKTJFWqwgq9XwsI4awpl1cDDY9Qokdh0d7WBN63J0jFDEbkkc06x77w/LbhOhlPVOminuZdr/eXv09U1kZIS07rW/8W+y2RD471PGnU4uFQJpOvMjpfWe2OkXMmjgOUUwm0kGyl+zIXxC5HVARoAo694HAOLeZFMRyeD1dWsQ+uhd46ihr/4+7K5AxG0pubEe6D7u9OlIpI/lpvXQ1qxCaPn70NeuNo4kvH4tWNdTtjzFXQ8NHwl1y62MWLzqDjtDHbONEWcmXNF9G9A25yYjhETfIo5zwlnTsuf+sGy/I8Ql9uaiaWi96zqIYFrZVHp+jH3vE40Tq7gEZrxur/ccmi3jyjmCEcALM36ElIcZGJ4tE9FTT3KUYdi19/xyHxJmEHrTOoRWfIzQB28h9PUKcIvIEtC1LPOOcSJ/WhwxuAKdCH3/NfSfV3cFi/r6c6CzE3qnkWesi3Q628Ht7eCOtsg7ksIikC0fIkyn+BLEDkjsUsRxTexUlNLhRjS7mGlue/TQMxeSseMZvxOse+4Hy467QRnTPzJed9PgsjfRVve3zJl+AYgCDYxOYmwk4rU6k7hX0Znoe2L+2kJoDxFbmKEpRGWk09Y62LCKJMK2DIxl4Kd2aAeMcS/JCv+KnCQYMSFcW2vxrf5gLoDTSDxSZ1FRRm6B4tq7oiaz7zkcQQrBt//XdSwIBVF04TVhswnEDYGuGcG3SQsZT8naTz8aux5xBOl1vFJViPzS4uNXy0aCRCYDccSyWgEaGPTB95eifd5tsB4w2fgnbBybMAMz4g3fe2PcQ052A4K4P9GXWVUs6WjXHh1qmQVylmC6F8ryqqri0fbOv5FCZxBT1ljgFp77Z1j32De+9R4luFN8giLX5vY2tNffiuDy9zdXEqlRiv98a+z82MlSwoSczqefQEfjv0zUTH4VkUGACc/k6/hTfn1Dnzikye8vkyXmPMF0g89VVTZ/qTJOQeBGjTCRmLfJ9BcncdTJO74qoz5cgac4eogjSHcR7geGj1OMzJLp+BD0Fj9Cb76EdhHgUFwyp7EQ4NVB8x0B+7U0f74vjV1nbFdDhmB6zgBfcMoWGwOhnTQtsJOqKmNCGsaAmXQFW6tMowj65viODEX4NH3NJDKD0lRKln2ImSVBBMUx3LjMtB58pPF8KyLzD3Zpc9+C4Htv9CIYseNStxgzaKqJJ3FxnAq+9QpETOA0R8rTSv9fwAAAIABJREFUGXjIUVBwGd3x6NpBAyEDOx6SBJPIPLDLVeindWvBhvtA2ot4aVHGbmtka1S33xGKvSxqitiUKcjctYN5/xf/PLGDKb7oWojL6XQWkZkytPLTrovuFR9DXHwPRiHgC7vb0z+L3GAok2F9SoIxOSHe/5u6DbXwSuAX/yWTTZNeTeQ5su1/GCwTD+669IySizrZnYuPuG3uPyC8nzcfkUpHdOWYDpOmNtn9C3nGMeiDtxF840WExIvX4JcvHJJgws6CJJgwsIhk9j3/s4jdIV6lmtd8sJG5d+yZwV7bZC+D7aAjkHf4caDSFL3Kd7RBW7vGsKo1jiJv/Ld3WAUi2CYdAnWn3Y28SyRekkxa/saDn0gO1/H0AoSWvZlRCdp0xmdl9Z7+CafiGVyO1h3SBLNx5rF7hLSCWcw8CWC7QjScCYWGxUKPQoYJKwm3/IxdBsLvyPCWTtIxRV+3FsFP3kXo7VcRWvW1iEnQlV4kWhJ6cT8lDAMVxXgBs+xzIGwTD06OX5OmoflyV3ifqkGeFUkwkSdgSBHM+nMr9reFqEIHTiWdRzKRVXwSHNUGfpBXr8nuhfFZwRnngwqLTLYIX01b/T2CrzyL4AdvQ2/2DihvtTC0U8Zth7yjphjGcWb9mSINoPlPM8DeDQMaXyoaS4IZ4gTTVDPlFBXqLJ2x56YcRjlHrOI5O79iAIHuO9oNQ73O5zxdrzDJLKoKy4RdDevigWQxaLv3RgQ/fDuZmiVFliSYIUowvprKo4n5Bh3YJ9useeNd+QVnXQjb/ofH28yoL+5VOp6Yn3LfHbLlIf/k6bAd/GtAERmb4yudTy9AR+Mj8TVKQ21JMEOQYHyuynowT88Fz2oz30jx5X8zEtXHW0SMljb3renLT0SE/MpTkXdMZdx3M8F3XkPb3L/HO8SU15cEM4QIRrgGjHWEPgPxkAk+RaqKoiv/YcRyiacI/6W2ebfF0yQ5dRUVecdNQ375KXHJEwTT/mgduHVjXO1SXVkSzBAhmLUXnLJFXnu7OKTH96WlegWmWL5h6PZ/10HEkDFbQl98gnb3rYZNyaAU1YKCqjNgO+IE092HvliO9vl3QORSyqjC+MJRLw3tws1Jzlx28uyqsubW4DIGhI/RkCrW3fZBYfXFQH6BqXELj+j2+++E9l3/OCsRBQi3hS3GGrFbehrZifoiPIOIgCdenYStilkzfRF+oUgc7UZHDrvQUx8jf9LNl2VcJkgCrSupa9hSZBkwNQEmKjFDaa6edqzOvDzVSQRNqJNwlZwhGJ/L+Q2AbRNGIkMaiiDcIm4KCooQy+9JhFIQYRPyK0+DdeJBpkYggk21P3Sv4bNjulhtRvArpXSEYWwnYur2LgTrfodCHTOuK0PAa8+bft4WaWyLxO7LJDl2LHwAoU+WxXyOZxGi37sBgpSiRdUzjUHUiszEeKSEtnCR2x05YI7JzkSmjKay4CKFsT3ZtKMddy8RazsrS04QjP9s59Os47jIMyCWG20kcCcDbdBpJam8Xhf5bHTkESm7ieBUBIiwaIrIcTMYRnXWPSYh76QzU+o0GPr4XbTOucm0pzEVFht3JSJQVOvd1wPBQESYlS3HIr/894ahnRHsKZpRXg8pha5LTBNkXF8Zs+H13eF5GPrPa+JqmlhlbobC9fYtm6+k2pc74pUhLMj91RU3gGgWgEKxVkvdnoEZNsWrRJLrZz3BeGsqp5LOT4R5LWoV4QVDrN07vCD0Eu56ZiNqaxWqrQ0ZrgC1wlq3FqitNdJ4drsH/HzBKSMLOjvKdY1PhsITwWT+YmMAkyPi0Radf5XxIaes6Dpa//EXhFYuN91FwannwHbA4dh402XGc3asIo474tgj7Gk6n3rcFMmI41XRuX+O6w4plh49fxfJ3EQA8TSWIDPeslmUmwrnLHomVppY33lTttMDymUK6FQAmwmFgQdK3Z4z0qh30rvKaoLh2sn5vh/tnxLRdgYywiRXIb/O+KcDI68cyHbVIJzZVY7OjaERHeBpAJ0D8NhUPXtbJx2MglNcvWPLJnm6ta8+Q+sd15pOzyqcFwvP+TOUEjuaL+oTa1pRoBQVg9vawCKwd/duRVFRfM2dhi9S6+3XRM9i0HMXM+tKiOyTqSgi4l/LlTNTITq6TLEeCUFmWsukNwGkEeNnVrgFzNsTlCKCEQpTpGzo9S0yod2qqAcUz1mYPakuw6CR1QTTfHZltaaze9MgmIgW6CG6NBWXYuurp+6rQPMoRsbH5Bd13HYoPPsyKCO2SL7wTRLbH74XgVefNy3fOukQiOwEIjdRy8VnGnFpxEuVuBsysp7m5Ru/CQM6BALQfvgG7Pei8Lwrjdg17Y/VI/C//5jqz3rI0Sg87RxTdeOtFHj5GbQ/6o632aDWJ+D2ZOVVH8yBZDXB+GY434CCAwHSWadLS+cuSqkVltflbCDAmaoJy/tNJfJOOLnrg01yYCvhqNhiOAt6Tasv4uzmVZ4GYkZL7SzjnoQ3tkAX/kAi+LdIVaKoUIpLjMDevLEZ3OwzCEb4RHV4/oXOZ54w1Z86equu3VISQz6IC22RpqXtvpvBHe2m9MiESgxe/hV+2G+S+70BXxgP9niylmDaXZWHdEAXQVeHWwj7Datr/DTVYG6sqbhYY+WWVF4Aq9uMNyLmGz47Ii9RNKIRH3ggAMvW46NG2Be4iOfjjbXng9n8S6rtwCNQIHYVqgWdSx5DxwuLjXxH0Ypl5z1RdGGtUaXt7r8i+PG7pqZFHKkKzrwg5mWv/v3XCP30Q8RwEN1ZENi3AaEvVyD44VumL7RNKZriSgR0UkDdq2T+wl8C7qS4z1SKz1qC8bkq/wnwEapqPWPYnAVxvLkmDqf/bOdprOPBxCXE2VKQS9QIEV0/Gvc3IlRDhDxIoo646Gy745q48h6JGLuF5//FyGMkdgOtt9caO4JIpecxTwQH33jtBXHZrOSf+FvkTfldRPniWb7l8mpjlxTdAT5zw2pEXQFGrhf6rcPdsCDOlZKx1bOWYNbPmFJhIctOjvqGm9OFblfg8GBnuvoz24/Y9RTNumpT9sXwrYw8Qe5bYr7qiJi/4rlc3Wo7WA6cDKVPDODAGy8i8Opz0L79arN9iQh0ZTtgsmGVq/SwJhbpX0Xys9DnnyD4/pubiCHyqMTxMJr7AHvXY+PfrzJyN+VaIUJIgTprWN3C+3JpbFlLMKtmV5XNsy9orq1FKJ0T4qt2doKMW/+MKcJWRaQNEfmUwhWRKzrw4pIuT+QotinW/Q5DQcUfuiLjRQrDqWmbM0KK4491171h3euArr7Fka5vEQZvgU5wix/tj/8TIl9RpGI7/FgU/L4m4u+GY+b9d2RkTJgBLoY2QL/G4V6cQZniBjiiTc2zlmCSM/z4pXhdFd8RKON8nYZd+Q8juFOiBGM79GjkC3IpLgG3t4IKiowdR+jblcDGlq6Ur2O2BhUPMy56RewY4SwpMjYW/K66665IZIP0rYf2/TdAYaFxlyQcMYV1r7ACFulpOx6p65VTqae+sQgmsPRltM+/M+YuLP5ZHbwWzPgOFvXC0jkLPYOnRep6lgQTJ7Zel3MxMab0tlqIU0gKqouXG+vuke1Ioh2RhBtA/u+qoRQUIrDsTXS+uAQFzj8AgU60L34U+pofDI2FEaAIaiUIo/PZhV1HHiIUX36LYb0b+O+TRs5ssVsRz+0ilQl3dhikIGxcbEeeCIRCaH98HkIfv9cPhVhHpMALi9G+4P4UoJd+keJ2TQO7O6BfmS1pYBNBSRJMnKj9PKPiTJtKc/vG7Y1TTNKrC3+kvGOnRj5eRLrkFQRx5T+MJ+eOpxYYKUDEMcp26DGw7nsoAi891StFiXhCN3Y5zV4jraxBPCO3hL7h517+R8IxUhCMJry2H55j1BPpVkRaW0FQrX+7HCLtSM8iyEtE5otU2h+8G4HXX0w6dmkVSGgnYGFHfsHFWwyBHEqSYOJcXSK7QMvqD1r1LuvLjCniklU880YqkZ6pRVaCollXIvDmS8YOpPuORjhcFs68HLpvA9rqbgFEwG/xYrXbRFj23Nd4+hUvS8JpMpwLQb7zD7Bs/6su0vr8481qiYtgy857IPi/5xD85JddjHB2LKy5FJZd9oowBEbLpdOhx2HHkwmTQ0Q6s/4Ng16zEP+tuK5xRSzXgUzQO1k6SIJJAMlM9NyORTCRDO3EUUYEf+p6GeodvsF28FGwHfRriEDgwmhOeG4L+5z8384wyEPsQFqEbU3PmDJEBkkImSK9SOfLz/byZhZP3iJLpe5vQuCFJZvRt4zfGYXn/Cmiq4TYIbVceU4aPKPNLwiRcA3g5wF1vaJy17cUAgKk6QpxE7Hlp5BV/779Z9vKcQsWNJmXnDs1JcEkMJf+syvfZJ0PSKBpUpuIC1SxAxFHGUEEwps5Wml/6B4EXnuhVxUaVoK830w1jh76mlW9m4v0I/sdZsjmZj8C7/wPpFqQV/F7wzZG7GL85528+WikDB8Fyx6TYBm/k7Gr6XzlWaC9jzGqLQ+2g4+EeMLuGTLCdnQFCk6K7Ncn7nva6m9F6OsvgFAwqTgmIkw8xmnFoa1G3Pbkj4m0HyptcppgRFwNWrAgqfEVReoTa1B5msHpzZPac0UKR8Mtxnbdk+wxEcrI0abWqwgwJexI0NkzkgAh74QqhJa9AW3TZW5fYda99oftGKcRqkFv9sO6y55dOw1m+C/4vXHfrWwzHqKeeC0Sr0vBD9+JuNsQtjbipQr6L1bFRRdcHeV41KWRcEUQl8MBkavpq8/6jMMUBEmrRIT19jrPyKQJzFFBOU0w3pqK5aQrn7NOs5PhAOk/p/xYDinCuWZQYnSIewrLr3aH7bBjYNl1n4T8lYQ1rjB+61lEiAVx1yKsbyMVslhg2esA5B05xSATsXsSpWPRgwi88V9j9ySM8oIfvRv3MUY8Zxed8ycjyJbZIgJJBd99zcgyKY5wZmPPmJUfsx7Ro466hgHkiYnZQ05UyG2CmVHxCil0qDC3Z+JPVCh/L3E3PBDvzPlcvx3P3PkgEQvHyrRjJo4jtqPLYd190oBjpoQ+ehet9/UOOCVcDISXdKygTOJupXDG/0FE3RPGc+JFyXiGfvAehN5fGtXPSRm91ebn7r74F519GSx7J37iFHqLS2qxc0p6Tqfwi0ULMCaNqvf0De0X79LK+fpp/1jSiWjzedN20gPaMgBGsNpNHiotpOMTTcWLwVDw31vOe+qTcDp5XeVHEOhIguJi8IgYzi8pGZZwHMw7usLI9wzhYZ2kIgJBdSx+tJc0yx77QvgeCWdCcX8iiKO7KFuMMchNXNyKXU7gpacRXPGRYXcjLoJpmN2w0BX2M8JmRrwuGUXE8R09zojQJ7yZ++6cRBUj5W3NpVH9qEwNW1gMt200fKU6nl0ITdzVpKgwc6uD1AnkXpSOMHkpGkV6xOY0wQgIfTOm3gtFDxNtiHQQd4KxEYQOYvqJwcLW3QFGMRQUgTl/MHYsQm/b5OOQd+JvoQyzJ30liLuM1rpbDBuV7iJ2McrYbbriAYvE9eIiVaR+FfFfxD95BUbc3M7/PQvti+VdRxJFgbrVtrAdfpxBEJrICClCNnS2G5fCglSMf1r8YWPjihAPxZfdFD0Gjq4bNjbC1sZsEZkS2u68Dtr3X5ltkkA9+lGDVq+z+ujI+obUsVkCmmVSk5wnGAG2v9r5FhP2yyTgo+lifHhX3ArFMdyUyuK4InYdIhi3eGomRUHhzMtEeL+I7cXH1zrnZnBT7xQg4vijjt8Z6lbbGAQjFoje4kPos4+iHqFEyE9BNjRySyi2PGg/r4H247ddWQbCFCM8w/TZRjDxiEXE1H33NQReeRaW3ScZmSvJ7og6rm5ZwaUvG35LqS5E5Nd13OEI2m+j+fOFm7csPRAYEgRjkIyr8m0G75sNsy+eeQtnXxMx5snmMQSDxtOxuGTVVvYOh1N03hXGRxmtaN9/bYRgEPYtaS2qirxjYydeC339Odruvn5zojWRMsW63+GwHf6bmKlOgh+9g7Z7bkjbsBjcSkx/ddR7bkxbp1nQ0ZAhGDEXXlfl4wSObIueIRMmnoCHXXuPkYOoXwkFEVr+vmEYF1zxccQo/+r4nVB80bXhPZx7CBUvMO2P1PUjqJRBYctD4SkuWA88IkYwLUbrrVcgFC7+DBHU7SYYOxrLpEOhFA/rp+5gpZlViJ8oqWvM+DWWsvntI3hIEcwmkjlfAdcykJZsAYlOpLhAzSv/fVdkO5Gg/ruvup5l330d7G8Ca1pM0XnHnQRhsh+riB1M5+JH0fnyM7GqDuh3cYwqnHWlqRS34lVIGAYKY77IhQCbDdY990XeYcdCnbCzcXwSr0qtt/wZuhGYKv2FGfNK6z0z0t9z5vU45AhGTMGGc343Tgl1XEegaQCH2SZkxkSRo6zrY2TuetnZ2ByXvQflF6Lg9HNjhqHsYjDNcGoUMXS11avitmWJhpiIV2PZbR/kO081XqpiFUEMrTddGl+K2MIiI9C4Omo0gp8siyv2cCx94v1dvFYqpFxlr1t0fbxtc63+kCSY7knsqK7csQOoZugnKQqNZmbbYL0apWphKWPGoXD6RcYFrJlixID56F10vvy0sRPo+Vxtpn3POkZK2Qm7Iu83Tlh22MUUtKI/kcNI+ybbH2bID9gmOtz/TuVTVrxTkvb6Q5pgeqItjOkIwdPA+q918HgQ7AAVCIBEpseeReQJJZ1COuBXCM0gflNn2ouYd8u0ODFCb3HcKph+kWEgZ7qEQgh98QmCH7xteEMbr03Cg3qTV3VYOYoCsuVDcZQZZv/W/Q+Duu0E012KWDFtc//eKzyE+caZV5MIt9vrPLMzT7P0aSQJJgbW3Rkfe/1lRv8k52svOGWL/PaOTwfVRynKWNQddjai/Yvn4USKvrHFiAEjAlcFnvP03tkQGb5KtokHQdlyq4SN5joWPYTO/yxKRL2MbEOAz+72ZPRdX6qBkwSTRISbXZX/1MFnJlFkUkUJy2CRPVJY5iZaRE6k9rl/7/W6o5SNQOHsa437j4QKMzqeehyBp5+IvkNKSPjAGolg3NDUimBeaIOi0wRotIcqXEaYJjGEIWbkQswdKujA4iHsUiAJZmDrb3Nr7/RpTqjaI7TJLSFJYpMuRvgEiRi6lp32SEw2s5HYXlwIdxfh2V00u9bwpI67hIJodd9i3Puk3WEx5u6VRQLze+zuxvN6VhUpizeusW+vsrJrELiRmbcPl1JYRHSwgC4a5m64M25ccqSBJJgkTGTLmVWHa9bg0wDiuORIQscJihCWwvknnGy4IyRSRPqT4Htv9CIYER5T+BzFU8TzuLhzCX3a27s7HhmprEuET+11nl1j9eFzVVwPpnNBcPSvS/c73A1nxZKRq79LghngzIo7Gl915U9EHPv9dYB9Jbu58CEq+O30yClKInSYDIIRl8atd13fFWohAwsD7SE1eOjIOU/1j04eRt/VZ0zZqdCmPgJg714/E9501HkOysAhpkUlSTADgFnE5/WveX8VmMx74g2gv1Q0Fc6N+SdP7/IJMhmJYkAE09mBzucb0fHsoohWyKkYZ1wyWUChXGN3L+rKgRtH8dc4lzNjl+4mDP641N2Y4Hk0jo4ztKokmAFMTHNNxQKd6aQBiMiYpurW4w2rXyPodgyiSYhgmA2fKRGgyjAYzODCxP9zjN77SKqtTSipX5OrYo0C2lIY3JGuP+qYu3jIBqaSBJPgQm+uLj+LFapjJkuCIjKvmcVqGOSJ9K3CQI5s4Z+04yWY0Kfvo/OlZyD+LWxdMr3ooEPL3A2vJapnc03FFGbFw8zERLeXuhsuSlRWtreTBJPADP502jGjCgoK32ZgmwSaZ3wTwwJ3+x1hO+QYWHbaHSKG7uai612vPn1fkS661jCw23w0EPFzv1qB4DuvIiRM96OE48w0QEIdoa1GPDiwYN6+6orPmGgsgy8pczfWZdoY06WPJJgEkG6qcd6gMC5PoGnWNbHssLORtcA68SBAtRixe9sfq4f2+S/BqkTqk6Lz/2LEgkGLv8vb+7XnDYLJxqIS7zqsrrF3/Is4B7JhxoknkaIeFSwovHooJFiLBI8kmDgXjqjuczl/BpB1r0YJDPWXJkSw7rIXaMzWCInYtz0SoIlodiL8gshZLeKwiJSz2VwY+q9L3YtfGugY3nVNLJzkfi9yJPWBdpAF7SXBxDlJ62dMqbCQ2hDOsKqvKGYGEX2lQX8Imv6jRbXcx0BXOH5ZMhYBZrq2tL7h6oxVMIsUkwQT52R5XRUfEij2syNhPan6aSWj9nmh+zVCWPuSqj0u/A/j7FZWTyMCDFpQ6m44OY1d5mxXkmDimNrHq6psR5cG2yj6LiTIxI1au3ZhuItCn6uiBkx3gjIrt3UcMOR8VWb+tJ30w8e4l6zP+cGmeICSYOIA2D9j2vGsaE9FbMLwWS3KqUVzFkWuI0J31kyZRbp6qySZOMBPZ1Xmjnwoe+bLbAEDRl0STBwQeqsrHiCi0yM0WddZULC72RcDb03FmcTkFqmB4lBBVk0TAlZVOTHWH4o0qZLV3UiCMTl9L02enL/PBMcyJuzctwmBVpaM2XOXeC0/m2oqphCThyCcdmXJLAT4MYe78ZTM0in7tJEEY3LO1p9+4lhLgWUluCtL5ObC8NnH7jUyXnLpbt86c+oJoZD2BBNFjS1iUk1ZLQoCIlecSXcrkWv4h+d8lvEnL1iwKU2lhDYRBCTBmERNxO/tJP6Ee7wAiYBCwWJthxG3DdDq01XxGEC/NamKrJYAAjrzCkVR5oP5CgD985z0kUki7LmKP5bN8TycQHeyySYEJMGYXApraip2yWf6qPsFSTiysYYby+Z5/mxSRMRqfpfzKgZfE8ff14F2OaTaE6gDauiIkjlL3m6uqXyUmU09QRPoHbu7IWsygmbipEqCMTkrLTUVu+hMYgdjYMaMtY56zxjxl86kiIjVvK7yhQRl6kDlyPbhESAgGLTyoSPuaXzr5xknHp9HlgY2ZSZAusJadUn94n9KbBNDQBKMSdyaXJWHKOBXRXWxYHXov0mGObmQ56uuXAXirUyqIqslhAB/Za9r3FE0bampbNDB5WbEMPCDY8xe2yV6x2amj1yuIwnG5Oyur566r4X0t43dC+ApdXsqTTaNWc3vcnYwkBezoqwwMASIL3HUNd4qUtQAnR+ZDXFKoKfs7oYTB9b50GwtCcbkvPvOm7IdBdUvWIeuWqzHDJuz4BWTTaNWW39mxf6qlZbKiUgGmjFkEP3QmZ8/SdgqGUclxfKUuEszU0SOo5W86oqh7rxoBquedeS6NonYateUEYVQPgPR+/Ym64mUpOdLf7XzaSYkFn3bpO6y2i8IhEi/akTdYiOlq9flbADgNPsREPCuolovTtYfl6EwL2axHQpYRB2jcL0fj3GvaazUjKhf9E4yABHJ2vLaOsT9SzzOjxqI1ExL8ZEMPOKVYYSkjLORyBRQUufZvfty3lft/A+AY0wLIrSD6bHOgvzLR60OeZP1hybOYWRN9XjnJ2sGlgpFfWdPvddx36JzkiXbN6O8DoriMiuPdf6flodL1QBVg+gsAg/l+ftC15SLFAvvBuabzGII0MagGpjcM1vAJheQ0+LiKwYzkVez6seL1ynz/Q+tmkN5gcY90zy7qoxuW9AUd8MwDXj26WP9rc2fmTH6Es0JaLG7PSXif6+cdVzJiE7bGwSKmbMnGbpmkgzxggcF0+33eR7q1qupeuo5KvFdDDbjcsE64aayut72S/6aaROg6w8yYT/EkEPAeh3kIVvoBsfdS77JJHwyTRdJMIM0I74Zzjeg4ECT3esWqBcXuxfeJuqLj4FZXwrwL0FwTQrK9mrMeKe03tPP+E14qCus3mYqoBfjP456z7F9seBaWFrXTtulLRiamKfysdCV0SzsnBQw6WgDKe+wFni1IxD4eMuHnhNRDWWJgYAkmEFYIv4a5+2s43wzUfHEBOlMDaX1DZsN8bwu54UEGGQz1IoOvFXm9hwQbtwbZpRfrSpKzFxGzPxtaX3jdkMNu8EYrySYNKPuc5VfClZuAJkLncnEn5bWNfY6CvlqnC+BMTnNqmdGd4z1bUHt0DHzl4SNKO51lb9HUPaJoWyLY9NxMzMGlbtaSIJJ49x2xYDBPLM+Rwxe7nA37tHXHcFXU+kDsz2NqmdMV0QIatD+WFa35NFwSomXOVt7++poITBEWtjVXuuoXRcs2JgxA8tRRSTBpGlim2ZUnKsqdFe3L1O0bsW5n5hvcdQ3/qlvvZYzqw7XrKHngbietn8RQ/wToLRBUbaBpg1aAPJNT8zvqyrPK7YEHvJ35v8d4BlmpkPX9TllcxdHfM3zVVfcRESXRTGia/3Ra91SEowZtAdWRxLMwPCL2bqLEIJzibCDiEcSszC+UNhyacncJxrD1fW7Ku5mpnPM3N/0a094Hpw3c11e87qRbBluCagTAuByIuU4Yt4+pm7JrRBUteA+w+Y9ZSRY+uaMyY7hNvsruomA6grxEyV1jVXR1PHVVDSBqTRcHQa3rvbaJMEkdz7DSpMEkyKQDX8XClxHjEoGRw0mRTAsWjaC6KF11vY/TbjrmYjJm/2uyrcZvG8Can9g91r3j2QY5q+p/JKZx5uXSx3M+nqFSBj+hRj8MzGGM2OCGfIjkA41dLB9zpKl3X16p5cfRqoi8hFFfW6O9JLUU3d/dcXDTPQHSTDmZzQVNSXBJBFVrp2c710zrFKFOguM3XRgWGSAhZ0WBRj8jR6iBnIodaV/X/RdLHV8LqeIdD88Vr2evzNzq4O2GEVud8QkYC01lVM1ZpFSJeaxiYBOTef/84f8/9pu/su+Xh+2q/JJBp8QSz+xmVPA99jdjef1bu8UT80XRmvPwJelbs+EaHVaZlYdrmnB54D+2RvkDibW7CTvd0kwycMS3mqnOAr9sWcgbxKhY4xlpZgJAAANhUlEQVQLBwZB6WRwC5g+UQme9QHvg30/0Fjq+GoqgmAyHyicSRimneCoa3g+hmylyVXxqQL6VSwdAKxr2agePO6RhSv71t20CzHlCMrQl5W6F0/sK8PncnYginc5EX1tr2uIudvyVld8TUThnqPlHYyJSU5GFUkwyUCxjwyurbUALxsk8PLLwLqRI/WqBQtC4v8PJEDVhnN+N86idX7LbMpitUsrxp8d9Z4bzQxzU6YDE8GVKMjgS0vdntv7yhW7uObVpd5Yx8JN7XxfYtXYvh7Kza7KJ/XouyBh1eyIhaXXVfkPAs8OM/b2H+UrkpklMeA6kmAGDGH6BBgxaRR9KdhsFgJeH4S6x0j3ojVmtPy52rmXjSBi3sR2voxAXFxVZfOXBpcD2CFWnwxuduQFxlGfOycjNEZA/SrSi5vRbszew2MFgfK5KqsAfqzvnQ4DvlK3J+wFcCyd5e/xISAJJj68BrV2c3X5WTqUuWYuUQ1FNwVYMqs0u6aMaIHlvzp491htGHRbqbvhon47GEDxVTtfIcIhsWQQkb+kybIVhbFH8bkq1gC0ZXgZ5LeP2XNEbIL57XjmzteJsEVPOcS0zl7fMCqWfvL3gSMgCWbgGKZNgvDmhq7PNNmhzx5wbEfz5/e6hI3V1uuqfJzAUZ+Au2TQIoe7YVo4ed5qp0iNOyvW4tJBP5aO2XPbcEThqymvg664wodRMEcwQjd/TeVrzHxwTz3DWUfHwkX+nhgCsdZAYlJlq6QjYNxt/OhYZDY4FTHuttd7ZsWrSLOr8m86+JJY7YjodXtdQ9hdipFil7QnY+60Ijgdir590088EhbLs+D+mS8Z8DvcnrJYdzBCTrOr4j4dVNOLYHQ8UDrXc0asMcrfB46AJJiBY5gWCVxVVdw8PPg46yai3zHY7vZYiOLPeLDhnJMOUkOh12MOinmpo74xrDe4QQ6qRTwRR7ZnMd6p6U+OuoabI/Xld1Vu4HAe4wyfo97cHUpLTfnZGitzevShMeiiUnfDnTHHKCsMGAFJMAOGMD0C4iIY4p8cdY2jE9HMcMaEEvGj75YZLRC2QTCK5floOxgi7igZ7S+l2pfFk3TY4nc5P2fAyATQsxDjO3u9Z1sz4/PWVE4l5oU96vpULXhotwWxGRmyTuIISIJJHLu0toyLYHRljmNuYpH3/C6n8JfqZfwWdqC6/nfH3MUXh/utZUbFuZpCd0cDiJlfKq1v/HW0Or4a53/AOKZfHaJvHXUNpsItiNS8gZD+ZHfKWCL61F7XMOQCdaV1sfboTBLMYCEfZ78vTZ6cv88EE3cwDFYV3m1YXeOncXZhVPdVO58F4TfR21JQZ+38svrF94Wr53U55xFwVkQZzB0arEcOr3/ijWj9eF3O+QTDcLH3Dkahpfb7GkwF62qqqZiisOLpjlLHjLtK6z3nJ4KNbBM/ApJg4sdsUFowoDTXOB9gxqnRFBAhJe1ujy0RJb3Tp24DVX+RgKhWskxo7wBPGh2GxISePpfzXQL2jqgDUYOj7pcAWpHqRTKUI+B2u9sTzoCunyhBMCpoETMsIoVsMKhPHnG/jKGbyPpIpI0kmERQG6Q2G6rLz7KQMjd6yAf+yuFujGnkFm4IwpDPSvpzDDiiDpH4W0dd+IhwYqe1944OEbe4IJwM4RdlUbCfmR1Wi6vyfI35jj5P1QEF5CpxNzxgZhqMHYxODSLAF4M+cXgtE2UmADPIJaeOJJjk4JgWKYYDXyj4UtTL0wFkIVw/Y0qFqige4d0ddZdEuMNe5wnrkCgCoze3BteHI0EhVSGaNqyuYZEZwDbWTDslxNq/ekX7J/ZaFMvk4jkLRWbGmKXriETiktfKwOxw7g0xhcgKCSMgCSZh6NLfcJ1r6mgL9B8iRmsj6KpO1w+rb7g6Ee18Myv+DI3+Gr0td2ps/XWk+5NNT9QvhN+94EuHz7qr2R1Em6uyqpP539SD8UTyM7vbYzpcRdcOBo+DSLcXFGxPdzy6NhFsZJvEEJAEkxhug9bKV+0MRYrnK8IotBHvE+5uxIzCvurKRSCOmnNbYXqwpL6h38Vrt/yW6sprNOK/hOmPQ0E+MJ77D79r6u911v5F3U9AxlZGucbuXhQzsHd3/15X+REKFA8Yr9nrPTHDSJjBSdYxj4AkGPNYZURNb7WzlQiF4ZQxfHvqGkxZuIZr762uWE5Eu0QaqLhADkDZJpLzpLA29q9xLAbj6J4yjA0I4T57XYNZNwej+UaX88IQ47buExuBOxUtNCkeG5bVZ0zZqcCqLgl0dkzb4sFnTR2rMmKic0QJSTBZNpH+audbXcnB+hcGe0vdjQnlSmqdecLEkGZ9hoGRkSGh+x3uhojPzyKZXHNr8zsM9DLyY+bVjrF7bxPLObFvv/6ayjnMfHb3f2fmF0rrG3uRV6zpY5er0Id114dzzIzVVv4+cAQkwQwcw7RK8FVX3sLEF4ebOJF32V7nSciIrLmmYorOJEIbhN0dAYiZ6mNT/GER8rKneqwHtT+U3R8+C0A08ATBgLmm+8K4DdrIMe4lIqJfXKX5vGk7ldy9MGyak7gEycpxIyAJJm7IBreB4Uioao3hnAAJvNzubtwtEQ2bXBU3KqB+WQyELCN+rsJn9EzXGq6PppoppyisPtLrN8KLjjrPUYno5HNVLgTYSDhHTEvt9eaM6xLpS7ZJDQKSYFKDa0ql+lxOEbt3676dDMQMvslV8agC+l04xRm0uNTdUBFrUN4ZzgtJ+SXjJDEFFIvlmGFzFpgKodlXvjDYA2MiFITsnY6R8YaeiKWv/D31CEiCST3GSe/BW13xABGdnkyC8c6oeIUUOqyvTHF/UlrfONbMIPwu51UMXNtdlxmvltZ7+sk0I0vU8VY7vyXC1jpRXVmcF8Rm+5D1UouAJJjU4psS6eIookJ9UJi/9+xgIDsYr8u5kvqEuSRCCJpaYZ+78GkzA/G7ymsZSpcNjvAZULi8pK5xiZm2fevU1sJy4eqKFToQunNM4261tTBiGsuSXQhIgsmu+er6dkVsmLLQB33zGCWdYIB3S9ye/c0EdhJ69SQY8aQdtPKhI+5JzO/HO718b1ZpekdAvztSHuosnLohp7IkmCyd8r73HWIYAyEYX03FGnDvGLg6ab+PlAM6HGxel/NCwuY7mLagGjxs5Jyn3stSiKXaSUBAEkwSQBwMEcJtwAptBUAl3f0PiGCqnV7QL06ORPRTSaFlV7ptgXBcNFWEL5OFVI/xSE3sDVlwXKI7GFMdykoZj4AkmIyfosgKbkr0Nn2gBMO1sPhXV2zoSVY6uK7M3bjZyM0MTCJdLnPHh0RUxIy1OixTY8V8MSNX1sleBCTBZO/coWX6CbtpqvXD7ti3xPjMXu+JaOofaaiCYJpXO9f1DNOggw4tcze8Fi88vhrnS2BMBvgnja3TJMHEi2Bu1ZcEk+Xz6auuuAlEl4lhMNHXpSZSqvYdcl+CEa9HJTzKHi2XdSTYNpxdWa3q7CZgbYjlDibLl9eA1ZcEM2AIB1+Ar6aiCUylIql7qbuxOF6NBMH4VjubCBi2qe0HDrcnckS6KB0YmR0doY0MfaXNYju9aM4Ceckb74TkUH1JMDkwmetryq+0QLmGmNpK3A12s8/KPYfudzlXb3ZSjCOfdTj4DENAhSYUKnkX2eb8e2kOQCyHkCACkmASBC7TmvmrK98E6SNLimz7xfPy0z0On8u5DJvi6CoBdeeS+Yk7B4qwDb7VjnsKmG7Or2/4ItOwkvqkDwFJMOnDOqU9bTjnd+OgdbiCoeC/t5z31CfxduZzlS8EK1OJSC+pa7AmkrStZ58iTEIidzjx6i3rZzYCkmAye37i1k5Y6Cd2RCq/mqFeDPB6h9tjKudQ3MrJBkMOAUkwQ27Kww94/bkV+1uDyl1gaDIsglwUyUJAEkyykMwBOc3V5WfpUHd21DdckgPDkUPIAAQkwWTAJEgVJAK5ioAkmFydWTkuiUAGICAJJgMmQaogEchVBCTB5OrMynFJBDIAAUkwGTAJUgWJQK4iIAkmV2dWjksikAEISILJgEmQKkgEchUBSTC5OrNyXBKBDEBAEkwGTIJUQSKQqwhIgsnVmZXjkghkAAKSYDJgEqQKEoFcRUASTK7OrByXRCADEJAEkwGTIFWQCOQqApJgcnVm5bgkAhmAgCSYDJgEqYJEIFcRkASTqzMrxyURyAAEJMFkwCRIFSQCuYqAJJhcnVk5LolABiAgCSYDJkGqIBHIVQQkweTqzMpxSQQyAAFJMBkwCVIFiUCuIiAJJldnVo5LIpABCEiCyYBJkCpIBHIVAUkwuTqzclwSgQxAQBJMBkyCVEEikKsISILJ1ZmV45IIZAACkmAyYBKkChKBXEVAEkyuzqwcl0QgAxCQBJMBkyBVkAjkKgKSYHJ1ZuW4JAIZgIAkmAyYBKmCRCBXEZAEk6szK8clEcgABCTBZMAkSBUkArmKgCSYXJ1ZOS6JQAYgIAkmAyZBqiARyFUEJMHk6szKcUkEMgABSTAZMAlSBYlAriIgCSZXZ1aOSyKQAQhIgsmASZAqSARyFQFJMLk6s3JcEoEMQEASTAZMglRBIpCrCEiCydWZleOSCGQAApJgMmASpAoSgVxF4P8BJDBLwZvO5hIAAAAASUVORK5CYII="/>
          <p:cNvSpPr>
            <a:spLocks noChangeAspect="1" noChangeArrowheads="1"/>
          </p:cNvSpPr>
          <p:nvPr/>
        </p:nvSpPr>
        <p:spPr bwMode="auto">
          <a:xfrm>
            <a:off x="155575" y="-319088"/>
            <a:ext cx="666750" cy="676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" name="AutoShape 6" descr="data:image/png;base64,iVBORw0KGgoAAAANSUhEUgAAARgAAAEcCAYAAAAcH6uaAAAAAXNSR0IArs4c6QAAAp50RVh0bXhmaWxlACUzQ214R3JhcGhNb2RlbCUzRSUzQ3Jvb3QlM0UlM0NteENlbGwlMjBpZCUzRCUyMjAlMjIlMkYlM0UlM0NteENlbGwlMjBpZCUzRCUyMjElMjIlMjBwYXJlbnQlM0QlMjIwJTIyJTJGJTNFJTNDbXhDZWxsJTIwaWQlM0QlMjIyJTIyJTIwdmFsdWUlM0QlMjIlMjIlMjBzdHlsZSUzRCUyMnZlcnRpY2FsTGFiZWxQb3NpdGlvbiUzRGJvdHRvbSUzQnNrZXRjaCUzRDAlM0JodG1sJTNEMSUzQmZpbGxDb2xvciUzRCUyM0YwNjY1MCUzQnN0cm9rZUNvbG9yJTNEJTIzZmZmZmZmJTNCdmVydGljYWxBbGlnbiUzRHRvcCUzQmFsaWduJTNEY2VudGVyJTNCcG9pbnRzJTNEJTVCJTVEJTNCcG9pbnRlckV2ZW50cyUzRDElM0JzaGFwZSUzRG14Z3JhcGguY2lzY29fc2FmZS5jb21wb3NpdGVJY29uJTNCYmdJY29uJTNEdGhyZWF0MSUzQnJlc0ljb24lM0RteGdyYXBoLmNpc2NvX3NhZmUudGhyZWF0LnRocmVhdF9hNiUzQiUyMiUyMHZlcnRleCUzRCUyMjElMjIlMjBwYXJlbnQlM0QlMjIxJTIyJTNFJTNDbXhHZW9tZXRyeSUyMHglM0QlMjItMjAwMCUyMiUyMHklM0QlMjI5NjAlMjIlMjB3aWR0aCUzRCUyMjQ5JTIyJTIwaGVpZ2h0JTNEJTIyNTAlMjIlMjBhcyUzRCUyMmdlb21ldHJ5JTIyJTJGJTNFJTNDJTJGbXhDZWxsJTNFJTNDJTJGcm9vdCUzRSUzQyUyRm14R3JhcGhNb2RlbCUzRV5Rg9QAACAASURBVHhe7V0HeFvV2X6/eyV5xpKdAUkIK4SyV8JeoYyyYssJpqUFCiSWCRAg/IxSoJhRRqFlEywnJYwCJSSWE1YZBcoKK8xAIOxAQkhiSXa8JN37/c+5joOHxpUsyZJ8zvPw0KJzvvOd95z7+oxvEGSRCEgEJAIpQoBSJFeKlQhIBCQCkAQjF4F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0BWI+CvmTbBXrdwZVYPIoeVlwSTw5M7FIbmrXYucRQWzKA7Hl07FMabbWOUBJNtMyb17YWA1+X8UgW/MMzdeA4BuoQnsxCQBJNZ8yG1iQMBBhS/q/J7AHbW9fNL5zbeH0dzWTUNCEiCSQPIsovUIMC1tRbv6g++V4DRAFY53J6tU9OTlJooApJgEkVOtht0BPoQDBNwtd3tuW7QFZMKbEZAEkwGLwaeXVW2trltTLFitbAeDMFi0UPFamsglNfR5l/TuW3ryDZasCCQwUNIqWp9CAYErLa7PWNT2qkUHhcCkmDigis9ldk1ZYSflcdBdETYHhkaEdoAtDDjEyLlgRL3oscy+ZKzqaZiSlld45JkIhiGYKCDLih1N9yZzH6krMQRkASTOHYpb+mrdl7OoNkgHhltohgQf70Z4BaF8Jwe0u5zzHvyxZQrGKMDrqoqbi4NPaYz78bES8vcjb9Lpk59CaZLNv3ocDdslcx+pKzEEZAEkzh2aWkpjkn+1sBFAF0KwGqmUyKEWMeHrGgPlNYtuctMm2TW4dqq4ubV2sU69IsIGEZApwqUF7s9zyW1H0DxVVesIqIxm+Uy0BbUdh4zf8mKZPYlZSWGgCSYxHBLe6ufZ5x4vFWx1BEQz19ncfG50gblmgL3okfSobR3evneiqo8qQNjeiyu7x1uzzap6N/nqvQBbO8pm5kfLK1v/GMq+pMy40NAEkx8eA1qba6dnO9f43gSjCPjUUTsaHQdzzrcngqi1Bmjbag+6SALaS8yOL+Hfkyk/MVet+j6eHQ2W9frcoYIUHsRDNDiCDi2pvnzfWblyHqpQUASTGpwTalU34zyW6GQODbFNX/ilaXE7RmXistg/4xpx7OiLwFY6Tl4AnW0IjRujHvJ+mSDIi7Dfayu64cCA2TRDrTPWbI02X1KefEhENcCjU+0rJ1KBHznnngkBy3PEdDrg47VJzO3QlFOL61rWBSrrtnffTWVR4PxFMD974gIbzrqPAeZlRVPveYZJ1WwGvKwuOXuW5huddQ3XBKPPFk3+QhIgkk+pmmT6KuuuAlElyXQYTtZ9Kn2exc/m0DbXk2WV1UVj3EE1xKhMKws4kscdY23DrSfcO391c6nmHB8WNnMSx31jQemol8p0zwCkmDMY5VxNZmhNJ9d/ijrysninTqeQqCm5iLLhHG3LWiKp13fur5q5/MgHBVOBgP+IGPyqHrPBwPpI6xsl6vQj59/AjAsPLHRD/k6jsyvb/gi2X1LeeYRiHNZmhcsa6YPAb+rci2DR8Xbo868uqy+MWHLV5+rsopZ/zdR+LsgJvqktK5h93j1MlO/ZfoJu2mq9eModYMBTS8fNW/guzQz+sg64RGQBJMDK8M/c8oBrFle73vBamZoBHrK7m440UzdnnW4qsrmLw2KQE8RHQwZ8JS6PZXxyjZT31ddeQuIL45al/FnR73nRjPyZJ3UICAJJjW4pl2qv6ZyDjOfnUDHDGvoaMc98Vn++qZPnQFVrx+MD3yda+poK+kfgTEiWv8EvdbuXnxNApjIJklCQBJMkoAcbDHrZ5841tpq+ZiB0nh10RmflY717UO1L3eYbet3OZcysH+0+opCrpL7GqKTkNkOe9Tzzaj4MxT6a6ymBNxtd3tmxaonf08dApJgUodtTMnGC0yJNrx03qLvYlY2UcHvct7GwIUmqvarwrpycencRX8307bJVXmISvrzzNTToK5XU7GwdOKzSuuSGwRqVVVVWbEjuIwIMS2DFeInSuoaq8yMSdZJDQKSYFKDa0yprTOrJgb14F0WRm2yfHS806duQ4r+AQiOmAr0qUDM35T4bDuZCf9g5v5D2KZYFJo2LIn2NkJls7sXY3iMFxz1nqPjxSKe+sLYj1JgRBiPDplcVxLMIM2O/2zn06zjaCsrBxXVL3onWWp4q8s9REpFAvJ0C6mnFtctfDRWW2+181UiHBKjXiAU5MNG3N/4Vix5Zn8XrhLe1Y6vN0Wwi92M8Zyj3vOb2BUTr7HR5bywCMq/yb1oTeJScrelJJhBmNuWmVWHa6Gg8Cy2tfisw8ctGJgtSs8h+Fy/HQ90fpnIsBhYUur2lMdq66upWAOmLaPVI6A1xJZjhtc/8UYseWZ/97oq/wHos8mk0Q+DFpS6G042Kz+Rel6Xcz4zWsrq5V1POPwkwSSyqgbYxldT+QqYDwOYHe7GuEz9Y3Vt3FGUBlcRIljWRhVATXZ3g4g9EzE6f+v08r2DqvIqgKKoohiBkI0PG3FPcnYwIv8RWF/BfXydoumggG4pcTeIMBcpKz5XxRqAfmrxWo9M5h+KlCmcZsGSYNIM+PrTTxxrybd8BSBPEIw34C/bbv7LSfP6FUGY/D++/yqIDoh3aATSFMLJ0e5NmlwVNRbQnTpgi7GDYY24IhlR7N51TSwcz1t/S8Qj4xlTiPSrRtQtTokXt9CDzzjD4bf5NwD6RpBykqOu4fl49BsKdSXBpHmW/dUVDzPRH7q6ZdahHFbmbngtmWr4XeVXM5TaRGQy8xOl9ZFfXsy+VCXzFak3ZuZGxWAEdZw1KoWpTLwznPNJwR9BCCGkzHTMWzTXnHZDp5YkmDTPta+moglMhq0KgXRd044onbf4f8lUY/25FftbgpRYqAKmHxz1DeMi6eOd4XyBFHPxaJJhByPcEQB+PG58GOutun5M0bzF78fd1kSD2lpYLlzt9AMoZEBnnc8vm9t4j4mmQ6qKJJg0TjdfcMoWvvb2n34BnZksfHwyvJr7DEPxVTs1k3ehfZqS7nA39Arg1LNCVA/mvpJIuWoggaa6wkDwM+gTUMrMlDHwhQPK5FS97mw4u7Ja1dndrYuu83mSYPrPjCQYM6s1SXXChVdIRXhHkfGw2eXsYJMxfHsNj4GOjrYttnzouZ97/nfxRLzuR8dONsITAMabgYRBi0vdDYk8maPlnKknaSFdPJlbzPTVt44CWlCSohcknjw53z+hdCWIN4cvlQQTfpYkwSSyehNoIy5ffas/+JSACb0+XOAHEa82mVHmNhHMBkb8BneGbsQrSEeeTlDBSgGI88mInsd5RLCGDfAUBhMCAgT6l0b6q2D+ttS9+CUz0HlrKs5UQG7mxMjFGIKC0+33eR4y01+8dXyuiusBuqJnO0kwkmDiXUdJrc+zjivxBfJ+JEZxL8HEIXuTrciMBa1ZhbgWFv+Pzh9A2MJsmxTXCzK4XcSgYcZqRcE7pFleYpU//U+T8t3Jm5LHCYz8nfl/J/B0EfUyUZ3E3RbDtqPD/W/xWpfU0mVn1LEMoBJJMLGhTXgSY4uWNXoi8NNpx4zKLyhcHe4+IZ/pV8kMjGTsYKqdqzlzCCbsYhCEozN/quuhB1TYQKpew8Ckga4cBi//4Av/pCNeNu+8abbPZlfl4zq4n3+T3MHIHYzZNZSSelEDJDFesdd7fp3MY1KTq2KNgujWtikZaEYI1S9zuBf/Ldmq+F2V1+vQr+hrSSxCArO85I3wRyTZsyDlhUVA5AsiVVkW7kdiCpQUB7en2578caDwrZt5wkQbW6/TdT62695kaBVxPPqP11LQfexK1uibayqm6EyNXUk0+5WAxvrM4fWL/5ms/nJFzpBbgIM1ca2zyvcOdoYnGKETMf/LXt94aiL6iSPRxpppLo21Cwk0IR5z+kT6y+Q2RPjUXufZNZk6Gl7qqi7Cc4aN/0vAWgqok0vmL5TZJPsALwkmmSsxiqyWmopddKbl4TJsiGY6c0eezgfFYxgmUrS2rdWPCmnabQzaOpGQmWkafnq6YbDGoZOHz31SPKUnpQgfKIb2IhgRjQ/FnU+pu3G3pHSYY0IkwaRpQjec87txaqhDBJaKjDnjP456z7GxVBJWpBesmnYiVO1vxNhBmATHajM0fuevHO7GHZI11o0zp+0RDIU8RLRdVJkm5y1ZemWTHLkw0zRbXU+weSJmSPj8QZv0iBXmsXX61BMCin47EZL2IaUJgtR2Q9AVXa8uSdI9SJehnzYfoOhe48ZfDOUau3tRQr5fqQVl8KVLgknTHBhezqs/+ATAr6J1KY5QShgjMRE5zc/qo6TgKLOGbmkaWkZ0I+5eVvKqfSe532sbqEIi7gyBZ5uRI17+dFWdVjpnocdM/aFWRxJMGmfcW+18UCGcFukeplsVQSC6Sq7hmwJmN9c4b9AYFyQW4yWNAxzUrigILXiOY96TCXs0r6+euq8K/XYCDjJ76BS5pUpJnZQqn6dBhTQJnUuCSQKIZkV4p5cfpqjKK7EIpkse6QR+h4HRBIwbiGWrWf1yoF6AGC+ErPlnD7/3sVVmx7MpSNctBDotbH7tKIIG8vpnVr9sricJJs2z53M5A0jECTHNemZ1d4T1FsYfYgVT59lVZd7WQJVCyp/AvG1CY9ZCRznmxZdTKqF+srSRJJg0T1yziOEK+qMIiCRLChEQABPPdLgb6/r2sto1ZUQ+lP9TgHP6+hTFo5GRiaG+cYdkWmDH03821JUEk+ZZWnvBKVvktbeL7bs1zV0Pze4Y79lJmQL3orXtrsppnaRfoLByAIMjxrwxC5QCOqPE3fCA2fpDsZ4kmEGYdW91xQNEdPogdD1Uu+w04sowVLOXt7GAEo6adnfD8Fj1hvrvkmAGYQWIXYytrW0ZEY0ZhO5llwNFgKCrujJrWP2iewcqKtfbS4IZpBn2VTsvB9H1Q968f5DwT7Rbw2iasdRe33BgojKGUjtJMIM02yK/M7H+YEwz9EHST3YbHgECvCXQdpTpYs2tEEkwMXASnsq+6VPH2YDdWNWDsZ4+zcAuZPpdlXMB/QwMwZAKZjDKzDoUtKjKpOI5Cz/KTP0yTytJMH3mZNXsqrKi1sAlKmgqE7YnQGFmAndBJf6XSMWoAx0K4xMQnizxWm82G/KyKzbvsncJyp6ZtxykRtEQsFksBxfem7xUuEMBbUkwm2bZP2Pa8aSEbtSJdjFeG8zEhBWmLCQM+ykA0Aqm0LzSuiV3RVs4flfl2wzedygsrlwZo7h10UG3l7obLsqVMaVrHEOeYDaFUbgTjONB0dOhxpwUNvY5K8DqxSXK8JfJ7e7leOevmXolWL9OmtjFRDJjKhBEgkhcWur23J4xSmWRIkOaYIRzm0XRnwZjRFLnTBAN0ZetgVD56PlLvvhy1nHFozvzzgox/pH62C0EKijoOs51dghf36QOLR3CyGIB8gqAYAAcECYsg1MY3GoFTU3GvdvgjGDwex2yBCN2E8z61Ykm9jI1dQxxe3M/KbqXdHV2qkNZqqPHwXrIUbDuPtFQT/vuKwSXvYngJ8uMjzXjCxFsh/0Glp33hLrlWOjNPoRWfIzQsjeg/TTgcMWmh298FAotLdFHHtl3F2paiKxoIDAkCcbrci5WgBM3eyizcXmbGjCMe5rUrjbxFz//5OmwHXQkYO3vgaD7vWi94xroP4qAeplZ1O13RMHva6CO276fghwKob3uZgQ/ejflyuvAGmhKddm8RU+lvLMh0EGKl37mIeitrryGwCdsCuD8jaaHniCydOSx4hU3MAHQ5i9UoWCHppGVmMaD9clEJIyrRmba07LtiBOQf9IfQZbI7k3aF8vReue14AzcydCIUSia8X9Qt9sx8oIJBbHxhkugpZgkdfDnpWP23o1qa0OZt3qzT6MhRzAtM6sOJy2Y12nJ/yyemCFiate5po7Op1CFzspVAMZkymVt8VW3Qd0qRrSBUBCtt9citPLTjFuleUeVI7/qzJh6dT69AB2Nj8SsN7AKzLqmTpE7mIGh2N16yBFMcmAD/DXOh3TGKQTjSXvQChUUYtiN9RD/jlqY0fH4P9H53ycHTddIHRe6LoF14kEx9Qq++zra6m+NWW/AFRjrNWv+PvH+ARpwvzkoQBLMACbVP3PKAawpLwOUNwAxA2pKefko/ut9UIbZY8rpeGI+Op8XucMyqxRddB0sv4qd9SOw9GW0339HWpQnoteDhcHfjuhKhqewy5WPOneHuE+T8V/MT4EkGPNYha25sdq5V5Dw/mACWTT7Wlh22j3mDmZj7fnQfvphgCNOfvO831Qif2rs6BXt/7oPgf/9J/kKhJEojOsY+JpZ/4QUZRR0TADBz4wfFPAPUJQW0SykBV9UlaL3He5/f5UWxbKsk8H8LrIMqsjqeqsrFxFx5WANSFyOFlZfDGX4yKgqhD56B20P3A3e2DxYqvbrV3GUoeiym6GURTdF0r77Eq23XJEhl9TcZVIpCrFIWyLeITUGtxPTh4qiLCiuW3SP3Omk/AE1Y9ZxShURzovNLqeXgZKUdhRFuGWHnWH7zVRYd90bUCNfCwXf+C/an5gPbjX+AA9qEce6oouuhTJm64h6iCd2beWnaH+sHtziH1R9zXQuwjmIpBAAt4LwtqpYrxs2Z8ErZtrmYh25g0nSrHpdlfUEnp56q5fIClN+IdRf7QZ17NbgQAB5hx8LZdTofg0Cr72AjoUPgNs2Jmn08YuhEgeKzr0C6rb988cF3n0dvPZH8MYWaD98i9DK5V0HluwsRqaDYGfINeJB4z5nSBVJMEma7g1nV1arzHeA0WWnnwFFvCwVzboK6vid+pPMW6+g46F7B+XIoZQ4UDjzT1C375+DLiguch+6B8K4LpcKgToooOxdMn/hilwaV6yxSIKJhZDJ3/2uyie5y4AvowrlF6Dw7MsM8/u+JfTh22i97+a0+ispxSUonH1NWLudwGvPo/3hOdm8W4kx96QT8Q32Oo+woxoSJasJRsRu2aq1tGOw/UXWn37iWGuB5VtmWDJx1YijU6HrYljE/UyfEvrsQ+N+Q4/L16fvsjF3fKGiYSi+5K9QRo/rp0fni0vQ2fDwoOyo0jlnRAhpuj6rrH7xfensd7D6ymqC8bkqrmfGuNL6xj8OFoCiX5/L2QCGM9U+RwMaY34Bis67EpYJu/QTI+45xM5B++aL3r+pKtRtJ8Aybjso2+wAKiruMugj6gqD012YobduhP7zGmjffwV93U/QVq8CQsHNVcSFbuHsa437ob4l8MISdCx5FNzRPqAhDn5j6gA4SMAGJu7QdTJAElfuTGwjUop01tZayDJvWN2iqHGDBn8sydEg2wnmUQIdWeL2bDlYT4LfnDHZUWpzrEupV3Zy5hrCKK/wgqthCXMnI0im86nHoX37JWiYHdbd9oa6wy7GC494So6n6OvXIvTlZwh9/B70H78FCopQ8HtXWEfGwMvPoGPRg12hJbKsiNciBfCzjhW6Qq9B549Um77efu/iZ7NsKClTN6sJxu9yLmXG/jrjtLK5nodThlIUwSKhPRFOG4y+E+nTIJnz/wLxrN2viJ2I3xs3oUTVQ+x0dA1Q+58ejSfzh+eAtey60CWQrrP+MCnKw466hucTmYeh0iarCcZX7fwchB0HKwnWylnHlYzozPuJkDkvR6YWbl6+8URsxjzflLwEKgVef9F4Lcq252cGfCEou4x0L1qTwLCHXJOsJhi/y/kOA5PErGmEO4bXeS5M5ww21ThvUBiXp7PPZPVFZSNQePp5YV+XktVHJDniGNZ2383QvetT3VXy5YtLWi10yvC5Tz6RfOG5JzG7Caba+RQTjhfTQoAW0kO/S9fEs2vKCD/U9wBENkPN4PVi2f5XyD/FBXXr/gGeUq62phk+RR1P/juj3BZMj5voUUddw+9N1x/CFbObYFwVdzPo3O75I9DP7VrgyC3nPfVJqufUf075sRxSnkl1P6mQr249HgUnnwU1zItSKvoLK5MZoa9WoH3eP6A3Zd1OZoPD7UluHOe0AZ/ejrKaYDZMP3GGqlrqe0FGWMUh5dDSeYtSGh8yWxPYi8BUBWdeEDtAVZrWob5hHTbeegW4STzEZU1hnZXzymRu6pgTltUE01FduWMHsciy1ysei9jJ/JzXMWHCXc+kxG3Yf7bzNNZx/yYTh5ggZ0oFZeSWKLrgaoh/Z1LRfU1ovfUKw34mWwoBb9ndngP66ltbC8vhL0+2TJ7cfyQLlo/UP911gX51LfTBMqtIN75ZTTAvTZ6cv8+Ojle7L3p7gicsJsG42+72zE4GqN7p5YcpVuVPuo7JJPyNsgw5stpQfNU/oGwxNhlwJF2G9tUKIzB5FtnDaKRqh+iaZT8CHwHmnUDKKDDbjfgNYYybxZIRmUEhwjoQNWma/prFynfa5yxZmnRAM0Rgln0m/VFrqik/W2FlTkQ8GesJeKykuOQmuu1B096s66ord7SSfgQznagQDmSGsDYT3vhZWay7TUThrCszV/f2VrTe9zeEVmRP2mci6MwiIgwL2+b4sTUyTpAu8i8R83KLqj5RVKDeT7ctaIpfWGa2SACVzBoIV1UV+0uDqzdlCQivnJhIBe3EWMXE70PHtyqUzqDCm8PwM+sBYioj0HYKMJ6JxgBcnG3HoEizQ8LJ8PTzQKPHQi0dGTa9yWDMrIjxIi55A2+9gsCrzwGDmGhtMMbfs08RxgqAn4jvCUK9JxdsbbKeYMQEbahxXmdhXGnO5W6wl9Eg9i/+zg4fCeuOu8OyxyQjXILwLRLHJ+FflJYizg6dHdB8G6Ct+BjBd1413Apk6YGAOESB1oH5htK52Z2yNk2rKrXLR1ysXbDa+Q0BW6W2p+ySLrynleGjEPzwHbA/zK5btUDYw1j22g+WX+1uXP4KVwKjJItwui8jxLP05x8j+PF7CH36AXQRGzhCEKl856mGEV7w9RfBPRwmswv95GhLTEtLOoor6KGHfk6OxPRKyQmCEZCtPf3YPfLy85flypFmoMtARIwr/svtXdkGQkGIcAiBN17q+rAjFVseVOHcWDYC6jY7GIGqRJxfQ4bY5Zgo4pJW5JPWPv/YiEbH639G6MfvoK9ZFd0tQLUg79BjYD30aKhjtwG3taL1tquhrfraRK+5XoU26jrPHCx/u4GgmzMEI0DwucovBSs3Ze9V7C9TSfbSrjzN43cCqRaEVn+H4NJX+odUiDD7BafOhO3QY3r9Kj5+7cvPEHjnNYgA4BHj8oqYvuI4JTJFWqwgq9XwsI4awpl1cDDY9Qokdh0d7WBN63J0jFDEbkkc06x77w/LbhOhlPVOminuZdr/eXv09U1kZIS07rW/8W+y2RD471PGnU4uFQJpOvMjpfWe2OkXMmjgOUUwm0kGyl+zIXxC5HVARoAo694HAIqyuZpIBq+vW4PQR+8aRw199fdhdwUibkvJjfVA93GnT0cifSw3rYe2ZhVCy9+Hvna1cSTh9WvBup6y5SnuesQdkLrlVkYsXnWHnaGO2caIMxOu6L4NaJtzkxFCom8RxznhrGnZc39Ytt8R4hJ7c9E0tN51HUQwrWwqPT/GvveJxolVXAIzXrfXew7NlnHlHMEI4IUZP0LKwwwMz5aJ6KknOcow7Np7frkPCTMIvWkdQis+RuiDtxD6egW4RWQJ6FqWecc4kT8tjhhcgU6Evv8a+s+ru4JFff050NkJvdPIM9ZFOp3t4PZ2cEdb5B1JYRHIlg8RplN8CWIHJHYp4rgmdipK6XAjml3MNLc9euiZC8nY8YzfCdY994Nlx92gjOkfGa+7aXDZm2ir+1vmTL8ARIEGRicxNhLxWp1J3KvoTPQ9MX9tIbSHiC3M0BSiMtJpax1sWEUSYVsGxjLwUzu0A8a4l2SFf0VOEoyYEK6ttfhWfzAXwGkkHqmzqCgjt0Bx7V1Rk9n3HI4gheDb/+s6FoSCKLrwmrDZBOKGQNeM4NukhYynZO2nH41djziC9DpeqSpEfmnx8atlI0Eik4E4YlmtAA0M+uD7S9E+7zZYD5hs/BM2jk2YgRnxhu+9Me4hJ7sBQdyf6MusKpZ0tGuPDrXMAjlLMN0LZXlVVfFoe+ffSKEziClrLHALz/0zrHvsG996jxLcKT5BkWtzexva629FcPn7myuJ1CjFf741dn7sZClhQk7n00+go/FfJmomv4rIIMCEZ/J1/Cm/vqFPHNLk95fJEnOeYLrB56oqm79UGacgcKNGmEjM22T6i5M46uQdX5VRH67AUxw9xBGkuwj3A8PHKUZmyXR8CHqLH6E3X0K7CHAoLpnTWAjw6qD5joD9Wpo/35fGrjO2qyFDMD1ngC84ZYuNgdBOmhbYSVWVMSENY8BMuoKtVaZRBH1zfEeGInyavmYSmUFpKiXLPsTMkiCC4hhuXGZaDz7SeL4VkfkHu7S5b0HwvTd6EYzYcalbjBk01cSTuDhOBd96BSImcJoj5ekMnL5NPgAAIABJREFUPOQoKLiM7nh07aCBkIEdD0mCSWQe2OUq9NO6tWDDfSDtRby0KGO3NbI1qtvvCMVeFjVFbMoUZO7awbz/i3+e2MEUX3QtxOV0OovITBla+WnXRfeKjyEuvgejEPCF3e3pn0VuMJTJsD4lwZicEO//Td2GWngl8Iv/ksmmSa8m8hzZ9j8MlokHd116RslFnezOxUfcNvcfEN7Pm49IpSO6ckyHSVOb7P6FPOMY9MHbCL7xIkLixWvwyxcOSTBhZ0ESTBhYRDL7nv9ZxO4Qr1LNaz7YyNw79sxgr22yl8F20BHIO/w4UGmKXuU72qCtXWNY1RpHkTf+2zusAhFskw6ButPuRt4lEi9JJi1/48FPJIfreHoBQsvezKgEbTrjs7J6T/+EU/EMLkfrDmmC2Tjz2D1CWsEsZp4EsF0hGs6EQsNioUchw4SVhFt+xi4D4XdkeEsn6Ziir1uL4CfvIvT2qwit+lrEJOhKLxItCb24nxKGgYpivIBZ9jkQtokHJ8evSdPQfLkrvE/VIM+KJJjIEzCkCGb9uRX720JUoQOnks4jmcgqPgmOagM/yKvXZPfC+KzgjPNBhUUmW4Svpq3+HsFXnkXwg7ehN3sHlLdaGNop47ZD3lFTDOM4s/5MkQbQ/KcZYO+GAY0vFY0lwQxxgmmqmXKKCnWWzthzUw6jnCNW8ZydXzGAQPcd7YahXudznq5XmGQWVYVlwq6GdfFAshi03Xsjgh++nUzNkiJLEswQJRhfTeXRxHyDDuyTbda88a78grMuhG3/w+NtZtQX9yodT8xPue8O2fKQf/J02A7+NaCIjM3xlc6nF6Cj8ZH4GqWhtiSYIUgwPldlPZin54JntZlvpPjyvxmJ6uMtIkZLm/vW9OUnIkJ+5anIO6Yy7ruZ4DuvoW3u3+MdYsrrS4IZQgQjXAPGOkKfgXjIBJ8iVUXRlf8wYrnEU4T/Utu82+Jpkpy6ioq846Yhv/yUuOQJgml/tA7cujGudqmuLAlmiBDM2gtO2SKvvV0c0uP70lK9AlMs3zB0+7/rIGLImC2hLz5Bu/tWw6ZkUIpqQUHVGbAdcYLp7kNfLEf7/DsgcillVGF84aiXhnbh5iRnLjt5dlVZc2twGQPCx2hIFetu+6Cw+mIgv8DUuIVHdPv9d0L7rn+clYgChNvCFmON2C09jexEfRGeQUTAE69OwlbFrJm+CL9QJI52oyOHXeipj5E/6ebLMi4TJIHWldQ1bCmyDJiaABOVmKE0V087VmdenuokgibUSbhKzhCMz+X8BsC2CSORIQ1FEG4RNwUFRYjl9yRCKYiwCfmVp8E68SBTIxDBptofutfw2TFdrDYj+JVSOsIwthMxdXsXgnW/Q6GOGdeVIeC1500/b4s0tkVi92WSHDsWPoDQJ8tiPsezCNHv3QBBStGi6pnGIGpFZmI8UkJbuMjtjhwwx2RnIlNGU1lwkcLYnmza0Y67l4i1nZUlJwjGf7bzadZxXOQZEMuNNhK4k4E26LSSVF6vi3w2OvKIlN1EcCoCRFg0ReS4GQyjOusek5B30pkpdRoMffwuWufcZNrTmAqLjbsSESiq9e7rgWAgIszKlmORX/57w9DOCPYUzSivh5RC1yWmCTKur4zZ8Pru8DwM/ec1cTVNrDI3Q+F6+5bNV1Ltyx3xyhAW5P7qihtANAtAoVirpW7PwAyb4lUiyfWznmC8NZVTSecnwrwWtYrwgiHW7h1eEHoJdz2zEbW1CtXWhgxXgFphrVsL1NYaaTy73QN+vuCUkQWdHeW6xidD4YlgMn+xMYDJEfFoi86/yviQU1Z0Ha3/+AtCK5eb7qLg1HNgO+BwbLzpMuM5O1YRxx1x7BH2NJ1PPW6KZMTxqujcP8d1hxRLj56/i2RuIoB4GkuQGW/ZLMpNhXMWPRMrTazvvCnb6QHlMgV0KoDNhMLAA6Vuzxlp1DvpXWU1wXDt5Hzfj/ZPiWg7AxlhkquQX2f804GRVw5ku2oQzuwqR+fG0IgO8DSAzgF4bKqeva2TDkbBKa7esWWTPN3aV5+h9Y5rTadnFc6Lhef8GUqJHc0X9Yk1rShQiorBbW1gEdi7e7eiqCi+5k7DF6n19muiZzHouYuZdSVE9slUFBHxr+XKmakQHV2mWI+EIDOtZdKbANKI8TMr3ALm7QlKEcEIhSlSNvT6FpnQblXUA4rnLMyeVJdh0Mhqgmk+u7Ja09m9aRBMRAv0EF2aikux9dVT91WgeRQj42PyizpuOxSefRmUEVskX/gmie0P34vAq8+blm+ddAhEdgKRm6jl4jONuDTipUrcDRlZT/Pyjd+EAR0CAWg/fAP2e1F43pVG7Jr2x+oR+N9/TPVnPeRoFJ52jqm68VYKvPwM2h91x9tsUOsTcHuy8qoP5kCymmB8M5xvQMGBAOms06Wlcxel1ArL63I2EOBM1YTl/aYSeSec3PXBJjmwlXBUbDGcBb2m1RdxdvMqTwMxo6V2lnFPwhtboAt/IBH8W6QqUVQoxSVGYG/e2Axu9hkEI3yiOjz/QuczT5jqTx29VdduKYkhH8SFtkjT0nbfzeCOdlN6ZEIlBi//Cj/sN8n93oAvjAd7PFlLMO2uykM6oIugq8MthP2G1TV+mmowN9ZUXKyxcksqL4DVbcYbEfMNnx2Rlyga0YgPPBCAZevxUSPsC1zE8/HG2vPBbP4l1XbgESgQuwrVgs4lj6HjhcVGvqNoxbLznii6sNao0nb3XxH8+F1T0yKOVAVnXhDzslf//muEfvohYjiI7iwI7NuA0JcrEPzwLdMX2qYUTXElAjopoO5VMn/hLwF3UtxnKsVnLcH4XJX/BPgIVbWeMWzOgjjeXBOH03+28zTW8WDiEuJsKcglaoSIrh+N+xsRqiFCHiRRR1x0tt1xTVx5j0SM3cLz/2LkMRK7gdbba40dQaTS85gngoNvvPaCuGxW8k/8LfKm/C6ifPEs33J5tbFLiu4An7lhNaKuACPXC/3W4W5YEOdKydjqWUsw62dMqbCQZSdHfcPN6UK3K3B4sDNd/ZntR+x6imZdtSn7YvhWRp4g9y0xX3VEzF/xXK5utR0sB06G0icGcOCNFxF49Tlo33612b5EBLqyHTDZsMpVelgTi/SvIvlZ6PNPEHz/zU3EEHlU4ngYzX2Aveux8e9XGbmbcq0QIaRAnTWsbuF9uTS2rCWYVbOryubZFzTX1iKUzgnxVTs7Qcatf8YUYasi0oaIfErhisgVHXhxSZcnchTbFOt+h6Gg4g9dkfEiheHUtM0ZIcXxx7rr3rDudUBX3+JI17cIg7dAJ7jFj/bH/wmRryhSsR1+LAp+XxPxd8Mx8/47MjImzAAXQxugX+NwL86gTHEDHNGm5llLMMkZfvxSvK6K7wiUcb5Ow678hxHcKVGCsR16NPIFuRSXgNtbQQVFxo4j9O1KYGNLV8rXMVuDiocZF70idoxwlhQZGwt+V911VySyQfrWQ/v+G6Cw0LhLEo6YwrpXWAGL9LQdj9T1yqnUU99YBBNY+jLa598ZcxcW/6wOXgtmfAeLemHpnIWewdMidT1LgokTW6/LuZgYU3pbLcQpJAXVxcuNdffIdiTRjkjCDSD/d9VQCgoRWPYmOl9cggLnH4BAJ9oXPwp9zQ+GxsIIUAS1EoTR+ezCriMPEYovv8Ww3g3890kjZ7bYrYjndpHKhDs7DFIQNi62I08EQiG0Pz4PoY/f64dCrCNS4IXFaF9wfwrQS79Icbumgd0d0K/MljSwiaAkCSZO1H6eUXGmTaW5feP2xikm6dWFP1LesVMjHy8iXfIKgrjyH8aTc8dTC4wUIOIYZTv0GFj3PRSBl57qlaJEPKEbu5xmr5FW1iCekVtC3/BzL/8j4RgpCEYTXtsPzzHqiXQrIq2tIKjWv10OkXakZxHkJSLzRSrtD96NwOsvJh27tAoktBOwsCO/4OIthkAOJUkwca4ukV2gZfUHrXqX9WXGFHHJKp55I5VIz9QiK0HRrCsRePMlYwfSfUcjHC4LZ14O3bcBbXW3ACLgt3ix2m0iLHvuazz9ipcl4TQZzoUg3/kHWLb/VRdpff7xZrXERbBl5z0Q/N9zCH7yyy5GODsW1lwKyy57RRgCo+XS6dDjsOPJhMkhIp1Z/4ZBr1mI/1Zc17gilutAJuidLB0kwSSAZCZ6bscimEiGduIoI4I/db0M9Q7fYDv4KNgO+jVEIHBhNCc8t4V9Tv5vZxjkIXYgLcK2pmdMGSKDJIRMkV6k8+Vne3kziydvkaVS9zch8MKSzehbxu+MwnP+FNFVQuyQWq48Jw2e0eYXhEi4BvDzgLpeUbnrWwoBAdJ0hbiJ2PJTyKp/3/6zbeW4BQuazEvOnZqSYBKYS//ZlW+yzgck0DSpTcQFqtiBiKOMIALhzRyttD90DwKvvdCrCg0rQd5vphpHD33Nqt7NRfqR/Q4zZHOzH4F3/gdSLcir+L1hGyN2Mf7zTt58NFKGj4Jlj0mwjN/J2NV0vvIs0N7HGNWWB9vBR0I8YfcMGWE7ugIFJ0X26xP3PW31tyL09RdAKJhUHBMRJh7jtOLQViNue/LHRNoPlTY5TTAirgYtWJDU+Ioi9Yk1qDzN4PTmSe25IoWj4RZju+5J9pgIZeRoU+tVBJgSdiTo7BlJgJB3QhVCy96Atukyt68w6177w3aM0wjVoDf7Yd1lz66dBjP8F/zeuO9WthkPUU+8FonXpeCH70TcbQhbG/FSBf0Xq+KiC66Ocjzq0ki4IojL4YDI1fTVZ33GYQqCpFUiwnp7nWdk0gTmqKCcJhhvTcVy0pXPWafZyXCA9J9TfiyHFOFcMygxOsQ9heVXu8N22DGw7LpPQv5KwhpXGL/1LCLEgrhrEda3kQpZLLDsdQDyjpxikInYPYnSsehBBN74r7F7EkZ5wY/ejfsYI56zi875kxFky2wRgaSC775mZJkURzizsWfMyo9Zj+hRR13DAPLExOwhJyrkNsHMqHiFFDpUmNsz8ScqlL+XuBseiHfmfK7fjmfufJCIhWNl2jETxxHb0eWw7j5pwDFTQh+9i9b7egecEi4Gwks6VlAmcbdSOOP/IKLuCeM58aJkPEM/eA9C7y+N6uekjN5q83N3X/yLzr4Mlr0TP3EKvcUltdg5JT2nU/jFogUYk0bVe/qG9ot3aeV8/bR/LOlEtPm8aTvpAW0ZACNY7SYPlRbS8Ymm4sVgKPjvLec99Uk4nbyu8iMIdCRBcTF4RAznl5QMSzgO5h1dYeR7hvCwTlIRgaA6Fj/aS5plj30hfI+EM6G4PxHE0V2ULcYY5CYubsUuJ/DS0wiu+MiwuxEXwTTMbljoCvsZYTMjXpeMIuL4jh5nROgT3sx9d06iipHytubSqH5UpoYtLIbbNhq+Uh3PLoQm7mpSVJi51UHqBHIvSkeYvBSNIj1ic5pgBIS+GVPvhaKHiTZEOog7wdgIQgcx/cRgYevuAKMYCorAnD8YOxaht23yccg78bdQhtmTvhLEXUZr3S2GjUp3EbsYZew2XfGAReJ6cZEqUr+K+C/in7wCI25u5/+ehfbF8q4jiaJA3Wpb2A4/ziAITWSEFCEbOtuNS2FBKsY/Lf6wsXFFiIfiy26KHgNH1w0bG2FrY7aITAltd14H7fuvzDZJoB79qEGr11l9dGR9Q+rYLAHNMqlJzhOMANtf7XyLCftlEvDRdDE+vCtuheIYbkplcVwRuw4RjFs8NZOioHDmZSK8X8T24uNrnXMzuKl3ChBx/FHH7wx1q20MghELRG/xIfTZR1GPUCLkpyAbGrklFFsetJ/XQPvx264sA2GKEZ5h+mwjmHjEImLqvvsaAq88C8vuk4zMlWR3RB1Xt6zg0pcNv6VUFyLy6zrucATtt9H8+cLNW5YeCAwJgjFIxlX5NoP3zYbZF8+8hbOviRjzZPMYgkHj6Vhcsmore4fDKTrvCuOjjFa07782QjAI+5a0FlVF3rGxE6+Fvv4cbXdfvznRmkiZYt3vcNgO/03MVCfBj95B2z03pG1YDG4lpr866j03pq3TLOhoyBCMmAuvq/JxAke2Rc+QCRNPwMOuvcfIQdSvhIIILX/fMIwLrvg4YpR/dfxOKL7o2vAezj2EiheY9kfq+hFUyqCw5aHwFBesBx4RI5gWo/XWKxAKF3+GCOp2E4wdjWXSoVCKh/VTd7DSzCrET5TUNWb8GkvZ/PYRPKQIZhPJnK+AaxlIS7aARCdSXKDmlf++K7KdSFD/3Vddz7Lvvg72N4E1LabovONOgjDZj1XEDqZz8aPofPmZWFUH9Ls4RhXOutJUilvxKiQMA4UxX+RCgM0G6577Iu+wY6FO2Nk4PolXpdZb/gzdCEyV/sKMeaX1nhnp7znzehxyBCOmYMM5vxunhDquI9A0gMNsEzJjoshR1vUxMne97Gxsjsveg/ILUXD6uTHDUHYxmGY4NYoYutrqVXHbskRDTMSrsey2D/KdpxovVbGKIIbWmy6NL0VsYZERaFwdNRrBT5bFFXs4lj7x/i5eKxVSrrLXLbo+3ra5Vn9IEkz3JHZUV+7YAVQz9JMUhUYzs22wXo1StbCUMeNQOP0i4wLWTDFiwHz0LjpfftrYCfR8rjbTvmcdI6XshF2R9xsnLDvsYgpa0Z/IYaR9k+0PM+QHbBMd7n+n8ikr3ilJe/0hTTA90RbGdITgaWD91zp4PAh2gAoEQCLTY88i8oSSTiEd8CuEZhC/qTPtRcy7ZVqcGKG3OG4VTL/IMJAzXUIhhL74BMEP3ja8oY3XJuFBvcmrOqwcRQHZ8qE4ygyzf+v+h0HddoLpLkWsmLa5f+8VHsJ848yrSYTb7XWe2ZmnWfo0kgQTA+vujI+9/jKjf5LztRecskV+e8eng+qjFGUs6g47G9H+xfNwIkXf2GLEgBGBqwLPeXrvbIgMXyXbxIOgbLlVwkZzHYseQud/FiWiXka2IcBnd3sy+q4v1cBJgkkiws2uyn/q4DOTKDKpooRlsMgeKSxzEy0iJ1L73L/3et1RykagcPa1xv1HQoUZHU89jsDTT0TfISUkfGCNRDBuaGpFMC+0QdFpAjTaQxUuI0yTGMIQM3Ih5g4VdGDxEHYpkAQzsPW3ubV3+jQnVO0R2uSWkCSxSRcjfIJEDF3LTnskJpvZSGwvLoS7i/DsLppda3hSx11CQbS6bzHufdLusBhz98oigfk9dnfjeT2ripTFG9fYt1dZ2TUI3MjM24dLKSwiOlhAFw1zN9wZNy450kASTBImsuXMqsM1a/BpAHFcciSh4wRFCEvh/BNONtwREiki/UnwvTd6EYwIjyl8juIp4nlc3LmEPu3t3R2PjFTWJcKn9jrPrrH68LkqrgfTuSA4+tel+x3uhrNiycjV3yXBDHBmxR2Nr7ryJyKO/f46wL6S3Vz4EBX8dnrkFCUROkwGwYhL49a7ru8KtZCBhYH2kBo8dOScp/pHJw+j7+ozpuxUaFMfAbB3r58JbzrqPAdl4BDTopIkmAHALOLz+te8vwpM5j3xBtBfKpoK58b8k6d3+QSZjEQxIILp7EDn843oeHZRRCvkVIwzLpksoFCusbsXdeXAjaP4a5zLmbFLdxMGf1zqbkzwPBpHxxlaVRLMACamuaZigc500gBEZExTdevxhtWvEXQ7BtEkRDDMhs+UCFBlGAxmcGHi/zlG730k1dYmlNSvyVWxRgFtKQzuSNcfdcxdPGQDU0mCSXChN1eXn8UK1TGTJUERmdfMYjUM8kT6VmEgR7bwT9rxEkzo0/fR+dIzEP8Wti6ZXnTQoWXuhtcS1bO5pmIKs+JhZmKi20vdDRclKivb20mCSWAGfzrtmFEFBYVvM7BNAs0zvolhgbv9jrAdcgwsO+0OEUN3c9H1rlefvq9IF11rGNhtPhqI+LlfrUDwnVcREqb7UcJxZhogoY7QViMeHFgwb191xWdMNJbBl5S5G+sybYzp0kcSTAJIN9U4b1AYlyfQNOuaWHbY2chaYJ14EKBajNi97Y/VQ/v8l2BVIvVJ0fl/MWLBoMXf5e392vMGwWRjUYl3HVbX2Dv+RZwD2TDjxJNIUY8KFhRePRQSrEWCRxJMnAtHVPe5nD8DyLpXowSG+ksTIlh32Qs0ZmuEROzbHgnQRDQ7EX5B5KwWcVhEytlsLgz916XuxS8NdAzvuiYWTnK/FzmS+kA7yIL2kmDinKT1M6ZUWEhtCGdY1VcUM4OIvtKgPwRN/9GiWu5joCscvywZiwAzXVta33B1xiqYRYpJgolzsryuig8JFPvZkbCeVP20klH7vND9GiGsfUnVHhf+h3F2K6unEQEGLSh1N5ycxi5ztitJMHFM7eNVVbajS4NtFH0XEmTiRq1duzDcRaHPVVEDpjtBmZXbOg4Ycr4qM3/aTvrhY9xL1uf8YFM8QEkwcQDsnzHteFa0pyI2YfisFuXUojmLItcRoTtrpswiXb1Vkkwc4KezKnNHPpQ982W2gAGjLgkmDgi91RUPENHpEZqs6ywo2N3si4G3puJMYnKL1EBxqCCrpgkBq6qcGOsPRZpUyepuJMGYnL6XJk/O32eCYxkTdu7bhEArS8bsuUu8lp9NNRVTiMlDEE67smQWAvyYw914SmbplH3aSIIxOWfrTz9xrKXAshLclSVyc2H47GP3GhkvuXS3b5059YRQSHuCiaLGFjGppqwWBQGRK86ku5XINfzDcz7L+JMXLNiUplJCmwgCkmBMoibi93YSf8I9XoBEQKFgsbbDiNsGaPXpqngMoN+aVEVWSwABnXmFoijzwXwFgP55TvrIJBH2XMUfy+Z4Hk6gO9lkEwKSYEwuhTU1FbvkM33U/YIkHNlYw41l8zx/NikiYjW/y3kVg6+J4+/rQLscUu0J1AE1dETJnCVvN9dUPsrMpp6gCfSO3d2QNRlBM3FSJcGYnJWWmopddCaxgzEwY8ZaR71njPhLZ1JExGpeV/lCgjJ1oHJk+/AIEBAMWvnQEfc0vvXzjBOPzyNLA5syEyBdYa26pH7xPyW2iSEgCcYkbk2uykMU8KuiuliwOvTfJMOcXMjzVVeuAvFWJlWR1RJCgL+y1zXuKJq21FQ26OByM2IY+MExZq/tEr1jM9NHLteRBGNydtdXT93XQvrbxu4F8JS6PZUmm8as5nc5OxjIi1lRVhgYAsSXOOoabxUpaoDOj8yGOCXQU3Z3w4kD63xotpYEY3LefedN2Y6C6hesQ1ct1mOGzVnwismmUautP7Nif9VKS+VEJAPNGDKIfujMz58kbJWMo5JieUrcpZkpIsfRSl51xVB3XjSDVc86cl2bRGy1a8qIQiifgeh9e5P1RErS86W/2vk0ExKLvm1Sd1ntFwRCpF81om6xkdLV63I2AHCa/QgIeFdRrRcn64/LUJgXs9gOBSyijlG43o/HuNc0VmpG1C96JxmAiGRteW0d4v4lHudHDURqpqX4SAYe8cowQlLG2UhkCiip8+zefTnvq3b+B8AxpgUR2sH0WGdB/uWjVoe8yfpDE+cwsqZ6vPOTNQNLhaK+s6fe67hv0TnJku2bUV4HRXGZlcc6/0/Lw6VqgKpBdBaBh/L8faFrykWKhXcD801mMQRoY1ANTO6ZLWCTC8hpcfEVg5nIq1n148XrlPn+h1bNobxA455pnl1VRrctaIq7YZgGPPv0sf7W5s/MGH2J5gS02N2eEvG/V846rmREp+0NAsXM2ZMMXTNJhnjBg4Lp9vs8D3Xr1VQ99RyV+C4Gm3G5YJ1wU1ldb/slf820CdD1B5mwH2LIIWC9DvKQLXSD4+4l32QSPpmmiySYQZoR3wznG1BwoMnudQvUi4vdC28T9cXHwKwvBfiXILgmBWV7NWa8U1rv6Wf8JjzUFVZvMxXQi/EfR73n2L5YcC0srWun7dIWDE3MU/lY6MpoFnZOCph0tIGUd1gLvNoRCHy85UPPiaiGssRAQBLMICwRf43zdtZxvpmoeGKCdKaG0vqGzYZ4XpfzQgIMshlqRQfeKnN7Dgg37g0zyq9WFSVmLiNm/ra0vnG7oYbdYIxXEkyaUfe5yi8FKzeAzIXOZOJPS+saex2FfDXOl8CYnGbVM6M7xvq2oHbomPlLwkYU97rK3yMo+8RQtsWx6biZGYPKXS0kwaRxbrtiwGCeWZ8jBi93uBv36OuO4Kup9IHZnkbVM6YrIgQ1aH8sq1vyaDilxMucrb19dbQQGCIt7GqvddSuCxZszJiB5agikmDSNLFNMyrOVRW6q9uXKVq34txPzLc46hv/1Ldey5lVh2vW0PNAXE/bv4gh/glQ2qAo20DTBi0A+aYn5vdVlecVWwIP+Tvz/w7wDDPToev6nLK5iyO+5vmqK24iosuiGNG1/ui1bikJxgzaA6sjCWZg+MVs3UUIwblE2EHEI4lZGF8obLm0ZO4TjeHq+l0VdzPTOWbub/q1JzwPzpu5Lq953Ui2DLcE1AkBcDmRchwxbx9Tt+RWCKpacJ9h854yEix9c8Zkx3Cb/RXdREB1hfiJkrrGqmjq+GoqmsBUGq4Og1tXe22SYJI7n2GlSYJJEciGvwsFriNGJYOjBpMiGBYtG0H00Dpr+58m3PVMxOTNflfl2wzeNwG1P7B7rftHMgzz11R+yczjzculDmZ9vUIkDP9CDP6ZGMOZMcEM+RFIhxo62D5nydLuPr3Tyw8jVRH5iKI+N0d6Seqpu7+64mEm+oMkGPMzmoqakmCSiCrXTs73rhlWqUKdBcZuOjAsMsDCTosCDP5GD1EDOZS60r8v+i6WOj6XU0S6Hx6rXs/fmbnVQVuMIrc7YhKwlprKqRqzSKkS89hEQKem8//5Q/5/bTf/ZV+vD9tV+SSDT4iln9jMKeB77O7G83q3d4qn5gujtWfgy1K3Z0K0Oi0zqw7XtOBzQP/sDXIHE2t2kve7JJjkYQlvtVMchf7YM5A3idAxxoUKX7olAAANg0lEQVQDg6B0MrgFTJ+oBM/6gPfBvh9oLHV8NRVBMJkPFM4kDNNOcNQ1PB9DttLkqvhUAf0qlg4A1rVsVA8e98jClX3rbtqFmHIEZejLSt2LJ/aV4XM5OxDFu5yIvrbXNcTcbXmrK74monDP0fIOxsQkJ6OKJJhkoNhHBtfWWoCXDRJ4+WVg3ciRetWCBSHx/wcSoGrDOb8bZ9E6v2U2ZbHapRXjz456z41mhrkp04GJ4EoUZPClpW7P7X3lil1c8+pSb6xj4aZ2vi+xamxfD+VmV+WTevRdkLBqdsTC0uuq/AeBZ4cZe/uP8hXJzJIYcB1JMAOGMH0CjJg0ir4UbDYLAa8PQt1jpHvRGjNa/lzt3MtGEDFvYjtfRiAurqqy+UuDywHsEKtPBjc78gLjqM+dkxEaI6B+FenFzWg3Zu/hsYJA+VyVVQA/1vdOhwFfqdsT9gI4ls7y9/gQkAQTH16DWru5uvwsHcpcM5eohqKbAiyZVZpdU0a0wPJfHbx7rDYMuq3U3XBRvx0MoPiqna8Q4ZBYMojIX9Jk2YrC2KP4XBVrANoyvAzy28fsOSI2wfx2PHPn60TYoqccYlpnr28YFUs/+fvAEZAEM3AM0yZBeHND12ea7NBnDzi2o/nze13CxmrrdVU+TuCoT8BdMmiRw90wLZw8b7VTpMadFWtx6aAfS8fsuW04ovDVlNdBV1zhwyiYIxihm7+m8jVmPrinnuGso2PhIn9PDIFYayAxqbJV0hEw7jZ+dCwyG5yKGHfb6z2z4lWk2VX5Nx18Sax2RPS6va4h7C7FSLFL2pMxd1oRnA5F377pJx4Ji+VZcP/Mlwz4HW5PWaw7GCGn2VVxnw6q6UUwOh4ones5I9YY5e8DR0ASzMAxTIsErqoqbh4efJx1E9HvGGx3eyxE8Wc82HDOSQepodDrMQfFvNRR3xjWG9wgB9Uinogj27MY79T0J0ddw82R+vK7KjdwOI9xhs9Rb+4OpaWm/GyNlTk9+tAYdFGpu+HOmGOUFQaMgCSYAUOYHgFxEQzxT466xtGJaGY4Y0KJ+NF3y4wWCNsgGMXyfLQdDBF3lIz2l1Lty+JJOmzxu5yfM2BkAuhZiPGdvd6zrZnxeWsqpxLzwh51faoWPLTbgtiMDFkncQQkwSSOXVpbxkUwujLHMTexyHt+l1P4S/Uyfgs7UF3/u2Pu4ovD/dYyo+JcTaG7owHEzC+V1jf+OlodX43zP2Ac068O0beOugZT4RZEat5ASH+yO2UsEX1qr2sYcoG60rpYe3QmCWawkI+z35cmT87fZ4KJOxgGqwrvNqyu8dM4uzCq+6qdz4Lwm+htKaizdn5Z/eL7wtXzupzzCDgrogzmDg3WI4fXP/FGtH68Lud8gmG42HsHo9BS+30NpoJ1NdVUTFFY8XRHqWPGXaX1nvMTwUa2iR8BSTDxYzYoLRhQmmucDzDj1GgKiJCSdrfHloiS3ulTt4Gqv0hAVCtZJrR3gCeNDkNiQk+fy/kuAXtH1IGowVH3SwCtSPUiGcoRcLvd7QlnQNdPlCAYFbSIGRaRQjYY1CePuF/G0E1kfSTSRhJMIqgNUpsN1eVnWUiZGz3kA3/lcDfGNHILNwRhyGcl/TkGHFGHSPytoy58RDix09p7R4eIW1wQTobwi7Io2M/MDqvFVXm+xnxHn6fqgAJylbgbHjAzDcYORqcGEeCLQZ84vJaJMhOAGeSSU0cSTHJwTIsUw4EvFHwp6uXpALIQrp8xpUJVFI/w7o66SyLcYa/zhHVIFIHRm1uD68ORoJCqEE0bVtewyAxgG2umnRJi7V+9ov0Tey2KZXLxnIUiM2PM0nVEInHJa2Vgdjj3hphCZIWEEZAEkzB06W+4zjV1tAX6DxGjtRF0Vafrh9U3XJ2Idr6ZFX+GRn+N3pY7Nbb+OtL9yaYn6hfC717wpcNn3dXsDqLNVVnVyfxv6sF4IvmZ3e0xHa6iaweDx0Gk2wsKtqc7Hl2bCDayTWIISIJJDLdBa+WrdoYixfMVYRTaiPcJdzdiRmFfdeUiEEfNua0wPVhS39Dv4rVbfkt15TUa8V/C9MehIB8Yz/2H3zX19zpr/6LuJyBjK6NcY3cvihnYu7t/r6v8CAWKB4zX7PWemGEkzOAk65hHQBKMeawyoqa32tlKhMJwyhi+PXUNpixcw7X3VlcsJ6JdIg1UXCAHoGwTyXlSWBv71zgWg3F0TxnGBoRwn72uwaybg9F8o8t5YYhxW/eJjcCdihaaFI8Ny+ozpuxUYFWXBDo7pm3x4LOmjlUZMdE5ooQkmCybSH+1862u5GD9C4O9pe7GhHIltc48YWJIsz7DwMjIkND9DndDxOdnkUyuubX5HQZ6Gfkx82rH2L23ieWc2Ldff03lHGY+u/u/M/MLpfWNvcgr1vSxy1Xow7rrwzlmxmorfx84ApJgBo5hWiX4qitvYeKLw02cyLtsr/MkZETWXFMxRWcSoQ3C7o4AxEz1sSn+sAh52VM91oPaH8ruD58FIBp4gmDAXNN9YdwGbeQY9xIR0S+u0nzetJ1K7l4YNs1JXIJk5bgRkAQTN2SD28BwJFS1xnBOgARebnc37paIhk2uihsVUL8sBkKWET9X4TN6pmsN10dTzZRTFFYf6fUb4UVHneeoRHTyuSoXAmwknCOmpfZ6c8Z1ifQl26QGAUkwqcE1pVJ9LqeI3bt1304GYgbf5Kp4VAH9LpziDFpc6m6oiDUo7wznhaT8knGSmAKKxXLMsDkLTIXQ7CtfGOyBMREKQvZOx8h4Q0/E0lf+nnoEJMGkHuOk9+CtrniAiE5PJsF4Z1S8Qgod1lemuD8prW8ca2YQfpfzKgau7a7LjFdL6z39ZJqRJep4q53fEmFrnaiuLM4LYrN9yHqpRUASTGrxTYl0cRRRoT4ozN97djCQHYzX5VxJfcJcEiEETa2wz134tJmB+F3ltQylywZH+AwoXF5S17jETNu+dWprYblwdcUKHQjdOaZxt9paGDGNZckuBCTBZNd8dX27IjZMWeiDvnmMkk4wwLslbs/+ZgI7Cb16Eox40g5a+dAR9yTm9+OdXr43qzS9I6DfHSkPdRZO3ZBTWRJMlk553/sOMYyBEIyvpmINuHcMXJ2030fKAR0ONq/LeSFh8x1MW1ANHjZyzlPvZSnEUu0kICAJJgkgDoYI4TZghbYCoJLu/gdEMNVOL+gXJ0ci+qmk0LIr3bZAOC6aKsKXyUKqx3ikJvaGLDgu0R2MqQ5lpYxHQBJMxk9RZAU3JXqbPlCC4VpY/KsrNvQkKx1cV+Zu3GzkZgYmkS6XueNDIipixlodlqmxYr6YkSvrZC8CkmCyd+7QMv2E3TTV+mF37FtifGav90Q09Y80VEEwzaud63qGadBBh5a5G16LFx5fjfMlMCYD/JPG1mmSYOJFMLfqS4LJ8vn0VVfcBKLLxDCY6OtSEylV+w65L8GI16MSHmWPlss6Emwbzq6sVnV2E7A2xHIHk+XLa8DqS4IZMISDL8BXU9EEplKR1L3U3Vgcr0aCYHyrnU0EDNvU9gOH2xM5Il2UDozMjo7QRoa+0maxnV40Z4G85I13QnKoviSYHJjM9TXlV1qgXENMbSXuBrvZZ+WeQ/e7nKs3OynGkc86HHyGIaBCEwqVvItsc/69NAcglkNIEAFJMAkCl2nN/NWVb4L0kSVFtv3iefnpHofP5VyGTXF0lYC6c8n8xJ0DRdgG32rHPQVMN+fXN3yRaVhJfdKHgCSY9GGd0p42nPO7cdA6XMFQ8N9bznvqk3g787nKF4KVqUSkl9Q1WBNJ2tazTxEmIZE7nHj1lvUzGwFJMJk9P3FrJyz0EzsilV/NUC8GeL3D7TGVcyhu5WSDIYeAJJghN+XhB7z+3Ir9rUHlLjA0GRZBLopkISAJJllI5oCc5urys3SoOzvqGy7JgeHIIWQAApJgMmASpAoSgVxFQBJMrs6sHJdEIAMQkASTAZMgVZAI5CoCkmBydWbluCQCGYCAJJgMmASpgkQgVxGQBJOrMyvHJRHIAAQkwWTAJEgVJAK5ioAkmFydWTkuiUAGICAJJgMmQaogEchVBCTB5OrMynFJBDIAAUkwGTAJUgWJQK4iIAkmV2dWjksikAEISILJgEmQKkgEchUBSTC5OrNyXBKBDEBAEkwGTIJUQSKQqwhIgsnVmZXjkghkAAKSYDJgEqQKEoFcRUASTK7OrByXRCADEJAEkwGTIFWQCOQqApJgcnVm5bgkAhmAgCSYDJgEqYJEIFcRkASTqzMrxyURyAAEJMFkwCRIFSQCuYqAJJhcnVk5LolABiAgCSYDJkGqIBHIVQQkweTqzMpxSQQyAAFJMBkwCVIFiUCuIiAJJldnVo5LIpABCEiCyYBJkCpIBHIVAUkwuTqzclwSgQxAQBJMBkyCVEEikKsISILJ1ZmV45IIZAACkmAyYBKkChKBXEVAEkyuzqwcl0QgAxCQBJMBkyBVkAjkKgKSYHJ1ZuW4JAIZgIAkmAyYBKmCRCBXEZAEk6szK8clEcgABCTBZMAkSBUkArmKgCSYXJ1ZOS6JQAYgIAkmAyZBqiARyFUEJMHk6szKcUkEMgABSTAZMAlSBYlAriLw/yQkS8FADfW/AAAAAElFTkSuQmCC"/>
          <p:cNvSpPr>
            <a:spLocks noChangeAspect="1" noChangeArrowheads="1"/>
          </p:cNvSpPr>
          <p:nvPr/>
        </p:nvSpPr>
        <p:spPr bwMode="auto">
          <a:xfrm>
            <a:off x="307975" y="-166688"/>
            <a:ext cx="666750" cy="676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307975" y="938786"/>
            <a:ext cx="9037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+mj-ea"/>
                <a:ea typeface="+mj-ea"/>
              </a:rPr>
              <a:t>MSA</a:t>
            </a:r>
            <a:r>
              <a:rPr lang="ko-KR" altLang="en-US" dirty="0">
                <a:latin typeface="+mj-ea"/>
                <a:ea typeface="+mj-ea"/>
              </a:rPr>
              <a:t>의 문제점들</a:t>
            </a:r>
            <a:endParaRPr lang="en-US" altLang="ko-KR" dirty="0">
              <a:latin typeface="+mj-ea"/>
              <a:ea typeface="+mj-ea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07975" y="3645024"/>
            <a:ext cx="8187278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500" dirty="0">
                <a:latin typeface="+mj-ea"/>
                <a:ea typeface="+mj-ea"/>
              </a:rPr>
              <a:t>Business logic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500" dirty="0">
              <a:latin typeface="+mj-ea"/>
              <a:ea typeface="+mj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500" dirty="0">
                <a:latin typeface="+mj-ea"/>
                <a:ea typeface="+mj-ea"/>
              </a:rPr>
              <a:t>Communication configuration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500" dirty="0">
              <a:latin typeface="+mj-ea"/>
              <a:ea typeface="+mj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500" dirty="0">
                <a:latin typeface="+mj-ea"/>
                <a:ea typeface="+mj-ea"/>
              </a:rPr>
              <a:t>Security logic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500" dirty="0">
              <a:latin typeface="+mj-ea"/>
              <a:ea typeface="+mj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500" dirty="0">
                <a:latin typeface="+mj-ea"/>
                <a:ea typeface="+mj-ea"/>
              </a:rPr>
              <a:t>Retry logic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500" dirty="0">
              <a:latin typeface="+mj-ea"/>
              <a:ea typeface="+mj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500" dirty="0">
                <a:latin typeface="+mj-ea"/>
                <a:ea typeface="+mj-ea"/>
              </a:rPr>
              <a:t>Metrics &amp; tracing logic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325" y="1700808"/>
            <a:ext cx="1716738" cy="1448498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9468" y="1700808"/>
            <a:ext cx="1716738" cy="1448498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7087" y="1704818"/>
            <a:ext cx="1716738" cy="1448498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4706" y="1700808"/>
            <a:ext cx="1716738" cy="1448498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9144" y="3513396"/>
            <a:ext cx="2178835" cy="247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8865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1BEF1B6D-EDD0-46B0-8C4B-4503BA8E5168}"/>
              </a:ext>
            </a:extLst>
          </p:cNvPr>
          <p:cNvSpPr txBox="1">
            <a:spLocks/>
          </p:cNvSpPr>
          <p:nvPr/>
        </p:nvSpPr>
        <p:spPr>
          <a:xfrm>
            <a:off x="294114" y="264068"/>
            <a:ext cx="7444968" cy="42862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400" b="1" kern="1200" baseline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</a:lstStyle>
          <a:p>
            <a:r>
              <a:rPr lang="en-US" altLang="ko-KR" sz="2000" dirty="0">
                <a:solidFill>
                  <a:prstClr val="black"/>
                </a:solidFill>
                <a:latin typeface="+mj-lt"/>
                <a:ea typeface="+mn-ea"/>
                <a:cs typeface="Arial" charset="0"/>
              </a:rPr>
              <a:t>7. </a:t>
            </a:r>
            <a:r>
              <a:rPr lang="en-US" altLang="ko-KR" sz="2000" dirty="0">
                <a:solidFill>
                  <a:prstClr val="black"/>
                </a:solidFill>
                <a:cs typeface="Arial" charset="0"/>
              </a:rPr>
              <a:t>Service Mesh</a:t>
            </a:r>
            <a:endParaRPr lang="ko-KR" altLang="en-US" sz="2200" dirty="0"/>
          </a:p>
        </p:txBody>
      </p:sp>
      <p:sp>
        <p:nvSpPr>
          <p:cNvPr id="9" name="AutoShape 2" descr="data:image/png;base64,iVBORw0KGgoAAAANSUhEUgAAARgAAAEcCAYAAAAcH6uaAAAAAXNSR0IArs4c6QAAAp50RVh0bXhmaWxlACUzQ214R3JhcGhNb2RlbCUzRSUzQ3Jvb3QlM0UlM0NteENlbGwlMjBpZCUzRCUyMjAlMjIlMkYlM0UlM0NteENlbGwlMjBpZCUzRCUyMjElMjIlMjBwYXJlbnQlM0QlMjIwJTIyJTJGJTNFJTNDbXhDZWxsJTIwaWQlM0QlMjIyJTIyJTIwdmFsdWUlM0QlMjIlMjIlMjBzdHlsZSUzRCUyMnZlcnRpY2FsTGFiZWxQb3NpdGlvbiUzRGJvdHRvbSUzQnNrZXRjaCUzRDAlM0JodG1sJTNEMSUzQmZpbGxDb2xvciUzRCUyM0YwNjY1MCUzQnN0cm9rZUNvbG9yJTNEJTIzZmZmZmZmJTNCdmVydGljYWxBbGlnbiUzRHRvcCUzQmFsaWduJTNEY2VudGVyJTNCcG9pbnRzJTNEJTVCJTVEJTNCcG9pbnRlckV2ZW50cyUzRDElM0JzaGFwZSUzRG14Z3JhcGguY2lzY29fc2FmZS5jb21wb3NpdGVJY29uJTNCYmdJY29uJTNEdGhyZWF0MSUzQnJlc0ljb24lM0RteGdyYXBoLmNpc2NvX3NhZmUudGhyZWF0LnRocmVhdF9hNiUzQiUyMiUyMHZlcnRleCUzRCUyMjElMjIlMjBwYXJlbnQlM0QlMjIxJTIyJTNFJTNDbXhHZW9tZXRyeSUyMHglM0QlMjItMjAwMCUyMiUyMHklM0QlMjI5NjAlMjIlMjB3aWR0aCUzRCUyMjQ5JTIyJTIwaGVpZ2h0JTNEJTIyNTAlMjIlMjBhcyUzRCUyMmdlb21ldHJ5JTIyJTJGJTNFJTNDJTJGbXhDZWxsJTNFJTNDJTJGcm9vdCUzRSUzQyUyRm14R3JhcGhNb2RlbCUzRV5Rg9QAACAASURBVHhe7V0HeFvV2X6/eyV5xpKdAUkIK4SyV8JeoYyyYssJpqUFCiSWCRAg/IxSoJhRRqFlEywnJYwCJSSWE1YZBcoKK8xAIOxAQkhiSXa8JN37/c+5joOHxpUsyZJ8zvPw0KJzvvOd95z7+oxvEGSRCEgEJAIpQoBSJFeKlQhIBCQCkAQjF4F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0BWI+CvmTbBXrdwZVYPIoeVlwSTw5M7FIbmrXYucRQWzKA7Hl07FMabbWOUBJNtMyb17YWA1+X8UgW/MMzdeA4BuoQnsxCQBJNZ8yG1iQMBBhS/q/J7AHbW9fNL5zbeH0dzWTUNCEiCSQPIsovUIMC1tRbv6g++V4DRAFY53J6tU9OTlJooApJgEkVOtht0BPoQDBNwtd3tuW7QFZMKbEZAEkwGLwaeXVW2trltTLFitbAeDMFi0UPFamsglNfR5l/TuW3ryDZasCCQwUNIqWp9CAYErLa7PWNT2qkUHhcCkmDigis9ldk1ZYSflcdBdETYHhkaEdoAtDDjEyLlgRL3oscy+ZKzqaZiSlld45JkIhiGYKCDLih1N9yZzH6krMQRkASTOHYpb+mrdl7OoNkgHhltohgQf70Z4BaF8Jwe0u5zzHvyxZQrGKMDrqoqbi4NPaYz78bES8vcjb9Lpk59CaZLNv3ocDdslcx+pKzEEZAEkzh2aWkpjkn+1sBFAF0KwGqmUyKEWMeHrGgPlNYtuctMm2TW4dqq4ubV2sU69IsIGEZApwqUF7s9zyW1H0DxVVesIqIxm+Uy0BbUdh4zf8mKZPYlZSWGgCSYxHBLe6ufZ5x4vFWx1BEQz19ncfG50gblmgL3okfSobR3evneiqo8qQNjeiyu7x1uzzap6N/nqvQBbO8pm5kfLK1v/GMq+pMy40NAEkx8eA1qba6dnO9f43gSjCPjUUTsaHQdzzrcngqi1Bmjbag+6SALaS8yOL+Hfkyk/MVet+j6eHQ2W9frcoYIUHsRDNDiCDi2pvnzfWblyHqpQUASTGpwTalU34zyW6GQODbFNX/ilaXE7RmXistg/4xpx7OiLwFY6Tl4AnW0IjRujHvJ+mSDIi7Dfayu64cCA2TRDrTPWbI02X1KefEhENcCjU+0rJ1KBHznnngkBy3PEdDrg47VJzO3QlFOL61rWBSrrtnffTWVR4PxFMD974gIbzrqPAeZlRVPveYZJ1WwGvKwuOXuW5huddQ3XBKPPFk3+QhIgkk+pmmT6KuuuAlElyXQYTtZ9Kn2exc/m0DbXk2WV1UVj3EE1xKhMKws4kscdY23DrSfcO391c6nmHB8WNnMSx31jQemol8p0zwCkmDMY5VxNZmhNJ9d/ijrysninTqeQqCm5iLLhHG3LWiKp13fur5q5/MgHBVOBgP+IGPyqHrPBwPpI6xsl6vQj59/AjAsPLHRD/k6jsyvb/gi2X1LeeYRiHNZmhcsa6YPAb+rci2DR8Xbo868uqy+MWHLV5+rsopZ/zdR+LsgJvqktK5h93j1MlO/ZfoJu2mq9eModYMBTS8fNW/guzQz+sg64RGQBJMDK8M/c8oBrFle73vBamZoBHrK7m440UzdnnW4qsrmLw2KQE8RHQwZ8JS6PZXxyjZT31ddeQuIL45al/FnR73nRjPyZJ3UICAJJjW4pl2qv6ZyDjOfnUDHDGvoaMc98Vn++qZPnQFVrx+MD3yda+poK+kfgTEiWv8EvdbuXnxNApjIJklCQBJMkoAcbDHrZ5841tpq+ZiB0nh10RmflY717UO1L3eYbet3OZcysH+0+opCrpL7GqKTkNkOe9Tzzaj4MxT6a6ymBNxtd3tmxaonf08dApJgUodtTMnGC0yJNrx03qLvYlY2UcHvct7GwIUmqvarwrpycencRX8307bJVXmISvrzzNTToK5XU7GwdOKzSuuSGwRqVVVVWbEjuIwIMS2DFeInSuoaq8yMSdZJDQKSYFKDa0yprTOrJgb14F0WRm2yfHS806duQ4r+AQiOmAr0qUDM35T4bDuZCf9g5v5D2KZYFJo2LIn2NkJls7sXY3iMFxz1nqPjxSKe+sLYj1JgRBiPDplcVxLMIM2O/2zn06zjaCsrBxXVL3onWWp4q8s9REpFAvJ0C6mnFtctfDRWW2+181UiHBKjXiAU5MNG3N/4Vix5Zn8XrhLe1Y6vN0Wwi92M8Zyj3vOb2BUTr7HR5bywCMq/yb1oTeJScrelJJhBmNuWmVWHa6Gg8Cy2tfisw8ctGJgtSs8h+Fy/HQ90fpnIsBhYUur2lMdq66upWAOmLaPVI6A1xJZjhtc/8UYseWZ/97oq/wHos8mk0Q+DFpS6G042Kz+Rel6Xcz4zWsrq5V1POPwkwSSyqgbYxldT+QqYDwOYHe7GuEz9Y3Vt3FGUBlcRIljWRhVATXZ3g4g9EzE6f+v08r2DqvIqgKKoohiBkI0PG3FPcnYwIv8RWF/BfXydoumggG4pcTeIMBcpKz5XxRqAfmrxWo9M5h+KlCmcZsGSYNIM+PrTTxxrybd8BSBPEIw34C/bbv7LSfP6FUGY/D++/yqIDoh3aATSFMLJ0e5NmlwVNRbQnTpgi7GDYY24IhlR7N51TSwcz1t/S8Qj4xlTiPSrRtQtTokXt9CDzzjD4bf5NwD6RpBykqOu4fl49BsKdSXBpHmW/dUVDzPRH7q6ZdahHFbmbngtmWr4XeVXM5TaRGQy8xOl9ZFfXsy+VCXzFak3ZuZGxWAEdZw1KoWpTLwznPNJwR9BCCGkzHTMWzTXnHZDp5YkmDTPta+moglMhq0KgXRd044onbf4f8lUY/25FftbgpRYqAKmHxz1DeMi6eOd4XyBFHPxaJJhByPcEQB+PG58GOutun5M0bzF78fd1kSD2lpYLlzt9AMoZEBnnc8vm9t4j4mmQ6qKJJg0TjdfcMoWvvb2n34BnZksfHwyvJr7DEPxVTs1k3ehfZqS7nA39Arg1LNCVA/mvpJIuWoggaa6wkDwM+gTUMrMlDHwhQPK5FS97mw4u7Ja1dndrYuu83mSYPrPjCQYM6s1SXXChVdIRXhHkfGw2eXsYJMxfHsNj4GOjrYttnzouZ97/nfxRLzuR8dONsITAMabgYRBi0vdDYk8maPlnKknaSFdPJlbzPTVt44CWlCSohcknjw53z+hdCWIN4cvlQQTfpYkwSSyehNoIy5ffas/+JSACb0+XOAHEa82mVHmNhHMBkb8BneGbsQrSEeeTlDBSgGI88mInsd5RLCGDfAUBhMCAgT6l0b6q2D+ttS9+CUz0HlrKs5UQG7mxMjFGIKC0+33eR4y01+8dXyuiusBuqJnO0kwkmDiXUdJrc+zjivxBfJ+JEZxL8HEIXuTrciMBa1ZhbgWFv+Pzh9A2MJsmxTXCzK4XcSgYcZqRcE7pFleYpU//U+T8t3Jm5LHCYz8nfl/J/B0EfUyUZ3E3RbDtqPD/W/xWpfU0mVn1LEMoBJJMLGhTXgSY4uWNXoi8NNpx4zKLyhcHe4+IZ/pV8kMjGTsYKqdqzlzCCbsYhCEozN/quuhB1TYQKpew8Ckga4cBi//4Av/pCNeNu+8abbPZlfl4zq4n3+T3MHIHYzZNZSSelEDJDFesdd7fp3MY1KTq2KNgujWtikZaEYI1S9zuBf/Ldmq+F2V1+vQr+hrSSxCArO85I3wRyTZsyDlhUVA5AsiVVkW7kdiCpQUB7en2578caDwrZt5wkQbW6/TdT62695kaBVxPPqP11LQfexK1uibayqm6EyNXUk0+5WAxvrM4fWL/5ms/nJFzpBbgIM1ca2zyvcOdoYnGKETMf/LXt94aiL6iSPRxpppLo21Cwk0IR5z+kT6y+Q2RPjUXufZNZk6Gl7qqi7Cc4aN/0vAWgqok0vmL5TZJPsALwkmmSsxiqyWmopddKbl4TJsiGY6c0eezgfFYxgmUrS2rdWPCmnabQzaOpGQmWkafnq6YbDGoZOHz31SPKUnpQgfKIb2IhgRjQ/FnU+pu3G3pHSYY0IkwaRpQjec87txaqhDBJaKjDnjP456z7GxVBJWpBesmnYiVO1vxNhBmATHajM0fuevHO7GHZI11o0zp+0RDIU8RLRdVJkm5y1ZemWTHLkw0zRbXU+weSJmSPj8QZv0iBXmsXX61BMCin47EZL2IaUJgtR2Q9AVXa8uSdI9SJehnzYfoOhe48ZfDOUau3tRQr5fqQVl8KVLgknTHBhezqs/+ATAr6J1KY5QShgjMRE5zc/qo6TgKLOGbmkaWkZ0I+5eVvKqfSe532sbqEIi7gyBZ5uRI17+dFWdVjpnocdM/aFWRxJMGmfcW+18UCGcFukeplsVQSC6Sq7hmwJmN9c4b9AYFyQW4yWNAxzUrigILXiOY96TCXs0r6+euq8K/XYCDjJ76BS5pUpJnZQqn6dBhTQJnUuCSQKIZkV4p5cfpqjKK7EIpkse6QR+h4HRBIwbiGWrWf1yoF6AGC+ErPlnD7/3sVVmx7MpSNctBDotbH7tKIIG8vpnVr9sricJJs2z53M5A0jECTHNemZ1d4T1FsYfYgVT59lVZd7WQJVCyp/AvG1CY9ZCRznmxZdTKqF+srSRJJg0T1yziOEK+qMIiCRLChEQABPPdLgb6/r2sto1ZUQ+lP9TgHP6+hTFo5GRiaG+cYdkWmDH03821JUEk+ZZWnvBKVvktbeL7bs1zV0Pze4Y79lJmQL3orXtrsppnaRfoLByAIMjxrwxC5QCOqPE3fCA2fpDsZ4kmEGYdW91xQNEdPogdD1Uu+w04sowVLOXt7GAEo6adnfD8Fj1hvrvkmAGYQWIXYytrW0ZEY0ZhO5llwNFgKCrujJrWP2iewcqKtfbS4IZpBn2VTsvB9H1Q968f5DwT7Rbw2iasdRe33BgojKGUjtJMIM02yK/M7H+YEwz9EHST3YbHgECvCXQdpTpYs2tEEkwMXASnsq+6VPH2YDdWNWDsZ4+zcAuZPpdlXMB/QwMwZAKZjDKzDoUtKjKpOI5Cz/KTP0yTytJMH3mZNXsqrKi1sAlKmgqE7YnQGFmAndBJf6XSMWoAx0K4xMQnizxWm82G/KyKzbvsncJyp6ZtxykRtEQsFksBxfem7xUuEMBbUkwm2bZP2Pa8aSEbtSJdjFeG8zEhBWmLCQM+ykA0Aqm0LzSuiV3RVs4flfl2wzedygsrlwZo7h10UG3l7obLsqVMaVrHEOeYDaFUbgTjONB0dOhxpwUNvY5K8DqxSXK8JfJ7e7leOevmXolWL9OmtjFRDJjKhBEgkhcWur23J4xSmWRIkOaYIRzm0XRnwZjRFLnTBAN0ZetgVD56PlLvvhy1nHFozvzzgox/pH62C0EKijoOs51dghf36QOLR3CyGIB8gqAYAAcECYsg1MY3GoFTU3GvdvgjGDwex2yBCN2E8z61Ykm9jI1dQxxe3M/KbqXdHV2qkNZqqPHwXrIUbDuPtFQT/vuKwSXvYngJ8uMjzXjCxFsh/0Glp33hLrlWOjNPoRWfIzQsjeg/TTgcMWmh298FAotLdFHHtl3F2paiKxoIDAkCcbrci5WgBM3eyizcXmbGjCMe5rUrjbxFz//5OmwHXQkYO3vgaD7vWi94xroP4qAeplZ1O13RMHva6CO276fghwKob3uZgQ/ejflyuvAGmhKddm8RU+lvLMh0EGKl37mIeitrryGwCdsCuD8jaaHniCydOSx4hU3MAHQ5i9UoWCHppGVmMaD9clEJIyrRmba07LtiBOQf9IfQZbI7k3aF8vReue14AzcydCIUSia8X9Qt9sx8oIJBbHxhkugpZgkdfDnpWP23o1qa0OZt3qzT6MhRzAtM6sOJy2Y12nJ/yyemCFiate5po7Op1CFzspVAMZkymVt8VW3Qd0qRrSBUBCtt9citPLTjFuleUeVI7/qzJh6dT69AB2Nj8SsN7AKzLqmTpE7mIGh2N16yBFMcmAD/DXOh3TGKQTjSXvQChUUYtiN9RD/jlqY0fH4P9H53ycHTddIHRe6LoF14kEx9Qq++zra6m+NWW/AFRjrNWv+PvH+ARpwvzkoQBLMACbVP3PKAawpLwOUNwAxA2pKefko/ut9UIbZY8rpeGI+Op8XucMyqxRddB0sv4qd9SOw9GW0339HWpQnoteDhcHfjuhKhqewy5WPOneHuE+T8V/MT4EkGPNYha25sdq5V5Dw/mACWTT7Wlh22j3mDmZj7fnQfvphgCNOfvO831Qif2rs6BXt/7oPgf/9J/kKhJEojOsY+JpZ/4QUZRR0TADBz4wfFPAPUJQW0SykBV9UlaL3He5/f5UWxbKsk8H8LrIMqsjqeqsrFxFx5WANSFyOFlZfDGX4yKgqhD56B20P3A3e2DxYqvbrV3GUoeiym6GURTdF0r77Eq23XJEhl9TcZVIpCrFIWyLeITUGtxPTh4qiLCiuW3SP3Omk/AE1Y9ZxShURzovNLqeXgZKUdhRFuGWHnWH7zVRYd90bUCNfCwXf+C/an5gPbjX+AA9qEce6oouuhTJm64h6iCd2beWnaH+sHtziH1R9zXQuwjmIpBAAt4LwtqpYrxs2Z8ErZtrmYh25g0nSrHpdlfUEnp56q5fIClN+IdRf7QZ17NbgQAB5hx8LZdTofg0Cr72AjoUPgNs2Jmn08YuhEgeKzr0C6rb988cF3n0dvPZH8MYWaD98i9DK5V0HluwsRqaDYGfINeJB4z5nSBVJMEma7g1nV1arzHeA0WWnnwFFvCwVzboK6vid+pPMW6+g46F7B+XIoZQ4UDjzT1C375+DLiguch+6B8K4LpcKgToooOxdMn/hilwaV6yxSIKJhZDJ3/2uyie5y4AvowrlF6Dw7MsM8/u+JfTh22i97+a0+ispxSUonH1NWLudwGvPo/3hOdm8W4kx96QT8Q32Oo+woxoSJasJRsRu2aq1tGOw/UXWn37iWGuB5VtmWDJx1YijU6HrYljE/UyfEvrsQ+N+Q4/L16fvsjF3fKGiYSi+5K9QRo/rp0fni0vQ2fDwoOyo0jlnRAhpuj6rrH7xfensd7D6ymqC8bkqrmfGuNL6xj8OFoCiX5/L2QCGM9U+RwMaY34Bis67EpYJu/QTI+45xM5B++aL3r+pKtRtJ8Aybjso2+wAKiruMugj6gqD012YobduhP7zGmjffwV93U/QVq8CQsHNVcSFbuHsa437ob4l8MISdCx5FNzRPqAhDn5j6gA4SMAGJu7QdTJAElfuTGwjUop01tZayDJvWN2iqHGDBn8sydEg2wnmUQIdWeL2bDlYT4LfnDHZUWpzrEupV3Zy5hrCKK/wgqthCXMnI0im86nHoX37JWiYHdbd9oa6wy7GC494So6n6OvXIvTlZwh9/B70H78FCopQ8HtXWEfGwMvPoGPRg12hJbKsiNciBfCzjhW6Qq9B549Um77efu/iZ7NsKClTN6sJxu9yLmXG/jrjtLK5nodThlIUwSKhPRFOG4y+E+nTIJnz/wLxrN2viJ2I3xs3oUTVQ+x0dA1Q+58ejSfzh+eAtey60CWQrrP+MCnKw466hucTmYeh0iarCcZX7fwchB0HKwnWylnHlYzozPuJkDkvR6YWbl6+8URsxjzflLwEKgVef9F4Lcq252cGfCEou4x0L1qTwLCHXJOsJhi/y/kOA5PErGmEO4bXeS5M5ww21ThvUBiXp7PPZPVFZSNQePp5YV+XktVHJDniGNZ2383QvetT3VXy5YtLWi10yvC5Tz6RfOG5JzG7Caba+RQTjhfTQoAW0kO/S9fEs2vKCD/U9wBENkPN4PVi2f5XyD/FBXXr/gGeUq62phk+RR1P/juj3BZMj5voUUddw+9N1x/CFbObYFwVdzPo3O75I9DP7VrgyC3nPfVJqufUf075sRxSnkl1P6mQr249HgUnnwU1zItSKvoLK5MZoa9WoH3eP6A3Zd1OZoPD7UluHOe0AZ/ejrKaYDZMP3GGqlrqe0FGWMUh5dDSeYtSGh8yWxPYi8BUBWdeEDtAVZrWob5hHTbeegW4STzEZU1hnZXzymRu6pgTltUE01FduWMHsciy1ysei9jJ/JzXMWHCXc+kxG3Yf7bzNNZx/yYTh5ggZ0oFZeSWKLrgaoh/Z1LRfU1ovfUKw34mWwoBb9ndngP66ltbC8vhL0+2TJ7cfyQLlo/UP911gX51LfTBMqtIN75ZTTAvTZ6cv8+Ojle7L3p7gicsJsG42+72zE4GqN7p5YcpVuVPuo7JJPyNsgw5stpQfNU/oGwxNhlwJF2G9tUKIzB5FtnDaKRqh+iaZT8CHwHmnUDKKDDbjfgNYYybxZIRmUEhwjoQNWma/prFynfa5yxZmnRAM0Rgln0m/VFrqik/W2FlTkQ8GesJeKykuOQmuu1B096s66ord7SSfgQznagQDmSGsDYT3vhZWay7TUThrCszV/f2VrTe9zeEVmRP2mci6MwiIgwL2+b4sTUyTpAu8i8R83KLqj5RVKDeT7ctaIpfWGa2SACVzBoIV1UV+0uDqzdlCQivnJhIBe3EWMXE70PHtyqUzqDCm8PwM+sBYioj0HYKMJ6JxgBcnG3HoEizQ8LJ8PTzQKPHQi0dGTa9yWDMrIjxIi55A2+9gsCrzwGDmGhtMMbfs08RxgqAn4jvCUK9JxdsbbKeYMQEbahxXmdhXGnO5W6wl9Hg9U+KApSNgHXH3WHZY5IRLkH4Fonjk/AvSksRZ4fODmi+DdBWfIzgO68abgWy9EBAHKJA68B8Q+nc7E5Zm6ZVldrlIy7WLljt/IaArVLbU3ZJF97TyvBRCH74DtgfZtetWiDsYSx77QfLr3Y3Ln+FK4FRkkU43ZcR4ln6848R/Pg9hD79ALqIDRwhiFS+81TDCC/4+ovgHg6T2YV+crQlpqUlHcUV9NBDPydHYnql5ATBCMjWnn7sHnn5+cty5Ugz0GUgIsYV/+X2rmwDoSBEOITAGy91fdiRii0PqnBuLBsBdZsdjEBVIs6vIUPsckwUcUkr8klrn39sRKPj9T8j9ON30Nesiu4WoFqQd+gxsB56NNSx24DbWtF629XQVn1totdcr0IbdZ1nDpa/3UDQzRmCESD4XOWXgpWbsvcq9pepJHtpV57m8TuBVAtCq79DcOkr/UMqRJj9glNnwnboMb1+FR+/9uVnCLzzGkQA8IhxeUVMX3FtKTJFWqwgq9XwsI4awpl1cDDY9Qokdh0d7WBN63J0jFDEbkkc06x77w/LbhOhlPVOminuZdr/eXv09U1kZIS07rW/8W+y2RD471PGnU4uFQJpOvMjpfWe2OkXMmjgOUUwm0kGyl+zIXxC5HVARoAo694HAOLeZFMRyeD1dWsQ+uhd46ihr/4+7K5AxG0pubEe6D7u9OlIpI/lpvXQ1qxCaPn70NeuNo4kvH4tWNdTtjzFXQ8NHwl1y62MWLzqDjtDHbONEWcmXNF9G9A25yYjhETfIo5zwlnTsuf+sGy/I8Ql9uaiaWi96zqIYFrZVHp+jH3vE40Tq7gEZrxur/ccmi3jyjmCEcALM36ElIcZGJ4tE9FTT3KUYdi19/xyHxJmEHrTOoRWfIzQB28h9PUKcIvIEtC1LPOOcSJ/WhwxuAKdCH3/NfSfV3cFi/r6c6CzE3qnkWesi3Q628Ht7eCOtsg7ksIikC0fIkyn+BLEDkjsUsRxTexUlNLhRjS7mGlue/TQMxeSseMZvxOse+4Hy467QRnTPzJed9PgsjfRVve3zJl+AYgCDYxOYmwk4rU6k7hX0Znoe2L+2kJoDxFbmKEpRGWk09Y62LCKJMK2DIxl4Kd2aAeMcS/JCv+KnCQYMSFcW2vxrf5gLoDTSDxSZ1FRRm6B4tq7oiaz7zkcQQrBt//XdSwIBVF04TVhswnEDYGuGcG3SQsZT8naTz8aux5xBOl1vFJViPzS4uNXy0aCRCYDccSyWgEaGPTB95eifd5tsB4w2fgnbBybMAMz4g3fe2PcQ052A4K4P9GXWVUs6WjXHh1qmQVylmC6F8ryqqri0fbOv5FCZxBT1ljgFp77Z1j32De+9R4luFN8giLX5vY2tNffiuDy9zdXEqlRiv98a+z82MlSwoSczqefQEfjv0zUTH4VkUGACc/k6/hTfn1Dnzikye8vkyXmPMF0g89VVTZ/qTJOQeBGjTCRmLfJ9BcncdTJO74qoz5cgac4eogjSHcR7geGj1OMzJLp+BD0Fj9Cb76EdhHgUFwyp7EQ4NVB8x0B+7U0f74vjV1nbFdDhmB6zgBfcMoWGwOhnTQtsJOqKmNCGsaAmXQFW6tMowj65viODEX4NH3NJDKD0lRKln2ImSVBBMUx3LjMtB58pPF8KyLzD3Zpc9+C4Htv9CIYseNStxgzaKqJJ3FxnAq+9QpETOA0R8rTSv9fwAAAIABJREFUGXjIUVBwGd3x6NpBAyEDOx6SBJPIPLDLVeindWvBhvtA2ot4aVHGbmtka1S33xGKvSxqitiUKcjctYN5/xf/PLGDKb7oWojL6XQWkZkytPLTrovuFR9DXHwPRiHgC7vb0z+L3GAok2F9SoIxOSHe/5u6DbXwSuAX/yWTTZNeTeQ5su1/GCwTD+669IySizrZnYuPuG3uPyC8nzcfkUpHdOWYDpOmNtn9C3nGMeiDtxF840WExIvX4JcvHJJgws6CJJgwsIhk9j3/s4jdIV6lmtd8sJG5d+yZwV7bZC+D7aAjkHf4caDSFL3Kd7RBW7vGsKo1jiJv/Ld3WAUi2CYdAnWn3Y28SyRekkxa/saDn0gO1/H0AoSWvZlRCdp0xmdl9Z7+CafiGVyO1h3SBLNx5rF7hLSCWcw8CWC7QjScCYWGxUKPQoYJKwm3/IxdBsLvyPCWTtIxRV+3FsFP3kXo7VcRWvW1iEnQlV4kWhJ6cT8lDAMVxXgBs+xzIGwTD06OX5OmoflyV3ifqkGeFUkwkSdgSBHM+nMr9reFqEIHTiWdRzKRVXwSHNUGfpBXr8nuhfFZwRnngwqLTLYIX01b/T2CrzyL4AdvQ2/2DihvtTC0U8Zth7yjphjGcWb9mSINoPlPM8DeDQMaXyoaS4IZ4gTTVDPlFBXqLJ2x56YcRjlHrOI5O79iAIHuO9oNQ73O5zxdrzDJLKoKy4RdDevigWQxaLv3RgQ/fDuZmiVFliSYIUowvprKo4n5Bh3YJ9useeNd+QVnXQjb/ofH28yoL+5VOp6Yn3LfHbLlIf/k6bAd/GtAERmb4yudTy9AR+Mj8TVKQ21JMEOQYHyuynowT88Fz2oz30jx5X8zEtXHW0SMljb3renLT0SE/MpTkXdMZdx3M8F3XkPb3L/HO8SU15cEM4QIRrgGjHWEPgPxkAk+RaqKoiv/YcRyiacI/6W2ebfF0yQ5dRUVecdNQ375KXHJEwTT/mgduHVjXO1SXVkSzBAhmLUXnLJFXnu7OKTH96WlegWmWL5h6PZ/10HEkDFbQl98gnb3rYZNyaAU1YKCqjNgO+IE092HvliO9vl3QORSyqjC+MJRLw3tws1Jzlx28uyqsubW4DIGhI/RkCrW3fZBYfXFQH6BqXELj+j2+++E9l3/OCsRBQi3hS3GGrFbehrZifoiPIOIgCdenYStilkzfRF+oUgc7UZHDrvQUx8jf9LNl2VcJkgCrSupa9hSZBkwNQEmKjFDaa6edqzOvDzVSQRNqJNwlZwhGJ/L+Q2AbRNGIkMaiiDcIm4KCooQy+9JhFIQYRPyK0+DdeJBpkYggk21P3Sv4bNjulhtRvArpXSEYWwnYur2LgTrfodCHTOuK0PAa8+bft4WaWyLxO7LJDl2LHwAoU+WxXyOZxGi37sBgpSiRdUzjUHUiszEeKSEtnCR2x05YI7JzkSmjKay4CKFsT3ZtKMddy8RazsrS04QjP9s59Os47jIMyCWG20kcCcDbdBpJam8Xhf5bHTkESm7ieBUBIiwaIrIcTMYRnXWPSYh76QzU+o0GPr4XbTOucm0pzEVFht3JSJQVOvd1wPBQESYlS3HIr/894ahnRHsKZpRXg8pha5LTBNkXF8Zs+H13eF5GPrPa+JqmlhlbobC9fYtm6+k2pc74pUhLMj91RU3gGgWgEKxVkvdnoEZNsWrRJLrZz3BeGsqp5LOT4R5LWoV4QVDrN07vCD0Eu56ZiNqaxWqrQ0ZrgC1wlq3FqitNdJ4drsH/HzBKSMLOjvKdY1PhsITwWT+YmMAkyPi0Radf5XxIaes6Dpa//EXhFYuN91FwannwHbA4dh402XGc3asIo474tgj7Gk6n3rcFMmI41XRuX+O6w4plh49fxfJ3EQA8TSWIDPeslmUmwrnLHomVppY33lTttMDymUK6FQAmwmFgQdK3Z4z0qh30rvKaoLh2sn5vh/tnxLRdgYywiRXIb/O+KcDI68cyHbVIJzZVY7OjaERHeBpAJ0D8NhUPXtbJx2MglNcvWPLJnm6ta8+Q+sd15pOzyqcFwvP+TOUEjuaL+oTa1pRoBQVg9vawCKwd/duRVFRfM2dhi9S6+3XRM9i0HMXM+tKiOyTqSgi4l/LlTNTITq6TLEeCUFmWsukNwGkEeNnVrgFzNsTlCKCEQpTpGzo9S0yod2qqAcUz1mYPakuw6CR1QTTfHZltaaze9MgmIgW6CG6NBWXYuurp+6rQPMoRsbH5Bd13HYoPPsyKCO2SL7wTRLbH74XgVefNy3fOukQiOwEIjdRy8VnGnFpxEuVuBsysp7m5Ru/CQM6BALQfvgG7Pei8Lwrjdg17Y/VI/C//5jqz3rI0Sg87RxTdeOtFHj5GbQ/6o632aDWJ+D2ZOVVH8yBZDXB+GY434CCAwHSWadLS+cuSqkVltflbCDAmaoJy/tNJfJOOLnrg01yYCvhqNhiOAt6Tasv4uzmVZ4GYkZL7SzjnoQ3tkAX/kAi+LdIVaKoUIpLjMDevLEZ3OwzCEb4RHV4/oXOZ54w1Z86equu3VISQz6IC22RpqXtvpvBHe2m9MiESgxe/hV+2G+S+70BXxgP9niylmDaXZWHdEAXQVeHWwj7Datr/DTVYG6sqbhYY+WWVF4Aq9uMNyLmGz47Ii9RNKIRH3ggAMvW46NG2Be4iOfjjbXng9n8S6rtwCNQIHYVqgWdSx5DxwuLjXxH0Ypl5z1RdGGtUaXt7r8i+PG7pqZFHKkKzrwg5mWv/v3XCP30Q8RwEN1ZENi3AaEvVyD44VumL7RNKZriSgR0UkDdq2T+wl8C7qS4z1SKz1qC8bkq/wnwEapqPWPYnAVxvLkmDqf/bOdprOPBxCXE2VKQS9QIEV0/Gvc3IlRDhDxIoo646Gy745q48h6JGLuF5//FyGMkdgOtt9caO4JIpecxTwQH33jtBXHZrOSf+FvkTfldRPniWb7l8mpjlxTdAT5zw2pEXQFGrhf6rcPdsCDOlZKx1bOWYNbPmFJhIctOjvqGm9OFblfg8GBnuvoz24/Y9RTNumpT9sXwrYw8Qe5bYr7qiJi/4rlc3Wo7WA6cDKVPDODAGy8i8Opz0L79arN9iQh0ZTtgsmGVq/SwJhbpX0Xys9DnnyD4/pubiCHyqMTxMJr7AHvXY+PfrzJyN+VaIUJIgTprWN3C+3JpbFlLMKtmV5XNsy9orq1FKJ0T4qt2doKMW/+MKcJWRaQNEfmUwhWRKzrw4pIuT+QotinW/Q5DQcUfuiLjRQrDqWmbM0KK4491171h3euArr7Fka5vEQZvgU5wix/tj/8TIl9RpGI7/FgU/L4m4u+GY+b9d2RkTJgBLoY2QL/G4V6cQZniBjiiTc2zlmCSM/z4pXhdFd8RKON8nYZd+Q8juFOiBGM79GjkC3IpLgG3t4IKiowdR+jblcDGlq6Ur2O2BhUPMy56RewY4SwpMjYW/K66665IZIP0rYf2/TdAYaFxlyQcMYV1r7ACFulpOx6p65VTqae+sQgmsPRltM+/M+YuLP5ZHbwWzPgOFvXC0jkLPYOnRep6lgQTJ7Zel3MxMab0tlqIU0gKqouXG+vuke1Ioh2RhBtA/u+qoRQUIrDsTXS+uAQFzj8AgU60L34U+pofDI2FEaAIaiUIo/PZhV1HHiIUX36LYb0b+O+TRs5ssVsRz+0ilQl3dhikIGxcbEeeCIRCaH98HkIfv9cPhVhHpMALi9G+4P4UoJd+keJ2TQO7O6BfmS1pYBNBSRJMnKj9PKPiTJtKc/vG7Y1TTNKrC3+kvGOnRj5eRLrkFQRx5T+MJ+eOpxYYKUDEMcp26DGw7nsoAi891StFiXhCN3Y5zV4jraxBPCO3hL7h517+R8IxUhCMJry2H55j1BPpVkRaW0FQrX+7HCLtSM8iyEtE5otU2h+8G4HXX0w6dmkVSGgnYGFHfsHFWwyBHEqSYOJcXSK7QMvqD1r1LuvLjCniklU880YqkZ6pRVaCollXIvDmS8YOpPuORjhcFs68HLpvA9rqbgFEwG/xYrXbRFj23Nd4+hUvS8JpMpwLQb7zD7Bs/6su0vr8481qiYtgy857IPi/5xD85JddjHB2LKy5FJZd9oowBEbLpdOhx2HHkwmTQ0Q6s/4Ng16zEP+tuK5xRSzXgUzQO1k6SIJJAMlM9NyORTCRDO3EUUYEf+p6GeodvsF28FGwHfRriEDgwmhOeG4L+5z8384wyEPsQFqEbU3PmDJEBkkImSK9SOfLz/byZhZP3iJLpe5vQuCFJZvRt4zfGYXn/Cmiq4TYIbVceU4aPKPNLwiRcA3g5wF1vaJy17cUAgKk6QpxE7Hlp5BV/779Z9vKcQsWNJmXnDs1JcEkMJf+syvfZJ0PSKBpUpuIC1SxAxFHGUEEwps5Wml/6B4EXnuhVxUaVoK830w1jh76mlW9m4v0I/sdZsjmZj8C7/wPpFqQV/F7wzZG7GL85528+WikDB8Fyx6TYBm/k7Gr6XzlWaC9jzGqLQ+2g4+EeMLuGTLCdnQFCk6K7Ncn7nva6m9F6OsvgFAwqTgmIkw8xmnFoa1G3Pbkj4m0HyptcppgRFwNWrAgqfEVReoTa1B5msHpzZPac0UKR8Mtxnbdk+wxEcrI0abWqwgwJexI0NkzkgAh74QqhJa9AW3TZW5fYda99oftGKcRqkFv9sO6y55dOw1m+C/4vXHfrWwzHqKeeC0Sr0vBD9+JuNsQtjbipQr6L1bFRRdcHeV41KWRcEUQl8MBkavpq8/6jMMUBEmrRIT19jrPyKQJzFFBOU0w3pqK5aQrn7NOs5PhAOk/p/xYDinCuWZQYnSIewrLr3aH7bBjYNl1n4T8lYQ1rjB+61lEiAVx1yKsbyMVslhg2esA5B05xSATsXsSpWPRgwi88V9j9ySM8oIfvRv3MUY8Zxed8ycjyJbZIgJJBd99zcgyKY5wZmPPmJUfsx7Ro466hgHkiYnZQ05UyG2CmVHxCil0qDC3Z+JPVCh/L3E3PBDvzPlcvx3P3PkgEQvHyrRjJo4jtqPLYd190oBjpoQ+ehet9/UOOCVcDISXdKygTOJupXDG/0FE3RPGc+JFyXiGfvAehN5fGtXPSRm91ebn7r74F519GSx7J37iFHqLS2qxc0p6Tqfwi0ULMCaNqvf0De0X79LK+fpp/1jSiWjzedN20gPaMgBGsNpNHiotpOMTTcWLwVDw31vOe+qTcDp5XeVHEOhIguJi8IgYzi8pGZZwHMw7usLI9wzhYZ2kIgJBdSx+tJc0yx77QvgeCWdCcX8iiKO7KFuMMchNXNyKXU7gpacRXPGRYXcjLoJpmN2w0BX2M8JmRrwuGUXE8R09zojQJ7yZ++6cRBUj5W3NpVH9qEwNW1gMt200fKU6nl0ITdzVpKgwc6uD1AnkXpSOMHkpGkV6xOY0wQgIfTOm3gtFDxNtiHQQd4KxEYQOYvqJwcLW3QFGMRQUgTl/MHYsQm/b5OOQd+JvoQyzJ30liLuM1rpbDBuV7iJ2McrYbbriAYvE9eIiVaR+FfFfxD95BUbc3M7/PQvti+VdRxJFgbrVtrAdfpxBEJrICClCNnS2G5fCglSMf1r8YWPjihAPxZfdFD0Gjq4bNjbC1sZsEZkS2u68Dtr3X5ltkkA9+lGDVq+z+ujI+obUsVkCmmVSk5wnGAG2v9r5FhP2yyTgo+lifHhX3ArFMdyUyuK4InYdIhi3eGomRUHhzMtEeL+I7cXH1zrnZnBT7xQg4vijjt8Z6lbbGAQjFoje4kPos4+iHqFEyE9BNjRySyi2PGg/r4H247ddWQbCFCM8w/TZRjDxiEXE1H33NQReeRaW3ScZmSvJ7og6rm5ZwaUvG35LqS5E5Nd13OEI2m+j+fOFm7csPRAYEgRjkIyr8m0G75sNsy+eeQtnXxMx5snmMQSDxtOxuGTVVvYOh1N03hXGRxmtaN9/bYRgEPYtaS2qirxjYydeC339Odruvn5zojWRMsW63+GwHf6bmKlOgh+9g7Z7bkjbsBjcSkx/ddR7bkxbp1nQ0ZAhGDEXXlfl4wSObIueIRMmnoCHXXuPkYOoXwkFEVr+vmEYF1zxccQo/+r4nVB80bXhPZx7CBUvMO2P1PUjqJRBYctD4SkuWA88IkYwLUbrrVcgFC7+DBHU7SYYOxrLpEOhFA/rp+5gpZlViJ8oqWvM+DWWsvntI3hIEcwmkjlfAdcykJZsAYlOpLhAzSv/fVdkO5Gg/ruvup5l330d7G8Ca1pM0XnHnQRhsh+riB1M5+JH0fnyM7GqDuh3cYwqnHWlqRS34lVIGAYKY77IhQCbDdY990XeYcdCnbCzcXwSr0qtt/wZuhGYKv2FGfNK6z0z0t9z5vU45AhGTMGGc343Tgl1XEegaQCH2SZkxkSRo6zrY2TuetnZ2ByXvQflF6Lg9HNjhqHsYjDNcGoUMXS11avitmWJhpiIV2PZbR/kO081XqpiFUEMrTddGl+K2MIiI9C4Omo0gp8siyv2cCx94v1dvFYqpFxlr1t0fbxtc63+kCSY7knsqK7csQOoZugnKQqNZmbbYL0apWphKWPGoXD6RcYFrJlixID56F10vvy0sRPo+Vxtpn3POkZK2Qm7Iu83Tlh22MUUtKI/kcNI+ybbH2bID9gmOtz/TuVTVrxTkvb6Q5pgeqItjOkIwdPA+q918HgQ7AAVCIBEpseeReQJJZ1COuBXCM0gflNn2ouYd8u0ODFCb3HcKph+kWEgZ7qEQgh98QmCH7xteEMbr03Cg3qTV3VYOYoCsuVDcZQZZv/W/Q+Duu0E012KWDFtc//eKzyE+caZV5MIt9vrPLMzT7P0aSQJJgbW3Rkfe/1lRv8k52svOGWL/PaOTwfVRynKWNQddjai/Yvn4USKvrHFiAEjAlcFnvP03tkQGb5KtokHQdlyq4SN5joWPYTO/yxKRL2MbEOAz+72ZPRdX6qBkwSTRISbXZX/1MFnJlFkUkUJy2CRPVJY5iZaRE6k9rl/7/W6o5SNQOHsa437j4QKMzqeehyBp5+IvkNKSPjAGolg3NDUimBeaIOi0wRotIcqXEaYJjGEIWbkQswdKujA4iHsUiAJZmDrb3Nr7/RpTqjaI7TJLSFJYpMuRvgEiRi6lp32SEw2s5HYXlwIdxfh2V00u9bwpI67hIJodd9i3Puk3WEx5u6VRQLze+zuxvN6VhUpizeusW+vsrJrELiRmbcPl1JYRHSwgC4a5m64M25ccqSBJJgkTGTLmVWHa9bg0wDiuORIQscJihCWwvknnGy4IyRSRPqT4Htv9CIYER5T+BzFU8TzuLhzCX3a27s7HhmprEuET+11nl1j9eFzVVwPpnNBcPSvS/c73A1nxZKRq79LghngzIo7Gl915U9EHPv9dYB9Jbu58CEq+O30yClKInSYDIIRl8atd13fFWohAwsD7SE1eOjIOU/1j04eRt/VZ0zZqdCmPgJg714/E9501HkOysAhpkUlSTADgFnE5/WveX8VmMx74g2gv1Q0Fc6N+SdP7/IJMhmJYkAE09mBzucb0fHsoohWyKkYZ1wyWUChXGN3L+rKgRtH8dc4lzNjl+4mDP641N2Y4Hk0jo4ztKokmAFMTHNNxQKd6aQBiMiYpurW4w2rXyPodgyiSYhgmA2fKRGgyjAYzODCxP9zjN77SKqtTSipX5OrYo0C2lIY3JGuP+qYu3jIBqaSBJPgQm+uLj+LFapjJkuCIjKvmcVqGOSJ9K3CQI5s4Z+04yWY0Kfvo/OlZyD+LWxdMr3ooEPL3A2vJapnc03FFGbFw8zERLeXuhsuSlRWtreTBJPADP502jGjCgoK32ZgmwSaZ3wTwwJ3+x1hO+QYWHbaHSKG7uai612vPn1fkS661jCw23w0EPFzv1qB4DuvIiRM96OE48w0QEIdoa1GPDiwYN6+6orPmGgsgy8pczfWZdoY06WPJJgEkG6qcd6gMC5PoGnWNbHssLORtcA68SBAtRixe9sfq4f2+S/BqkTqk6Lz/2LEgkGLv8vb+7XnDYLJxqIS7zqsrrF3/Is4B7JhxoknkaIeFSwovHooJFiLBI8kmDgXjqjuczl/BpB1r0YJDPWXJkSw7rIXaMzWCInYtz0SoIlodiL8gshZLeKwiJSz2VwY+q9L3YtfGugY3nVNLJzkfi9yJPWBdpAF7SXBxDlJ62dMqbCQ2hDOsKqvKGYGEX2lQX8Imv6jRbXcx0BXOH5ZMhYBZrq2tL7h6oxVMIsUkwQT52R5XRUfEij2syNhPan6aSWj9nmh+zVCWPuSqj0u/A/j7FZWTyMCDFpQ6m44OY1d5mxXkmDimNrHq6psR5cG2yj6LiTIxI1au3ZhuItCn6uiBkx3gjIrt3UcMOR8VWb+tJ30w8e4l6zP+cGmeICSYOIA2D9j2vGsaE9FbMLwWS3KqUVzFkWuI0J31kyZRbp6qySZOMBPZ1Xmjnwoe+bLbAEDRl0STBwQeqsrHiCi0yM0WddZULC72RcDb03FmcTkFqmB4lBBVk0TAlZVOTHWH4o0qZLV3UiCMTl9L02enL/PBMcyJuzctwmBVpaM2XOXeC0/m2oqphCThyCcdmXJLAT4MYe78ZTM0in7tJEEY3LO1p9+4lhLgWUluCtL5ObC8NnH7jUyXnLpbt86c+oJoZD2BBNFjS1iUk1ZLQoCIlecSXcrkWv4h+d8lvEnL1iwKU2lhDYRBCTBmERNxO/tJP6Ee7wAiYBCwWJthxG3DdDq01XxGEC/NamKrJYAAjrzCkVR5oP5CgD985z0kUki7LmKP5bN8TycQHeyySYEJMGYXApraip2yWf6qPsFSTiysYYby+Z5/mxSRMRqfpfzKgZfE8ff14F2OaTaE6gDauiIkjlL3m6uqXyUmU09QRPoHbu7IWsygmbipEqCMTkrLTUVu+hMYgdjYMaMtY56zxjxl86kiIjVvK7yhQRl6kDlyPbhESAgGLTyoSPuaXzr5xknHp9HlgY2ZSZAusJadUn94n9KbBNDQBKMSdyaXJWHKOBXRXWxYHXov0mGObmQ56uuXAXirUyqIqslhAB/Za9r3FE0bampbNDB5WbEMPCDY8xe2yV6x2amj1yuIwnG5Oyur566r4X0t43dC+ApdXsqTTaNWc3vcnYwkBezoqwwMASIL3HUNd4qUtQAnR+ZDXFKoKfs7oYTB9b50GwtCcbkvPvOm7IdBdUvWIeuWqzHDJuz4BWTTaNWW39mxf6qlZbKiUgGmjFkEP3QmZ8/SdgqGUclxfKUuEszU0SOo5W86oqh7rxoBquedeS6NonYateUEYVQPgPR+/Ym64mUpOdLf7XzaSYkFn3bpO6y2i8IhEi/akTdYiOlq9flbADgNPsREPCuolovTtYfl6EwL2axHQpYRB2jcL0fj3GvaazUjKhf9E4yABHJ2vLaOsT9SzzOjxqI1ExL8ZEMPOKVYYSkjLORyBRQUufZvfty3lft/A+AY0wLIrSD6bHOgvzLR60OeZP1hybOYWRN9XjnJ2sGlgpFfWdPvddx36JzkiXbN6O8DoriMiuPdf6flodL1QBVg+gsAg/l+ftC15SLFAvvBuabzGII0MagGpjcM1vAJheQ0+LiKwYzkVez6seL1ynz/Q+tmkN5gcY90zy7qoxuW9AUd8MwDXj26WP9rc2fmTH6Es0JaLG7PSXif6+cdVzJiE7bGwSKmbMnGbpmkgzxggcF0+33eR7q1qupeuo5KvFdDDbjcsE64aayut72S/6aaROg6w8yYT/EkEPAeh3kIVvoBsfdS77JJHwyTRdJMIM0I74Zzjeg4ECT3esWqBcXuxfeJuqLj4FZXwrwL0FwTQrK9mrMeKe03tPP+E14qCus3mYqoBfjP456z7F9seBaWFrXTtulLRiamKfysdCV0SzsnBQw6WgDKe+wFni1IxD4eMuHnhNRDWWJgYAkmEFYIv4a5+2s43wzUfHEBOlMDaX1DZsN8bwu54UEGGQz1IoOvFXm9hwQbtwbZpRfrSpKzFxGzPxtaX3jdkMNu8EYrySYNKPuc5VfClZuAJkLncnEn5bWNfY6CvlqnC+BMTnNqmdGd4z1bUHt0DHzl4SNKO51lb9HUPaJoWyLY9NxMzMGlbtaSIJJ49x2xYDBPLM+Rwxe7nA37tHXHcFXU+kDsz2NqmdMV0QIatD+WFa35NFwSomXOVt7++poITBEWtjVXuuoXRcs2JgxA8tRRSTBpGlim2ZUnKsqdFe3L1O0bsW5n5hvcdQ3/qlvvZYzqw7XrKHngbietn8RQ/wToLRBUbaBpg1aAPJNT8zvqyrPK7YEHvJ35v8d4BlmpkPX9TllcxdHfM3zVVfcRESXRTGia/3Ra91SEowZtAdWRxLMwPCL2bqLEIJzibCDiEcSszC+UNhyacncJxrD1fW7Ku5mpnPM3N/0a094Hpw3c11e87qRbBluCagTAuByIuU4Yt4+pm7JrRBUteA+w+Y9ZSRY+uaMyY7hNvsruomA6grxEyV1jVXR1PHVVDSBqTRcHQa3rvbaJMEkdz7DSpMEkyKQDX8XClxHjEoGRw0mRTAsWjaC6KF11vY/TbjrmYjJm/2uyrcZvG8Can9g91r3j2QY5q+p/JKZx5uXSx3M+nqFSBj+hRj8MzGGM2OCGfIjkA41dLB9zpKl3X16p5cfRqoi8hFFfW6O9JLUU3d/dcXDTPQHSTDmZzQVNSXBJBFVrp2c710zrFKFOguM3XRgWGSAhZ0WBRj8jR6iBnIodaV/X/RdLHV8LqeIdD88Vr2evzNzq4O2GEVud8QkYC01lVM1ZpFSJeaxiYBOTef/84f8/9pu/su+Xh+2q/JJBp8QSz+xmVPA99jdjef1bu8UT80XRmvPwJelbs+EaHVaZlYdrmnB54D+2RvkDibW7CTvd0kwycMS3mqnOAr9sWcgbxKhY4xlpZgJAAANhUlEQVQLBwZB6WRwC5g+UQme9QHvg30/0Fjq+GoqgmAyHyicSRimneCoa3g+hmylyVXxqQL6VSwdAKxr2agePO6RhSv71t20CzHlCMrQl5W6F0/sK8PncnYginc5EX1tr2uIudvyVld8TUThnqPlHYyJSU5GFUkwyUCxjwyurbUALxsk8PLLwLqRI/WqBQtC4v8PJEDVhnN+N86idX7LbMpitUsrxp8d9Z4bzQxzU6YDE8GVKMjgS0vdntv7yhW7uObVpd5Yx8JN7XxfYtXYvh7Kza7KJ/XouyBh1eyIhaXXVfkPAs8OM/b2H+UrkpklMeA6kmAGDGH6BBgxaRR9KdhsFgJeH4S6x0j3ojVmtPy52rmXjSBi3sR2voxAXFxVZfOXBpcD2CFWnwxuduQFxlGfOycjNEZA/SrSi5vRbszew2MFgfK5KqsAfqzvnQ4DvlK3J+wFcCyd5e/xISAJJj68BrV2c3X5WTqUuWYuUQ1FNwVYMqs0u6aMaIHlvzp491htGHRbqbvhon47GEDxVTtfIcIhsWQQkb+kybIVhbFH8bkq1gC0ZXgZ5LeP2XNEbIL57XjmzteJsEVPOcS0zl7fMCqWfvL3gSMgCWbgGKZNgvDmhq7PNNmhzx5wbEfz5/e6hI3V1uuqfJzAUZ+Au2TQIoe7YVo4ed5qp0iNOyvW4tJBP5aO2XPbcEThqymvg664wodRMEcwQjd/TeVrzHxwTz3DWUfHwkX+nhgCsdZAYlJlq6QjYNxt/OhYZDY4FTHuttd7ZsWrSLOr8m86+JJY7YjodXtdQ9hdipFil7QnY+60Ijgdir590088EhbLs+D+mS8Z8DvcnrJYdzBCTrOr4j4dVNOLYHQ8UDrXc0asMcrfB46AJJiBY5gWCVxVVdw8PPg46yai3zHY7vZYiOLPeLDhnJMOUkOh12MOinmpo74xrDe4QQ6qRTwRR7ZnMd6p6U+OuoabI/Xld1Vu4HAe4wyfo97cHUpLTfnZGitzevShMeiiUnfDnTHHKCsMGAFJMAOGMD0C4iIY4p8cdY2jE9HMcMaEEvGj75YZLRC2QTCK5floOxgi7igZ7S+l2pfFk3TY4nc5P2fAyATQsxDjO3u9Z1sz4/PWVE4l5oU96vpULXhotwWxGRmyTuIISIJJHLu0toyLYHRljmNuYpH3/C6n8JfqZfwWdqC6/nfH3MUXh/utZUbFuZpCd0cDiJlfKq1v/HW0Or4a53/AOKZfHaJvHXUNpsItiNS8gZD+ZHfKWCL61F7XMOQCdaV1sfboTBLMYCEfZ78vTZ6cv88EE3cwDFYV3m1YXeOncXZhVPdVO58F4TfR21JQZ+38svrF94Wr53U55xFwVkQZzB0arEcOr3/ijWj9eF3O+QTDcLH3Dkahpfb7GkwF62qqqZiisOLpjlLHjLtK6z3nJ4KNbBM/ApJg4sdsUFowoDTXOB9gxqnRFBAhJe1ujy0RJb3Tp24DVX+RgKhWskxo7wBPGh2GxISePpfzXQL2jqgDUYOj7pcAWpHqRTKUI+B2u9sTzoCunyhBMCpoETMsIoVsMKhPHnG/jKGbyPpIpI0kmERQG6Q2G6rLz7KQMjd6yAf+yuFujGnkFm4IwpDPSvpzDDiiDpH4W0dd+IhwYqe1944OEbe4IJwM4RdlUbCfmR1Wi6vyfI35jj5P1QEF5CpxNzxgZhqMHYxODSLAF4M+cXgtE2UmADPIJaeOJJjk4JgWKYYDXyj4UtTL0wFkIVw/Y0qFqige4d0ddZdEuMNe5wnrkCgCoze3BteHI0EhVSGaNqyuYZEZwDbWTDslxNq/ekX7J/ZaFMvk4jkLRWbGmKXriETiktfKwOxw7g0xhcgKCSMgCSZh6NLfcJ1r6mgL9B8iRmsj6KpO1w+rb7g6Ee18Myv+DI3+Gr0td2ps/XWk+5NNT9QvhN+94EuHz7qr2R1Em6uyqpP539SD8UTyM7vbYzpcRdcOBo+DSLcXFGxPdzy6NhFsZJvEEJAEkxhug9bKV+0MRYrnK8IotBHvE+5uxIzCvurKRSCOmnNbYXqwpL6h38Vrt/yW6sprNOK/hOmPQ0E+MJ77D79r6u911v5F3U9AxlZGucbuXhQzsHd3/15X+REKFA8Yr9nrPTHDSJjBSdYxj4AkGPNYZURNb7WzlQiF4ZQxfHvqGkxZuIZr762uWE5Eu0QaqLhADkDZJpLzpLA29q9xLAbj6J4yjA0I4T57XYNZNwej+UaX88IQ47buExuBOxUtNCkeG5bVZ0zZqcCqLgl0dkzb4sFnTR2rMmKic0QJSTBZNpH+audbXcnB+hcGe0vdjQnlSmqdecLEkGZ9hoGRkSGh+x3uhojPzyKZXHNr8zsM9DLyY+bVjrF7bxPLObFvv/6ayjnMfHb3f2fmF0rrG3uRV6zpY5er0Id114dzzIzVVv4+cAQkwQwcw7RK8FVX3sLEF4ebOJF32V7nSciIrLmmYorOJEIbhN0dAYiZ6mNT/GER8rKneqwHtT+U3R8+C0A08ATBgLmm+8K4DdrIMe4lIqJfXKX5vGk7ldy9MGyak7gEycpxIyAJJm7IBreB4Uioao3hnAAJvNzubtwtEQ2bXBU3KqB+WQyELCN+rsJn9EzXGq6PppoppyisPtLrN8KLjjrPUYno5HNVLgTYSDhHTEvt9eaM6xLpS7ZJDQKSYFKDa0ql+lxOEbt3676dDMQMvslV8agC+l04xRm0uNTdUBFrUN4ZzgtJ+SXjJDEFFIvlmGFzFpgKodlXvjDYA2MiFITsnY6R8YaeiKWv/D31CEiCST3GSe/BW13xABGdnkyC8c6oeIUUOqyvTHF/UlrfONbMIPwu51UMXNtdlxmvltZ7+sk0I0vU8VY7vyXC1jpRXVmcF8Rm+5D1UouAJJjU4psS6eIookJ9UJi/9+xgIDsYr8u5kvqEuSRCCJpaYZ+78GkzA/G7ymsZSpcNjvAZULi8pK5xiZm2fevU1sJy4eqKFToQunNM4261tTBiGsuSXQhIgsmu+er6dkVsmLLQB33zGCWdYIB3S9ye/c0EdhJ69SQY8aQdtPKhI+5JzO/HO718b1ZpekdAvztSHuosnLohp7IkmCyd8r73HWIYAyEYX03FGnDvGLg6ab+PlAM6HGxel/NCwuY7mLagGjxs5Jyn3stSiKXaSUBAEkwSQBwMEcJtwAptBUAl3f0PiGCqnV7QL06ORPRTSaFlV7ptgXBcNFWEL5OFVI/xSE3sDVlwXKI7GFMdykoZj4AkmIyfosgKbkr0Nn2gBMO1sPhXV2zoSVY6uK7M3bjZyM0MTCJdLnPHh0RUxIy1OixTY8V8MSNX1sleBCTBZO/coWX6CbtpqvXD7ti3xPjMXu+JaOofaaiCYJpXO9f1DNOggw4tcze8Fi88vhrnS2BMBvgnja3TJMHEi2Bu1ZcEk+Xz6auuuAlEl4lhMNHXpSZSqvYdcl+CEa9HJTzKHi2XdSTYNpxdWa3q7CZgbYjlDibLl9eA1ZcEM2AIB1+Ar6aiCUylIql7qbuxOF6NBMH4VjubCBi2qe0HDrcnckS6KB0YmR0doY0MfaXNYju9aM4Ceckb74TkUH1JMDkwmetryq+0QLmGmNpK3A12s8/KPYfudzlXb3ZSjCOfdTj4DENAhSYUKnkX2eb8e2kOQCyHkCACkmASBC7TmvmrK98E6SNLimz7xfPy0z0On8u5DJvi6CoBdeeS+Yk7B4qwDb7VjnsKmG7Or2/4ItOwkvqkDwFJMOnDOqU9bTjnd+OgdbiCoeC/t5z31CfxduZzlS8EK1OJSC+pa7AmkrStZ58iTEIidzjx6i3rZzYCkmAye37i1k5Y6Cd2RCq/mqFeDPB6h9tjKudQ3MrJBkMOAUkwQ27Kww94/bkV+1uDyl1gaDIsglwUyUJAEkyykMwBOc3V5WfpUHd21DdckgPDkUPIAAQkwWTAJEgVJAK5ioAkmFydWTkuiUAGICAJJgMmQaogEchVBCTB5OrMynFJBDIAAUkwGTAJUgWJQK4iIAkmV2dWjksikAEISILJgEmQKkgEchUBSTC5OrNyXBKBDEBAEkwGTIJUQSKQqwhIgsnVmZXjkghkAAKSYDJgEqQKEoFcRUASTK7OrByXRCADEJAEkwGTIFWQCOQqApJgcnVm5bgkAhmAgCSYDJgEqYJEIFcRkASTqzMrxyURyAAEJMFkwCRIFSQCuYqAJJhcnVk5LolABiAgCSYDJkGqIBHIVQQkweTqzMpxSQQyAAFJMBkwCVIFiUCuIiAJJldnVo5LIpABCEiCyYBJkCpIBHIVAUkwuTqzclwSgQxAQBJMBkyCVEEikKsISILJ1ZmV45IIZAACkmAyYBKkChKBXEVAEkyuzqwcl0QgAxCQBJMBkyBVkAjkKgKSYHJ1ZuW4JAIZgIAkmAyYBKmCRCBXEZAEk6szK8clEcgABCTBZMAkSBUkArmKgCSYXJ1ZOS6JQAYgIAkmAyZBqiARyFUEJMHk6szKcUkEMgABSTAZMAlSBYlAriIgCSZXZ1aOSyKQAQhIgsmASZAqSARyFQFJMLk6s3JcEoEMQEASTAZMglRBIpCrCEiCydWZleOSCGQAApJgMmASpAoSgVxF4P8BJDBLwZvO5hIAAAAASUVORK5CYII="/>
          <p:cNvSpPr>
            <a:spLocks noChangeAspect="1" noChangeArrowheads="1"/>
          </p:cNvSpPr>
          <p:nvPr/>
        </p:nvSpPr>
        <p:spPr bwMode="auto">
          <a:xfrm>
            <a:off x="155575" y="-319088"/>
            <a:ext cx="666750" cy="676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" name="AutoShape 6" descr="data:image/png;base64,iVBORw0KGgoAAAANSUhEUgAAARgAAAEcCAYAAAAcH6uaAAAAAXNSR0IArs4c6QAAAp50RVh0bXhmaWxlACUzQ214R3JhcGhNb2RlbCUzRSUzQ3Jvb3QlM0UlM0NteENlbGwlMjBpZCUzRCUyMjAlMjIlMkYlM0UlM0NteENlbGwlMjBpZCUzRCUyMjElMjIlMjBwYXJlbnQlM0QlMjIwJTIyJTJGJTNFJTNDbXhDZWxsJTIwaWQlM0QlMjIyJTIyJTIwdmFsdWUlM0QlMjIlMjIlMjBzdHlsZSUzRCUyMnZlcnRpY2FsTGFiZWxQb3NpdGlvbiUzRGJvdHRvbSUzQnNrZXRjaCUzRDAlM0JodG1sJTNEMSUzQmZpbGxDb2xvciUzRCUyM0YwNjY1MCUzQnN0cm9rZUNvbG9yJTNEJTIzZmZmZmZmJTNCdmVydGljYWxBbGlnbiUzRHRvcCUzQmFsaWduJTNEY2VudGVyJTNCcG9pbnRzJTNEJTVCJTVEJTNCcG9pbnRlckV2ZW50cyUzRDElM0JzaGFwZSUzRG14Z3JhcGguY2lzY29fc2FmZS5jb21wb3NpdGVJY29uJTNCYmdJY29uJTNEdGhyZWF0MSUzQnJlc0ljb24lM0RteGdyYXBoLmNpc2NvX3NhZmUudGhyZWF0LnRocmVhdF9hNiUzQiUyMiUyMHZlcnRleCUzRCUyMjElMjIlMjBwYXJlbnQlM0QlMjIxJTIyJTNFJTNDbXhHZW9tZXRyeSUyMHglM0QlMjItMjAwMCUyMiUyMHklM0QlMjI5NjAlMjIlMjB3aWR0aCUzRCUyMjQ5JTIyJTIwaGVpZ2h0JTNEJTIyNTAlMjIlMjBhcyUzRCUyMmdlb21ldHJ5JTIyJTJGJTNFJTNDJTJGbXhDZWxsJTNFJTNDJTJGcm9vdCUzRSUzQyUyRm14R3JhcGhNb2RlbCUzRV5Rg9QAACAASURBVHhe7V0HeFvV2X6/eyV5xpKdAUkIK4SyV8JeoYyyYssJpqUFCiSWCRAg/IxSoJhRRqFlEywnJYwCJSSWE1YZBcoKK8xAIOxAQkhiSXa8JN37/c+5joOHxpUsyZJ8zvPw0KJzvvOd95z7+oxvEGSRCEgEJAIpQoBSJFeKlQhIBCQCkAQjF4F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0BWI+CvmTbBXrdwZVYPIoeVlwSTw5M7FIbmrXYucRQWzKA7Hl07FMabbWOUBJNtMyb17YWA1+X8UgW/MMzdeA4BuoQnsxCQBJNZ8yG1iQMBBhS/q/J7AHbW9fNL5zbeH0dzWTUNCEiCSQPIsovUIMC1tRbv6g++V4DRAFY53J6tU9OTlJooApJgEkVOtht0BPoQDBNwtd3tuW7QFZMKbEZAEkwGLwaeXVW2trltTLFitbAeDMFi0UPFamsglNfR5l/TuW3ryDZasCCQwUNIqWp9CAYErLa7PWNT2qkUHhcCkmDigis9ldk1ZYSflcdBdETYHhkaEdoAtDDjEyLlgRL3oscy+ZKzqaZiSlld45JkIhiGYKCDLih1N9yZzH6krMQRkASTOHYpb+mrdl7OoNkgHhltohgQf70Z4BaF8Jwe0u5zzHvyxZQrGKMDrqoqbi4NPaYz78bES8vcjb9Lpk59CaZLNv3ocDdslcx+pKzEEZAEkzh2aWkpjkn+1sBFAF0KwGqmUyKEWMeHrGgPlNYtuctMm2TW4dqq4ubV2sU69IsIGEZApwqUF7s9zyW1H0DxVVesIqIxm+Uy0BbUdh4zf8mKZPYlZSWGgCSYxHBLe6ufZ5x4vFWx1BEQz19ncfG50gblmgL3okfSobR3evneiqo8qQNjeiyu7x1uzzap6N/nqvQBbO8pm5kfLK1v/GMq+pMy40NAEkx8eA1qba6dnO9f43gSjCPjUUTsaHQdzzrcngqi1Bmjbag+6SALaS8yOL+Hfkyk/MVet+j6eHQ2W9frcoYIUHsRDNDiCDi2pvnzfWblyHqpQUASTGpwTalU34zyW6GQODbFNX/ilaXE7RmXistg/4xpx7OiLwFY6Tl4AnW0IjRujHvJ+mSDIi7Dfayu64cCA2TRDrTPWbI02X1KefEhENcCjU+0rJ1KBHznnngkBy3PEdDrg47VJzO3QlFOL61rWBSrrtnffTWVR4PxFMD974gIbzrqPAeZlRVPveYZJ1WwGvKwuOXuW5huddQ3XBKPPFk3+QhIgkk+pmmT6KuuuAlElyXQYTtZ9Kn2exc/m0DbXk2WV1UVj3EE1xKhMKws4kscdY23DrSfcO391c6nmHB8WNnMSx31jQemol8p0zwCkmDMY5VxNZmhNJ9d/ijrysninTqeQqCm5iLLhHG3LWiKp13fur5q5/MgHBVOBgP+IGPyqHrPBwPpI6xsl6vQj59/AjAsPLHRD/k6jsyvb/gi2X1LeeYRiHNZmhcsa6YPAb+rci2DR8Xbo868uqy+MWHLV5+rsopZ/zdR+LsgJvqktK5h93j1MlO/ZfoJu2mq9eModYMBTS8fNW/guzQz+sg64RGQBJMDK8M/c8oBrFle73vBamZoBHrK7m440UzdnnW4qsrmLw2KQE8RHQwZ8JS6PZXxyjZT31ddeQuIL45al/FnR73nRjPyZJ3UICAJJjW4pl2qv6ZyDjOfnUDHDGvoaMc98Vn++qZPnQFVrx+MD3yda+poK+kfgTEiWv8EvdbuXnxNApjIJklCQBJMkoAcbDHrZ5841tpq+ZiB0nh10RmflY717UO1L3eYbet3OZcysH+0+opCrpL7GqKTkNkOe9Tzzaj4MxT6a6ymBNxtd3tmxaonf08dApJgUodtTMnGC0yJNrx03qLvYlY2UcHvct7GwIUmqvarwrpycencRX8307bJVXmISvrzzNTToK5XU7GwdOKzSuuSGwRqVVVVWbEjuIwIMS2DFeInSuoaq8yMSdZJDQKSYFKDa0yprTOrJgb14F0WRm2yfHS806duQ4r+AQiOmAr0qUDM35T4bDuZCf9g5v5D2KZYFJo2LIn2NkJls7sXY3iMFxz1nqPjxSKe+sLYj1JgRBiPDplcVxLMIM2O/2zn06zjaCsrBxXVL3onWWp4q8s9REpFAvJ0C6mnFtctfDRWW2+181UiHBKjXiAU5MNG3N/4Vix5Zn8XrhLe1Y6vN0Wwi92M8Zyj3vOb2BUTr7HR5bywCMq/yb1oTeJScrelJJhBmNuWmVWHa6Gg8Cy2tfisw8ctGJgtSs8h+Fy/HQ90fpnIsBhYUur2lMdq66upWAOmLaPVI6A1xJZjhtc/8UYseWZ/97oq/wHos8mk0Q+DFpS6G042Kz+Rel6Xcz4zWsrq5V1POPwkwSSyqgbYxldT+QqYDwOYHe7GuEz9Y3Vt3FGUBlcRIljWRhVATXZ3g4g9EzE6f+v08r2DqvIqgKKoohiBkI0PG3FPcnYwIv8RWF/BfXydoumggG4pcTeIMBcpKz5XxRqAfmrxWo9M5h+KlCmcZsGSYNIM+PrTTxxrybd8BSBPEIw34C/bbv7LSfP6FUGY/D++/yqIDoh3aATSFMLJ0e5NmlwVNRbQnTpgi7GDYY24IhlR7N51TSwcz1t/S8Qj4xlTiPSrRtQtTokXt9CDzzjD4bf5NwD6RpBykqOu4fl49BsKdSXBpHmW/dUVDzPRH7q6ZdahHFbmbngtmWr4XeVXM5TaRGQy8xOl9ZFfXsy+VCXzFak3ZuZGxWAEdZw1KoWpTLwznPNJwR9BCCGkzHTMWzTXnHZDp5YkmDTPta+moglMhq0KgXRd044onbf4f8lUY/25FftbgpRYqAKmHxz1DeMi6eOd4XyBFHPxaJJhByPcEQB+PG58GOutun5M0bzF78fd1kSD2lpYLlzt9AMoZEBnnc8vm9t4j4mmQ6qKJJg0TjdfcMoWvvb2n34BnZksfHwyvJr7DEPxVTs1k3ehfZqS7nA39Arg1LNCVA/mvpJIuWoggaa6wkDwM+gTUMrMlDHwhQPK5FS97mw4u7Ja1dndrYuu83mSYPrPjCQYM6s1SXXChVdIRXhHkfGw2eXsYJMxfHsNj4GOjrYttnzouZ97/nfxRLzuR8dONsITAMabgYRBi0vdDYk8maPlnKknaSFdPJlbzPTVt44CWlCSohcknjw53z+hdCWIN4cvlQQTfpYkwSSyehNoIy5ffas/+JSACb0+XOAHEa82mVHmNhHMBkb8BneGbsQrSEeeTlDBSgGI88mInsd5RLCGDfAUBhMCAgT6l0b6q2D+ttS9+CUz0HlrKs5UQG7mxMjFGIKC0+33eR4y01+8dXyuiusBuqJnO0kwkmDiXUdJrc+zjivxBfJ+JEZxL8HEIXuTrciMBa1ZhbgWFv+Pzh9A2MJsmxTXCzK4XcSgYcZqRcE7pFleYpU//U+T8t3Jm5LHCYz8nfl/J/B0EfUyUZ3E3RbDtqPD/W/xWpfU0mVn1LEMoBJJMLGhTXgSY4uWNXoi8NNpx4zKLyhcHe4+IZ/pV8kMjGTsYKqdqzlzCCbsYhCEozN/quuhB1TYQKpew8Ckga4cBi//4Av/pCNeNu+8abbPZlfl4zq4n3+T3MHIHYzZNZSSelEDJDFesdd7fp3MY1KTq2KNgujWtikZaEYI1S9zuBf/Ldmq+F2V1+vQr+hrSSxCArO85I3wRyTZsyDlhUVA5AsiVVkW7kdiCpQUB7en2578caDwrZt5wkQbW6/TdT62695kaBVxPPqP11LQfexK1uibayqm6EyNXUk0+5WAxvrM4fWL/5ms/nJFzpBbgIM1ca2zyvcOdoYnGKETMf/LXt94aiL6iSPRxpppLo21Cwk0IR5z+kT6y+Q2RPjUXufZNZk6Gl7qqi7Cc4aN/0vAWgqok0vmL5TZJPsALwkmmSsxiqyWmopddKbl4TJsiGY6c0eezgfFYxgmUrS2rdWPCmnabQzaOpGQmWkafnq6YbDGoZOHz31SPKUnpQgfKIb2IhgRjQ/FnU+pu3G3pHSYY0IkwaRpQjec87txaqhDBJaKjDnjP456z7GxVBJWpBesmnYiVO1vxNhBmATHajM0fuevHO7GHZI11o0zp+0RDIU8RLRdVJkm5y1ZemWTHLkw0zRbXU+weSJmSPj8QZv0iBXmsXX61BMCin47EZL2IaUJgtR2Q9AVXa8uSdI9SJehnzYfoOhe48ZfDOUau3tRQr5fqQVl8KVLgknTHBhezqs/+ATAr6J1KY5QShgjMRE5zc/qo6TgKLOGbmkaWkZ0I+5eVvKqfSe532sbqEIi7gyBZ5uRI17+dFWdVjpnocdM/aFWRxJMGmfcW+18UCGcFukeplsVQSC6Sq7hmwJmN9c4b9AYFyQW4yWNAxzUrigILXiOY96TCXs0r6+euq8K/XYCDjJ76BS5pUpJnZQqn6dBhTQJnUuCSQKIZkV4p5cfpqjKK7EIpkse6QR+h4HRBIwbiGWrWf1yoF6AGC+ErPlnD7/3sVVmx7MpSNctBDotbH7tKIIG8vpnVr9sricJJs2z53M5A0jECTHNemZ1d4T1FsYfYgVT59lVZd7WQJVCyp/AvG1CY9ZCRznmxZdTKqF+srSRJJg0T1yziOEK+qMIiCRLChEQABPPdLgb6/r2sto1ZUQ+lP9TgHP6+hTFo5GRiaG+cYdkWmDH03821JUEk+ZZWnvBKVvktbeL7bs1zV0Pze4Y79lJmQL3orXtrsppnaRfoLByAIMjxrwxC5QCOqPE3fCA2fpDsZ4kmEGYdW91xQNEdPogdD1Uu+w04sowVLOXt7GAEo6adnfD8Fj1hvrvkmAGYQWIXYytrW0ZEY0ZhO5llwNFgKCrujJrWP2iewcqKtfbS4IZpBn2VTsvB9H1Q968f5DwT7Rbw2iasdRe33BgojKGUjtJMIM02yK/M7H+YEwz9EHST3YbHgECvCXQdpTpYs2tEEkwMXASnsq+6VPH2YDdWNWDsZ4+zcAuZPpdlXMB/QwMwZAKZjDKzDoUtKjKpOI5Cz/KTP0yTytJMH3mZNXsqrKi1sAlKmgqE7YnQGFmAndBJf6XSMWoAx0K4xMQnizxWm82G/KyKzbvsncJyp6ZtxykRtEQsFksBxfem7xUuEMBbUkwm2bZP2Pa8aSEbtSJdjFeG8zEhBWmLCQM+ykA0Aqm0LzSuiV3RVs4flfl2wzedygsrlwZo7h10UG3l7obLsqVMaVrHEOeYDaFUbgTjONB0dOhxpwUNvY5K8DqxSXK8JfJ7e7leOevmXolWL9OmtjFRDJjKhBEgkhcWur23J4xSmWRIkOaYIRzm0XRnwZjRFLnTBAN0ZetgVD56PlLvvhy1nHFozvzzgox/pH62C0EKijoOs51dghf36QOLR3CyGIB8gqAYAAcECYsg1MY3GoFTU3GvdvgjGDwex2yBCN2E8z61Ykm9jI1dQxxe3M/KbqXdHV2qkNZqqPHwXrIUbDuPtFQT/vuKwSXvYngJ8uMjzXjCxFsh/0Glp33hLrlWOjNPoRWfIzQsjeg/TTgcMWmh298FAotLdFHHtl3F2paiKxoIDAkCcbrci5WgBM3eyizcXmbGjCMe5rUrjbxFz//5OmwHXQkYO3vgaD7vWi94xroP4qAeplZ1O13RMHva6CO276fghwKob3uZgQ/ejflyuvAGmhKddm8RU+lvLMh0EGKl37mIeitrryGwCdsCuD8jaaHniCydOSx4hU3MAHQ5i9UoWCHppGVmMaD9clEJIyrRmba07LtiBOQf9IfQZbI7k3aF8vReue14AzcydCIUSia8X9Qt9sx8oIJBbHxhkugpZgkdfDnpWP23o1qa0OZt3qzT6MhRzAtM6sOJy2Y12nJ/yyemCFiate5po7Op1CFzspVAMZkymVt8VW3Qd0qRrSBUBCtt9citPLTjFuleUeVI7/qzJh6dT69AB2Nj8SsN7AKzLqmTpE7mIGh2N16yBFMcmAD/DXOh3TGKQTjSXvQChUUYtiN9RD/jlqY0fH4P9H53ycHTddIHRe6LoF14kEx9Qq++zra6m+NWW/AFRjrNWv+PvH+ARpwvzkoQBLMACbVP3PKAawpLwOUNwAxA2pKefko/ut9UIbZY8rpeGI+Op8XucMyqxRddB0sv4qd9SOw9GW0339HWpQnoteDhcHfjuhKhqewy5WPOneHuE+T8V/MT4EkGPNYha25sdq5V5Dw/mACWTT7Wlh22j3mDmZj7fnQfvphgCNOfvO831Qif2rs6BXt/7oPgf/9J/kKhJEojOsY+JpZ/4QUZRR0TADBz4wfFPAPUJQW0SykBV9UlaL3He5/f5UWxbKsk8H8LrIMqsjqeqsrFxFx5WANSFyOFlZfDGX4yKgqhD56B20P3A3e2DxYqvbrV3GUoeiym6GURTdF0r77Eq23XJEhl9TcZVIpCrFIWyLeITUGtxPTh4qiLCiuW3SP3Omk/AE1Y9ZxShURzovNLqeXgZKUdhRFuGWHnWH7zVRYd90bUCNfCwXf+C/an5gPbjX+AA9qEce6oouuhTJm64h6iCd2beWnaH+sHtziH1R9zXQuwjmIpBAAt4LwtqpYrxs2Z8ErZtrmYh25g0nSrHpdlfUEnp56q5fIClN+IdRf7QZ17NbgQAB5hx8LZdTofg0Cr72AjoUPgNs2Jmn08YuhEgeKzr0C6rb988cF3n0dvPZH8MYWaD98i9DK5V0HluwsRqaDYGfINeJB4z5nSBVJMEma7g1nV1arzHeA0WWnnwFFvCwVzboK6vid+pPMW6+g46F7B+XIoZQ4UDjzT1C375+DLiguch+6B8K4LpcKgToooOxdMn/hilwaV6yxSIKJhZDJ3/2uyie5y4AvowrlF6Dw7MsM8/u+JfTh22i97+a0+ispxSUonH1NWLudwGvPo/3hOdm8W4kx96QT8Q32Oo+woxoSJasJRsRu2aq1tGOw/UXWn37iWGuB5VtmWDJx1YijU6HrYljE/UyfEvrsQ+N+Q4/L16fvsjF3fKGiYSi+5K9QRo/rp0fni0vQ2fDwoOyo0jlnRAhpuj6rrH7xfensd7D6ymqC8bkqrmfGuNL6xj8OFoCiX5/L2QCGM9U+RwMaY34Bis67EpYJu/QTI+45xM5B++aL3r+pKtRtJ8Aybjso2+wAKiruMugj6gqD012YobduhP7zGmjffwV93U/QVq8CQsHNVcSFbuHsa437ob4l8MISdCx5FNzRPqAhDn5j6gA4SMAGJu7QdTJAElfuTGwjUop01tZayDJvWN2iqHGDBn8sydEg2wnmUQIdWeL2bDlYT4LfnDHZUWpzrEupV3Zy5hrCKK/wgqthCXMnI0im86nHoX37JWiYHdbd9oa6wy7GC494So6n6OvXIvTlZwh9/B70H78FCopQ8HtXWEfGwMvPoGPRg12hJbKsiNciBfCzjhW6Qq9B549Um77efu/iZ7NsKClTN6sJxu9yLmXG/jrjtLK5nodThlIUwSKhPRFOG4y+E+nTIJnz/wLxrN2viJ2I3xs3oUTVQ+x0dA1Q+58ejSfzh+eAtey60CWQrrP+MCnKw466hucTmYeh0iarCcZX7fwchB0HKwnWylnHlYzozPuJkDkvR6YWbl6+8URsxjzflLwEKgVef9F4Lcq252cGfCEou4x0L1qTwLCHXJOsJhi/y/kOA5PErGmEO4bXeS5M5ww21ThvUBiXp7PPZPVFZSNQePp5YV+XktVHJDniGNZ2383QvetT3VXy5YtLWi10yvC5Tz6RfOG5JzG7Caba+RQTjhfTQoAW0kO/S9fEs2vKCD/U9wBENkPN4PVi2f5XyD/FBXXr/gGeUq62phk+RR1P/juj3BZMj5voUUddw+9N1x/CFbObYFwVdzPo3O75I9DP7VrgyC3nPfVJqufUf075sRxSnkl1P6mQr249HgUnnwU1zItSKvoLK5MZoa9WoH3eP6A3Zd1OZoPD7UluHOe0AZ/ejrKaYDZMP3GGqlrqe0FGWMUh5dDSeYtSGh8yWxPYi8BUBWdeEDtAVZrWob5hHTbeegW4STzEZU1hnZXzymRu6pgTltUE01FduWMHsciy1ysei9jJ/JzXMWHCXc+kxG3Yf7bzNNZx/yYTh5ggZ0oFZeSWKLrgaoh/Z1LRfU1ovfUKw34mWwoBb9ndngP66ltbC8vhL0+2TJ7cfyQLlo/UP911gX51LfTBMqtIN75ZTTAvTZ6cv8+Ojle7L3p7gicsJsG42+72zE4GqN7p5YcpVuVPuo7JJPyNsgw5stpQfNU/oGwxNhlwJF2G9tUKIzB5FtnDaKRqh+iaZT8CHwHmnUDKKDDbjfgNYYybxZIRmUEhwjoQNWma/prFynfa5yxZmnRAM0Rgln0m/VFrqik/W2FlTkQ8GesJeKykuOQmuu1B096s66ord7SSfgQznagQDmSGsDYT3vhZWay7TUThrCszV/f2VrTe9zeEVmRP2mci6MwiIgwL2+b4sTUyTpAu8i8R83KLqj5RVKDeT7ctaIpfWGa2SACVzBoIV1UV+0uDqzdlCQivnJhIBe3EWMXE70PHtyqUzqDCm8PwM+sBYioj0HYKMJ6JxgBcnG3HoEizQ8LJ8PTzQKPHQi0dGTa9yWDMrIjxIi55A2+9gsCrzwGDmGhtMMbfs08RxgqAn4jvCUK9JxdsbbKeYMQEbahxXmdhXGnO5W6wl9Eg9i/+zg4fCeuOu8OyxyQjXILwLRLHJ+FflJYizg6dHdB8G6Ct+BjBd1413Apk6YGAOESB1oH5htK52Z2yNk2rKrXLR1ysXbDa+Q0BW6W2p+ySLrynleGjEPzwHbA/zK5btUDYw1j22g+WX+1uXP4KVwKjJItwui8jxLP05x8j+PF7CH36AXQRGzhCEKl856mGEV7w9RfBPRwmswv95GhLTEtLOoor6KGHfk6OxPRKyQmCEZCtPf3YPfLy85flypFmoMtARIwr/svtXdkGQkGIcAiBN17q+rAjFVseVOHcWDYC6jY7GIGqRJxfQ4bY5Zgo4pJW5JPWPv/YiEbH639G6MfvoK9ZFd0tQLUg79BjYD30aKhjtwG3taL1tquhrfraRK+5XoU26jrPHCx/u4GgmzMEI0DwucovBSs3Ze9V7C9TSfbSrjzN43cCqRaEVn+H4NJX+odUiDD7BafOhO3QY3r9Kj5+7cvPEHjnNYgA4BHj8oqYvuI4JTJFWqwgq9XwsI4awpl1cDDY9Qokdh0d7WBN63J0jFDEbkkc06x77w/LbhOhlPVOminuZdr/eXv09U1kZIS07rW/8W+y2RD471PGnU4uFQJpOvMjpfWe2OkXMmjgOUUwm0kGyl+zIXxC5HVARoAo694HAIqyuZpIBq+vW4PQR+8aRw199fdhdwUibkvJjfVA93GnT0cifSw3rYe2ZhVCy9+Hvna1cSTh9WvBup6y5SnuesQdkLrlVkYsXnWHnaGO2caIMxOu6L4NaJtzkxFCom8RxznhrGnZc39Ytt8R4hJ7c9E0tN51HUQwrWwqPT/GvveJxolVXAIzXrfXew7NlnHlHMEI4IUZP0LKwwwMz5aJ6KknOcow7Np7frkPCTMIvWkdQis+RuiDtxD6egW4RWQJ6FqWecc4kT8tjhhcgU6Evv8a+s+ru4JFff050NkJvdPIM9ZFOp3t4PZ2cEdb5B1JYRHIlg8RplN8CWIHJHYp4rgmdipK6XAjml3MNLc9euiZC8nY8YzfCdY994Nlx92gjOkfGa+7aXDZm2ir+1vmTL8ARIEGRicxNhLxWp1J3KvoTPQ9MX9tIbSHiC3M0BSiMtJpax1sWEUSYVsGxjLwUzu0A8a4l2SFf0VOEoyYEK6ttfhWfzAXwGkkHqmzqCgjt0Bx7V1Rk9n3HI4gheDb/+s6FoSCKLrwmrDZBOKGQNeM4NukhYynZO2nH41djziC9DpeqSpEfmnx8atlI0Eik4E4YlmtAA0M+uD7S9E+7zZYD5hs/BM2jk2YgRnxhu+9Me4hJ7sBQdyf6MusKpZ0tGuPDrXMAjlLMN0LZXlVVfFoe+ffSKEziClrLHALz/0zrHvsG996jxLcKT5BkWtzexva629FcPn7myuJ1CjFf741dn7sZClhQk7n00+go/FfJmomv4rIIMCEZ/J1/Cm/vqFPHNLk95fJEnOeYLrB56oqm79UGacgcKNGmEjM22T6i5M46uQdX5VRH67AUxw9xBGkuwj3A8PHKUZmyXR8CHqLH6E3X0K7CHAoLpnTWAjw6qD5joD9Wpo/35fGrjO2qyFDMD1ngC84ZYuNgdBOmhbYSVWVMSENY8BMuoKtVaZRBH1zfEeGInyavmYSmUFpKiXLPsTMkiCC4hhuXGZaDz7SeL4VkfkHu7S5b0HwvTd6EYzYcalbjBk01cSTuDhOBd96BSImcJoj5ekMnL5NPgAAIABJREFUPOQoKLiM7nh07aCBkIEdD0mCSWQe2OUq9NO6tWDDfSDtRby0KGO3NbI1qtvvCMVeFjVFbMoUZO7awbz/i3+e2MEUX3QtxOV0OovITBla+WnXRfeKjyEuvgejEPCF3e3pn0VuMJTJsD4lwZicEO//Td2GWngl8Iv/ksmmSa8m8hzZ9j8MlokHd116RslFnezOxUfcNvcfEN7Pm49IpSO6ckyHSVOb7P6FPOMY9MHbCL7xIkLixWvwyxcOSTBhZ0ESTBhYRDL7nv9ZxO4Qr1LNaz7YyNw79sxgr22yl8F20BHIO/w4UGmKXuU72qCtXWNY1RpHkTf+2zusAhFskw6ButPuRt4lEi9JJi1/48FPJIfreHoBQsvezKgEbTrjs7J6T/+EU/EMLkfrDmmC2Tjz2D1CWsEsZp4EsF0hGs6EQsNioUchw4SVhFt+xi4D4XdkeEsn6Ziir1uL4CfvIvT2qwit+lrEJOhKLxItCb24nxKGgYpivIBZ9jkQtokHJ8evSdPQfLkrvE/VIM+KJJjIEzCkCGb9uRX720JUoQOnks4jmcgqPgmOagM/yKvXZPfC+KzgjPNBhUUmW4Svpq3+HsFXnkXwg7ehN3sHlLdaGNop47ZD3lFTDOM4s/5MkQbQ/KcZYO+GAY0vFY0lwQxxgmmqmXKKCnWWzthzUw6jnCNW8ZydXzGAQPcd7YahXudznq5XmGQWVYVlwq6GdfFAshi03Xsjgh++nUzNkiJLEswQJRhfTeXRxHyDDuyTbda88a78grMuhG3/w+NtZtQX9yodT8xPue8O2fKQf/J02A7+NaCIjM3xlc6nF6Cj8ZH4GqWhtiSYIUgwPldlPZin54JntZlvpPjyvxmJ6uMtIkZLm/vW9OUnIkJ+5anIO6Yy7ruZ4DuvoW3u3+MdYsrrS4IZQgQjXAPGOkKfgXjIBJ8iVUXRlf8wYrnEU4T/Utu82+Jpkpy6ioq846Yhv/yUuOQJgml/tA7cujGudqmuLAlmiBDM2gtO2SKvvV0c0uP70lK9AlMs3zB0+7/rIGLImC2hLz5Bu/tWw6ZkUIpqQUHVGbAdcYLp7kNfLEf7/DsgcillVGF84aiXhnbh5iRnLjt5dlVZc2twGQPCx2hIFetu+6Cw+mIgv8DUuIVHdPv9d0L7rn+clYgChNvCFmON2C09jexEfRGeQUTAE69OwlbFrJm+CL9QJI52oyOHXeipj5E/6ebLMi4TJIHWldQ1bCmyDJiaABOVmKE0V087VmdenuokgibUSbhKzhCMz+X8BsC2CSORIQ1FEG4RNwUFRYjl9yRCKYiwCfmVp8E68SBTIxDBptofutfw2TFdrDYj+JVSOsIwthMxdXsXgnW/Q6GOGdeVIeC1500/b4s0tkVi92WSHDsWPoDQJ8tiPsezCNHv3QBBStGi6pnGIGpFZmI8UkJbuMjtjhwwx2RnIlNGU1lwkcLYnmza0Y67l4i1nZUlJwjGf7bzadZxXOQZEMuNNhK4k4E26LSSVF6vi3w2OvKIlN1EcCoCRFg0ReS4GQyjOusek5B30pkpdRoMffwuWufcZNrTmAqLjbsSESiq9e7rgWAgIszKlmORX/57w9DOCPYUzSivh5RC1yWmCTKur4zZ8Pru8DwM/ec1cTVNrDI3Q+F6+5bNV1Ltyx3xyhAW5P7qihtANAtAoVirpW7PwAyb4lUiyfWznmC8NZVTSecnwrwWtYrwgiHW7h1eEHoJdz2zEbW1CtXWhgxXgFphrVsL1NYaaTy73QN+vuCUkQWdHeW6xidD4YlgMn+xMYDJEfFoi86/yviQU1Z0Ha3/+AtCK5eb7qLg1HNgO+BwbLzpMuM5O1YRxx1x7BH2NJ1PPW6KZMTxqujcP8d1hxRLj56/i2RuIoB4GkuQGW/ZLMpNhXMWPRMrTazvvCnb6QHlMgV0KoDNhMLAA6Vuzxlp1DvpXWU1wXDt5Hzfj/ZPiWg7AxlhkquQX2f804GRVw5ku2oQzuwqR+fG0IgO8DSAzgF4bKqeva2TDkbBKa7esWWTPN3aV5+h9Y5rTadnFc6Lhef8GUqJHc0X9Yk1rShQiorBbW1gEdi7e7eiqCi+5k7DF6n19muiZzHouYuZdSVE9slUFBHxr+XKmakQHV2mWI+EIDOtZdKbANKI8TMr3ALm7QlKEcEIhSlSNvT6FpnQblXUA4rnLMyeVJdh0Mhqgmk+u7Ja09m9aRBMRAv0EF2aikux9dVT91WgeRQj42PyizpuOxSefRmUEVskX/gmie0P34vAq8+blm+ddAhEdgKRm6jl4jONuDTipUrcDRlZT/Pyjd+EAR0CAWg/fAP2e1F43pVG7Jr2x+oR+N9/TPVnPeRoFJ52jqm68VYKvPwM2h91x9tsUOsTcHuy8qoP5kCymmB8M5xvQMGBAOms06Wlcxel1ArL63I2EOBM1YTl/aYSeSec3PXBJjmwlXBUbDGcBb2m1RdxdvMqTwMxo6V2lnFPwhtboAt/IBH8W6QqUVQoxSVGYG/e2Axu9hkEI3yiOjz/QuczT5jqTx29VdduKYkhH8SFtkjT0nbfzeCOdlN6ZEIlBi//Cj/sN8n93oAvjAd7PFlLMO2uykM6oIugq8MthP2G1TV+mmowN9ZUXKyxcksqL4DVbcYbEfMNnx2Rlyga0YgPPBCAZevxUSPsC1zE8/HG2vPBbP4l1XbgESgQuwrVgs4lj6HjhcVGvqNoxbLznii6sNao0nb3XxH8+F1T0yKOVAVnXhDzslf//muEfvohYjiI7iwI7NuA0JcrEPzwLdMX2qYUTXElAjopoO5VMn/hLwF3UtxnKsVnLcH4XJX/BPgIVbWeMWzOgjjeXBOH03+28zTW8WDiEuJsKcglaoSIrh+N+xsRqiFCHiRRR1x0tt1xTVx5j0SM3cLz/2LkMRK7gdbba40dQaTS85gngoNvvPaCuGxW8k/8LfKm/C6ifPEs33J5tbFLiu4An7lhNaKuACPXC/3W4W5YEOdKydjqWUsw62dMqbCQZSdHfcPN6UK3K3B4sDNd/ZntR+x6imZdtSn7YvhWRp4g9y0xX3VEzF/xXK5utR0sB06G0icGcOCNFxF49Tlo33612b5EBLqyHTDZsMpVelgTi/SvIvlZ6PNPEHz/zU3EEHlU4ngYzX2Aveux8e9XGbmbcq0QIaRAnTWsbuF9uTS2rCWYVbOryubZFzTX1iKUzgnxVTs7Qcatf8YUYasi0oaIfErhisgVHXhxSZcnchTbFOt+h6Gg4g9dkfEiheHUtM0ZIcXxx7rr3rDudUBX3+JI17cIg7dAJ7jFj/bH/wmRryhSsR1+LAp+XxPxd8Mx8/47MjImzAAXQxugX+NwL86gTHEDHNGm5llLMMkZfvxSvK6K7wiUcb5Ow678hxHcKVGCsR16NPIFuRSXgNtbQQVFxo4j9O1KYGNLV8rXMVuDiocZF70idoxwlhQZGwt+V911VySyQfrWQ/v+G6Cw0LhLEo6YwrpXWAGL9LQdj9T1yqnUU99YBBNY+jLa598ZcxcW/6wOXgtmfAeLemHpnIWewdMidT1LgokTW6/LuZgYU3pbLcQpJAXVxcuNdffIdiTRjkjCDSD/d9VQCgoRWPYmOl9cggLnH4BAJ9oXPwp9zQ+GxsIIUAS1EoTR+ezCriMPEYovv8Ww3g3890kjZ7bYrYjndpHKhDs7DFIQNi62I08EQiG0Pz4PoY/f64dCrCNS4IXFaF9wfwrQS79Icbumgd0d0K/MljSwiaAkCSZO1H6eUXGmTaW5feP2xikm6dWFP1LesVMjHy8iXfIKgrjyH8aTc8dTC4wUIOIYZTv0GFj3PRSBl57qlaJEPKEbu5xmr5FW1iCekVtC3/BzL/8j4RgpCEYTXtsPzzHqiXQrIq2tIKjWv10OkXakZxHkJSLzRSrtD96NwOsvJh27tAoktBOwsCO/4OIthkAOJUkwca4ukV2gZfUHrXqX9WXGFHHJKp55I5VIz9QiK0HRrCsRePMlYwfSfUcjHC4LZ14O3bcBbXW3ACLgt3ix2m0iLHvuazz9ipcl4TQZzoUg3/kHWLb/VRdpff7xZrXERbBl5z0Q/N9zCH7yyy5GODsW1lwKyy57RRgCo+XS6dDjsOPJhMkhIp1Z/4ZBr1mI/1Zc17gilutAJuidLB0kwSSAZCZ6bscimEiGduIoI4I/db0M9Q7fYDv4KNgO+jVEIHBhNCc8t4V9Tv5vZxjkIXYgLcK2pmdMGSKDJIRMkV6k8+Vne3kziydvkaVS9zch8MKSzehbxu+MwnP+FNFVQuyQWq48Jw2e0eYXhEi4BvDzgLpeUbnrWwoBAdJ0hbiJ2PJTyKp/3/6zbeW4BQuazEvOnZqSYBKYS//ZlW+yzgck0DSpTcQFqtiBiKOMIALhzRyttD90DwKvvdCrCg0rQd5vphpHD33Nqt7NRfqR/Q4zZHOzH4F3/gdSLcir+L1hGyN2Mf7zTt58NFKGj4Jlj0mwjN/J2NV0vvIs0N7HGNWWB9vBR0I8YfcMGWE7ugIFJ0X26xP3PW31tyL09RdAKJhUHBMRJh7jtOLQViNue/LHRNoPlTY5TTAirgYtWJDU+Ioi9Yk1qDzN4PTmSe25IoWj4RZju+5J9pgIZeRoU+tVBJgSdiTo7BlJgJB3QhVCy96Atukyt68w6177w3aM0wjVoDf7Yd1lz66dBjP8F/zeuO9WthkPUU+8FonXpeCH70TcbQhbG/FSBf0Xq+KiC66Ocjzq0ki4IojL4YDI1fTVZ33GYQqCpFUiwnp7nWdk0gTmqKCcJhhvTcVy0pXPWafZyXCA9J9TfiyHFOFcMygxOsQ9heVXu8N22DGw7LpPQv5KwhpXGL/1LCLEgrhrEda3kQpZLLDsdQDyjpxikInYPYnSsehBBN74r7F7EkZ5wY/ejfsYI56zi875kxFky2wRgaSC775mZJkURzizsWfMyo9Zj+hRR13DAPLExOwhJyrkNsHMqHiFFDpUmNsz8ScqlL+XuBseiHfmfK7fjmfufJCIhWNl2jETxxHb0eWw7j5pwDFTQh+9i9b7egecEi4Gwks6VlAmcbdSOOP/IKLuCeM58aJkPEM/eA9C7y+N6uekjN5q83N3X/yLzr4Mlr0TP3EKvcUltdg5JT2nU/jFogUYk0bVe/qG9ot3aeV8/bR/LOlEtPm8aTvpAW0ZACNY7SYPlRbS8Ymm4sVgKPjvLec99Uk4nbyu8iMIdCRBcTF4RAznl5QMSzgO5h1dYeR7hvCwTlIRgaA6Fj/aS5plj30hfI+EM6G4PxHE0V2ULcYY5CYubsUuJ/DS0wiu+MiwuxEXwTTMbljoCvsZYTMjXpeMIuL4jh5nROgT3sx9d06iipHytubSqH5UpoYtLIbbNhq+Uh3PLoQm7mpSVJi51UHqBHIvSkeYvBSNIj1ic5pgBIS+GVPvhaKHiTZEOog7wdgIQgcx/cRgYevuAKMYCorAnD8YOxaht23yccg78bdQhtmTvhLEXUZr3S2GjUp3EbsYZew2XfGAReJ6cZEqUr+K+C/in7wCI25u5/+ehfbF8q4jiaJA3Wpb2A4/ziAITWSEFCEbOtuNS2FBKsY/Lf6wsXFFiIfiy26KHgNH1w0bG2FrY7aITAltd14H7fuvzDZJoB79qEGr11l9dGR9Q+rYLAHNMqlJzhOMANtf7XyLCftlEvDRdDE+vCtuheIYbkplcVwRuw4RjFs8NZOioHDmZSK8X8T24uNrnXMzuKl3ChBx/FHH7wx1q20MghELRG/xIfTZR1GPUCLkpyAbGrklFFsetJ/XQPvx264sA2GKEZ5h+mwjmHjEImLqvvsaAq88C8vuk4zMlWR3RB1Xt6zg0pcNv6VUFyLy6zrucATtt9H8+cLNW5YeCAwJgjFIxlX5NoP3zYbZF8+8hbOviRjzZPMYgkHj6Vhcsmore4fDKTrvCuOjjFa07782QjAI+5a0FlVF3rGxE6+Fvv4cbXdfvznRmkiZYt3vcNgO/03MVCfBj95B2z03pG1YDG4lpr866j03pq3TLOhoyBCMmAuvq/JxAke2Rc+QCRNPwMOuvcfIQdSvhIIILX/fMIwLrvg4YpR/dfxOKL7o2vAezj2EiheY9kfq+hFUyqCw5aHwFBesBx4RI5gWo/XWKxAKF3+GCOp2E4wdjWXSoVCKh/VTd7DSzCrET5TUNWb8GkvZ/PYRPKQIZhPJnK+AaxlIS7aARCdSXKDmlf++K7KdSFD/3Vddz7Lvvg72N4E1LabovONOgjDZj1XEDqZz8aPofPmZWFUH9Ls4RhXOutJUilvxKiQMA4UxX+RCgM0G6577Iu+wY6FO2Nk4PolXpdZb/gzdCEyV/sKMeaX1nhnp7znzehxyBCOmYMM5vxunhDquI9A0gMNsEzJjoshR1vUxMne97Gxsjsveg/ILUXD6uTHDUHYxmGY4NYoYutrqVXHbskRDTMSrsey2D/KdpxovVbGKIIbWmy6NL0VsYZERaFwdNRrBT5bFFXs4lj7x/i5eKxVSrrLXLbo+3ra5Vn9IEkz3JHZUV+7YAVQz9JMUhUYzs22wXo1StbCUMeNQOP0i4wLWTDFiwHz0LjpfftrYCfR8rjbTvmcdI6XshF2R9xsnLDvsYgpa0Z/IYaR9k+0PM+QHbBMd7n+n8ikr3ilJe/0hTTA90RbGdITgaWD91zp4PAh2gAoEQCLTY88i8oSSTiEd8CuEZhC/qTPtRcy7ZVqcGKG3OG4VTL/IMJAzXUIhhL74BMEP3ja8oY3XJuFBvcmrOqwcRQHZ8qE4ygyzf+v+h0HddoLpLkWsmLa5f+8VHsJ848yrSYTb7XWe2ZmnWfo0kgQTA+vujI+9/jKjf5LztRecskV+e8eng+qjFGUs6g47G9H+xfNwIkXf2GLEgBGBqwLPeXrvbIgMXyXbxIOgbLlVwkZzHYseQud/FiWiXka2IcBnd3sy+q4v1cBJgkkiws2uyn/q4DOTKDKpooRlsMgeKSxzEy0iJ1L73L/3et1RykagcPa1xv1HQoUZHU89jsDTT0TfISUkfGCNRDBuaGpFMC+0QdFpAjTaQxUuI0yTGMIQM3Ih5g4VdGDxEHYpkAQzsPW3ubV3+jQnVO0R2uSWkCSxSRcjfIJEDF3LTnskJpvZSGwvLoS7i/DsLppda3hSx11CQbS6bzHufdLusBhz98oigfk9dnfjeT2ripTFG9fYt1dZ2TUI3MjM24dLKSwiOlhAFw1zN9wZNy450kASTBImsuXMqsM1a/BpAHFcciSh4wRFCEvh/BNONtwREiki/UnwvTd6EYwIjyl8juIp4nlc3LmEPu3t3R2PjFTWJcKn9jrPrrH68LkqrgfTuSA4+tel+x3uhrNiycjV3yXBDHBmxR2Nr7ryJyKO/f46wL6S3Vz4EBX8dnrkFCUROkwGwYhL49a7ru8KtZCBhYH2kBo8dOScp/pHJw+j7+ozpuxUaFMfAbB3r58JbzrqPAdl4BDTopIkmAHALOLz+te8vwpM5j3xBtBfKpoK58b8k6d3+QSZjEQxIILp7EDn843oeHZRRCvkVIwzLpksoFCusbsXdeXAjaP4a5zLmbFLdxMGf1zqbkzwPBpHxxlaVRLMACamuaZigc500gBEZExTdevxhtWvEXQ7BtEkRDDMhs+UCFBlGAxmcGHi/zlG730k1dYmlNSvyVWxRgFtKQzuSNcfdcxdPGQDU0mCSXChN1eXn8UK1TGTJUERmdfMYjUM8kT6VmEgR7bwT9rxEkzo0/fR+dIzEP8Wti6ZXnTQoWXuhtcS1bO5pmIKs+JhZmKi20vdDRclKivb20mCSWAGfzrtmFEFBYVvM7BNAs0zvolhgbv9jrAdcgwsO+0OEUN3c9H1rlefvq9IF11rGNhtPhqI+LlfrUDwnVcREqb7UcJxZhogoY7QViMeHFgwb191xWdMNJbBl5S5G+sybYzp0kcSTAJIN9U4b1AYlyfQNOuaWHbY2chaYJ14EKBajNi97Y/VQ/v8l2BVIvVJ0fl/MWLBoMXf5e392vMGwWRjUYl3HVbX2Dv+RZwD2TDjxJNIUY8KFhRePRQSrEWCRxJMnAtHVPe5nD8DyLpXowSG+ksTIlh32Qs0ZmuEROzbHgnQRDQ7EX5B5KwWcVhEytlsLgz916XuxS8NdAzvuiYWTnK/FzmS+kA7yIL2kmDinKT1M6ZUWEhtCGdY1VcUM4OIvtKgPwRN/9GiWu5joCscvywZiwAzXVta33B1xiqYRYpJgolzsryuig8JFPvZkbCeVP20klH7vND9GiGsfUnVHhf+h3F2K6unEQEGLSh1N5ycxi5ztitJMHFM7eNVVbajS4NtFH0XEmTiRq1duzDcRaHPVVEDpjtBmZXbOg4Ycr4qM3/aTvrhY9xL1uf8YFM8QEkwcQDsnzHteFa0pyI2YfisFuXUojmLItcRoTtrpswiXb1Vkkwc4KezKnNHPpQ982W2gAGjLgkmDgi91RUPENHpEZqs6ywo2N3si4G3puJMYnKL1EBxqCCrpgkBq6qcGOsPRZpUyepuJMGYnL6XJk/O32eCYxkTdu7bhEArS8bsuUu8lp9NNRVTiMlDEE67smQWAvyYw914SmbplH3aSIIxOWfrTz9xrKXAshLclSVyc2H47GP3GhkvuXS3b5059YRQSHuCiaLGFjGppqwWBQGRK86ku5XINfzDcz7L+JMXLNiUplJCmwgCkmBMoibi93YSf8I9XoBEQKFgsbbDiNsGaPXpqngMoN+aVEVWSwABnXmFoijzwXwFgP55TvrIJBH2XMUfy+Z4Hk6gO9lkEwKSYEwuhTU1FbvkM33U/YIkHNlYw41l8zx/NikiYjW/y3kVg6+J4+/rQLscUu0J1AE1dETJnCVvN9dUPsrMpp6gCfSO3d2QNRlBM3FSJcGYnJWWmopddCaxgzEwY8ZaR71njPhLZ1JExGpeV/lCgjJ1oHJk+/AIEBAMWvnQEfc0vvXzjBOPzyNLA5syEyBdYa26pH7xPyW2iSEgCcYkbk2uykMU8KuiuliwOvTfJMOcXMjzVVeuAvFWJlWR1RJCgL+y1zXuKJq21FQ26OByM2IY+MExZq/tEr1jM9NHLteRBGNydtdXT93XQvrbxu4F8JS6PZUmm8as5nc5OxjIi1lRVhgYAsSXOOoabxUpaoDOj8yGOCXQU3Z3w4kD63xotpYEY3LefedN2Y6C6hesQ1ct1mOGzVnwismmUautP7Nif9VKS+VEJAPNGDKIfujMz58kbJWMo5JieUrcpZkpIsfRSl51xVB3XjSDVc86cl2bRGy1a8qIQiifgeh9e5P1RErS86W/2vk0ExKLvm1Sd1ntFwRCpF81om6xkdLV63I2AHCa/QgIeFdRrRcn64/LUJgXs9gOBSyijlG43o/HuNc0VmpG1C96JxmAiGRteW0d4v4lHudHDURqpqX4SAYe8cowQlLG2UhkCiip8+zefTnvq3b+B8AxpgUR2sH0WGdB/uWjVoe8yfpDE+cwsqZ6vPOTNQNLhaK+s6fe67hv0TnJku2bUV4HRXGZlcc6/0/Lw6VqgKpBdBaBh/L8faFrykWKhXcD801mMQRoY1ANTO6ZLWCTC8hpcfEVg5nIq1n148XrlPn+h1bNobxA455pnl1VRrctaIq7YZgGPPv0sf7W5s/MGH2J5gS02N2eEvG/V846rmREp+0NAsXM2ZMMXTNJhnjBg4Lp9vs8D3Xr1VQ99RyV+C4Gm3G5YJ1wU1ldb/slf820CdD1B5mwH2LIIWC9DvKQLXSD4+4l32QSPpmmiySYQZoR3wznG1BwoMnudQvUi4vdC28T9cXHwKwvBfiXILgmBWV7NWa8U1rv6Wf8JjzUFVZvMxXQi/EfR73n2L5YcC0srWun7dIWDE3MU/lY6MpoFnZOCph0tIGUd1gLvNoRCHy85UPPiaiGssRAQBLMICwRf43zdtZxvpmoeGKCdKaG0vqGzYZ4XpfzQgIMshlqRQfeKnN7Dgg37g0zyq9WFSVmLiNm/ra0vnG7oYbdYIxXEkyaUfe5yi8FKzeAzIXOZOJPS+saex2FfDXOl8CYnGbVM6M7xvq2oHbomPlLwkYU97rK3yMo+8RQtsWx6biZGYPKXS0kwaRxbrtiwGCeWZ8jBi93uBv36OuO4Kup9IHZnkbVM6YrIgQ1aH8sq1vyaDilxMucrb19dbQQGCIt7GqvddSuCxZszJiB5agikmDSNLFNMyrOVRW6q9uXKVq34txPzLc46hv/1Ldey5lVh2vW0PNAXE/bv4gh/glQ2qAo20DTBi0A+aYn5vdVlecVWwIP+Tvz/w7wDDPToev6nLK5iyO+5vmqK24iosuiGNG1/ui1bikJxgzaA6sjCWZg+MVs3UUIwblE2EHEI4lZGF8obLm0ZO4TjeHq+l0VdzPTOWbub/q1JzwPzpu5Lq953Ui2DLcE1AkBcDmRchwxbx9Tt+RWCKpacJ9h854yEix9c8Zkx3Cb/RXdREB1hfiJkrrGqmjq+GoqmsBUGq4Og1tXe22SYJI7n2GlSYJJEciGvwsFriNGJYOjBpMiGBYtG0H00Dpr+58m3PVMxOTNflfl2wzeNwG1P7B7rftHMgzz11R+yczjzculDmZ9vUIkDP9CDP6ZGMOZMcEM+RFIhxo62D5nydLuPr3Tyw8jVRH5iKI+N0d6Seqpu7+64mEm+oMkGPMzmoqakmCSiCrXTs73rhlWqUKdBcZuOjAsMsDCTosCDP5GD1EDOZS60r8v+i6WOj6XU0S6Hx6rXs/fmbnVQVuMIrc7YhKwlprKqRqzSKkS89hEQKem8//5Q/5/bTf/ZV+vD9tV+SSDT4iln9jMKeB77O7G83q3d4qn5gujtWfgy1K3Z0K0Oi0zqw7XtOBzQP/sDXIHE2t2kve7JJjkYQlvtVMchf7YM5A3idAxxoUKX7olAAANg0lEQVQDg6B0MrgFTJ+oBM/6gPfBvh9oLHV8NRVBMJkPFM4kDNNOcNQ1PB9DttLkqvhUAf0qlg4A1rVsVA8e98jClX3rbtqFmHIEZejLSt2LJ/aV4XM5OxDFu5yIvrbXNcTcbXmrK74monDP0fIOxsQkJ6OKJJhkoNhHBtfWWoCXDRJ4+WVg3ciRetWCBSHx/wcSoGrDOb8bZ9E6v2U2ZbHapRXjz456z41mhrkp04GJ4EoUZPClpW7P7X3lil1c8+pSb6xj4aZ2vi+xamxfD+VmV+WTevRdkLBqdsTC0uuq/AeBZ4cZe/uP8hXJzJIYcB1JMAOGMH0CjJg0ir4UbDYLAa8PQt1jpHvRGjNa/lzt3MtGEDFvYjtfRiAurqqy+UuDywHsEKtPBjc78gLjqM+dkxEaI6B+FenFzWg3Zu/hsYJA+VyVVQA/1vdOhwFfqdsT9gI4ls7y9/gQkAQTH16DWru5uvwsHcpcM5eohqKbAiyZVZpdU0a0wPJfHbx7rDYMuq3U3XBRvx0MoPiqna8Q4ZBYMojIX9Jk2YrC2KP4XBVrANoyvAzy28fsOSI2wfx2PHPn60TYoqccYlpnr28YFUs/+fvAEZAEM3AM0yZBeHND12ea7NBnDzi2o/nze13CxmrrdVU+TuCoT8BdMmiRw90wLZw8b7VTpMadFWtx6aAfS8fsuW04ovDVlNdBV1zhwyiYIxihm7+m8jVmPrinnuGso2PhIn9PDIFYayAxqbJV0hEw7jZ+dCwyG5yKGHfb6z2z4lWk2VX5Nx18Sax2RPS6va4h7C7FSLFL2pMxd1oRnA5F377pJx4Ji+VZcP/Mlwz4HW5PWaw7GCGn2VVxnw6q6UUwOh4ones5I9YY5e8DR0ASzMAxTIsErqoqbh4efJx1E9HvGGx3eyxE8Wc82HDOSQepodDrMQfFvNRR3xjWG9wgB9Uinogj27MY79T0J0ddw82R+vK7KjdwOI9xhs9Rb+4OpaWm/GyNlTk9+tAYdFGpu+HOmGOUFQaMgCSYAUOYHgFxEQzxT466xtGJaGY4Y0KJ+NF3y4wWCNsgGMXyfLQdDBF3lIz2l1Lty+JJOmzxu5yfM2BkAuhZiPGdvd6zrZnxeWsqpxLzwh51faoWPLTbgtiMDFkncQQkwSSOXVpbxkUwujLHMTexyHt+l1P4S/Uyfgs7UF3/u2Pu4ovD/dYyo+JcTaG7owHEzC+V1jf+OlodX43zP2Ac068O0beOugZT4RZEat5ASH+yO2UsEX1qr2sYcoG60rpYe3QmCWawkI+z35cmT87fZ4KJOxgGqwrvNqyu8dM4uzCq+6qdz4Lwm+htKaizdn5Z/eL7wtXzupzzCDgrogzmDg3WI4fXP/FGtH68Lud8gmG42HsHo9BS+30NpoJ1NdVUTFFY8XRHqWPGXaX1nvMTwUa2iR8BSTDxYzYoLRhQmmucDzDj1GgKiJCSdrfHloiS3ulTt4Gqv0hAVCtZJrR3gCeNDkNiQk+fy/kuAXtH1IGowVH3SwCtSPUiGcoRcLvd7QlnQNdPlCAYFbSIGRaRQjYY1CePuF/G0E1kfSTSRhJMIqgNUpsN1eVnWUiZGz3kA3/lcDfGNHILNwRhyGcl/TkGHFGHSPytoy58RDix09p7R4eIW1wQTobwi7Io2M/MDqvFVXm+xnxHn6fqgAJylbgbHjAzDcYORqcGEeCLQZ84vJaJMhOAGeSSU0cSTHJwTIsUw4EvFHwp6uXpALIQrp8xpUJVFI/w7o66SyLcYa/zhHVIFIHRm1uD68ORoJCqEE0bVtewyAxgG2umnRJi7V+9ov0Tey2KZXLxnIUiM2PM0nVEInHJa2Vgdjj3hphCZIWEEZAEkzB06W+4zjV1tAX6DxGjtRF0Vafrh9U3XJ2Idr6ZFX+GRn+N3pY7Nbb+OtL9yaYn6hfC717wpcNn3dXsDqLNVVnVyfxv6sF4IvmZ3e0xHa6iaweDx0Gk2wsKtqc7Hl2bCDayTWIISIJJDLdBa+WrdoYixfMVYRTaiPcJdzdiRmFfdeUiEEfNua0wPVhS39Dv4rVbfkt15TUa8V/C9MehIB8Yz/2H3zX19zpr/6LuJyBjK6NcY3cvihnYu7t/r6v8CAWKB4zX7PWemGEkzOAk65hHQBKMeawyoqa32tlKhMJwyhi+PXUNpixcw7X3VlcsJ6JdIg1UXCAHoGwTyXlSWBv71zgWg3F0TxnGBoRwn72uwaybg9F8o8t5YYhxW/eJjcCdihaaFI8Ny+ozpuxUYFWXBDo7pm3x4LOmjlUZMdE5ooQkmCybSH+1862u5GD9C4O9pe7GhHIltc48YWJIsz7DwMjIkND9DndDxOdnkUyuubX5HQZ6Gfkx82rH2L23ieWc2Ldff03lHGY+u/u/M/MLpfWNvcgr1vSxy1Xow7rrwzlmxmorfx84ApJgBo5hWiX4qitvYeKLw02cyLtsr/MkZETWXFMxRWcSoQ3C7o4AxEz1sSn+sAh52VM91oPaH8ruD58FIBp4gmDAXNN9YdwGbeQY9xIR0S+u0nzetJ1K7l4YNs1JXIJk5bgRkAQTN2SD28BwJFS1xnBOgARebnc37paIhk2uihsVUL8sBkKWET9X4TN6pmsN10dTzZRTFFYf6fUb4UVHneeoRHTyuSoXAmwknCOmpfZ6c8Z1ifQl26QGAUkwqcE1pVJ9LqeI3bt1304GYgbf5Kp4VAH9LpziDFpc6m6oiDUo7wznhaT8knGSmAKKxXLMsDkLTIXQ7CtfGOyBMREKQvZOx8h4Q0/E0lf+nnoEJMGkHuOk9+CtrniAiE5PJsF4Z1S8Qgod1lemuD8prW8ca2YQfpfzKgau7a7LjFdL6z39ZJqRJep4q53fEmFrnaiuLM4LYrN9yHqpRUASTGrxTYl0cRRRoT4ozN97djCQHYzX5VxJfcJcEiEETa2wz134tJmB+F3ltQylywZH+AwoXF5S17jETNu+dWprYblwdcUKHQjdOaZxt9paGDGNZckuBCTBZNd8dX27IjZMWeiDvnmMkk4wwLslbs/+ZgI7Cb16Eox40g5a+dAR9yTm9+OdXr43qzS9I6DfHSkPdRZO3ZBTWRJMlk553/sOMYyBEIyvpmINuHcMXJ2030fKAR0ONq/LeSFh8x1MW1ANHjZyzlPvZSnEUu0kICAJJgkgDoYI4TZghbYCoJLu/gdEMNVOL+gXJ0ci+qmk0LIr3bZAOC6aKsKXyUKqx3ikJvaGLDgu0R2MqQ5lpYxHQBJMxk9RZAU3JXqbPlCC4VpY/KsrNvQkKx1cV+Zu3GzkZgYmkS6XueNDIipixlodlqmxYr6YkSvrZC8CkmCyd+7QMv2E3TTV+mF37FtifGav90Q09Y80VEEwzaud63qGadBBh5a5G16LFx5fjfMlMCYD/JPG1mmSYOJFMLfqS4LJ8vn0VVfcBKLLxDCY6OtSEylV+w65L8GI16MSHmWPlss6Emwbzq6sVnV2E7A2xHIHk+XLa8DqS4IZMISDL8BXU9EEplKR1L3U3Vgcr0aCYHyrnU0EDNvU9gOH2xM5Il2UDozMjo7QRoa+0maxnV40Z4G85I13QnKoviSYHJjM9TXlV1qgXENMbSXuBrvZZ+WeQ/e7nKs3OynGkc86HHyGIaBCEwqVvItsc/69NAcglkNIEAFJMAkCl2nN/NWVb4L0kSVFtv3iefnpHofP5VyGTXF0lYC6c8n8xJ0DRdgG32rHPQVMN+fXN3yRaVhJfdKHgCSY9GGd0p42nPO7cdA6XMFQ8N9bznvqk3g787nKF4KVqUSkl9Q1WBNJ2tazTxEmIZE7nHj1lvUzGwFJMJk9P3FrJyz0EzsilV/NUC8GeL3D7TGVcyhu5WSDIYeAJJghN+XhB7z+3Ir9rUHlLjA0GRZBLopkISAJJllI5oCc5urys3SoOzvqGy7JgeHIIWQAApJgMmASpAoSgVxFQBJMrs6sHJdEIAMQkASTAZMgVZAI5CoCkmBydWbluCQCGYCAJJgMmASpgkQgVxGQBJOrMyvHJRHIAAQkwWTAJEgVJAK5ioAkmFydWTkuiUAGICAJJgMmQaogEchVBCTB5OrMynFJBDIAAUkwGTAJUgWJQK4iIAkmV2dWjksikAEISILJgEmQKkgEchUBSTC5OrNyXBKBDEBAEkwGTIJUQSKQqwhIgsnVmZXjkghkAAKSYDJgEqQKEoFcRUASTK7OrByXRCADEJAEkwGTIFWQCOQqApJgcnVm5bgkAhmAgCSYDJgEqYJEIFcRkASTqzMrxyURyAAEJMFkwCRIFSQCuYqAJJhcnVk5LolABiAgCSYDJkGqIBHIVQQkweTqzMpxSQQyAAFJMBkwCVIFiUCuIiAJJldnVo5LIpABCEiCyYBJkCpIBHIVAUkwuTqzclwSgQxAQBJMBkyCVEEikKsISILJ1ZmV45IIZAACkmAyYBKkChKBXEVAEkyuzqwcl0QgAxCQBJMBkyBVkAjkKgKSYHJ1ZuW4JAIZgIAkmAyYBKmCRCBXEZAEk6szK8clEcgABCTBZMAkSBUkArmKgCSYXJ1ZOS6JQAYgIAkmAyZBqiARyFUEJMHk6szKcUkEMgABSTAZMAlSBYlAriLw/yQkS8FADfW/AAAAAElFTkSuQmCC"/>
          <p:cNvSpPr>
            <a:spLocks noChangeAspect="1" noChangeArrowheads="1"/>
          </p:cNvSpPr>
          <p:nvPr/>
        </p:nvSpPr>
        <p:spPr bwMode="auto">
          <a:xfrm>
            <a:off x="307975" y="-166688"/>
            <a:ext cx="666750" cy="676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307975" y="938786"/>
            <a:ext cx="9037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+mj-ea"/>
                <a:ea typeface="+mj-ea"/>
              </a:rPr>
              <a:t>Sidecar Proxy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7975" y="1568704"/>
            <a:ext cx="4789041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500" dirty="0">
                <a:latin typeface="+mj-ea"/>
                <a:ea typeface="+mj-ea"/>
              </a:rPr>
              <a:t>공통 부분을 </a:t>
            </a:r>
            <a:r>
              <a:rPr lang="en-US" altLang="ko-KR" sz="1500" dirty="0">
                <a:latin typeface="+mj-ea"/>
                <a:ea typeface="+mj-ea"/>
              </a:rPr>
              <a:t>MS</a:t>
            </a:r>
            <a:r>
              <a:rPr lang="ko-KR" altLang="en-US" sz="1500" dirty="0">
                <a:latin typeface="+mj-ea"/>
                <a:ea typeface="+mj-ea"/>
              </a:rPr>
              <a:t>에서 따로 빼내어 </a:t>
            </a:r>
            <a:r>
              <a:rPr lang="en-US" altLang="ko-KR" sz="1500" dirty="0">
                <a:latin typeface="+mj-ea"/>
                <a:ea typeface="+mj-ea"/>
              </a:rPr>
              <a:t>Proxy </a:t>
            </a:r>
            <a:r>
              <a:rPr lang="ko-KR" altLang="en-US" sz="1500" dirty="0">
                <a:latin typeface="+mj-ea"/>
                <a:ea typeface="+mj-ea"/>
              </a:rPr>
              <a:t>처럼 역할을 하는 형태로 두어 해결</a:t>
            </a:r>
            <a:endParaRPr lang="en-US" altLang="ko-KR" sz="1500" dirty="0">
              <a:latin typeface="+mj-ea"/>
              <a:ea typeface="+mj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500" dirty="0">
              <a:latin typeface="+mj-ea"/>
              <a:ea typeface="+mj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500" dirty="0">
                <a:latin typeface="+mj-ea"/>
                <a:ea typeface="+mj-ea"/>
              </a:rPr>
              <a:t>클러스터 운영자는 애플리케이션을 간단한 </a:t>
            </a:r>
            <a:r>
              <a:rPr lang="en-US" altLang="ko-KR" sz="1500" dirty="0">
                <a:latin typeface="+mj-ea"/>
                <a:ea typeface="+mj-ea"/>
              </a:rPr>
              <a:t>API</a:t>
            </a:r>
            <a:r>
              <a:rPr lang="ko-KR" altLang="en-US" sz="1500" dirty="0">
                <a:latin typeface="+mj-ea"/>
                <a:ea typeface="+mj-ea"/>
              </a:rPr>
              <a:t>를 통해 구성 가능</a:t>
            </a:r>
            <a:endParaRPr lang="en-US" altLang="ko-KR" sz="1500" dirty="0">
              <a:latin typeface="+mj-ea"/>
              <a:ea typeface="+mj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500" dirty="0">
              <a:latin typeface="+mj-ea"/>
              <a:ea typeface="+mj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500" dirty="0">
                <a:latin typeface="+mj-ea"/>
                <a:ea typeface="+mj-ea"/>
              </a:rPr>
              <a:t>개발자는 </a:t>
            </a:r>
            <a:r>
              <a:rPr lang="en-US" altLang="ko-KR" sz="1500" dirty="0">
                <a:latin typeface="+mj-ea"/>
                <a:ea typeface="+mj-ea"/>
              </a:rPr>
              <a:t>Business logic</a:t>
            </a:r>
            <a:r>
              <a:rPr lang="ko-KR" altLang="en-US" sz="1500" dirty="0">
                <a:latin typeface="+mj-ea"/>
                <a:ea typeface="+mj-ea"/>
              </a:rPr>
              <a:t>에만 집중 가능</a:t>
            </a:r>
            <a:endParaRPr lang="en-US" altLang="ko-KR" sz="1500" dirty="0">
              <a:latin typeface="+mj-ea"/>
              <a:ea typeface="+mj-ea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9144" y="1331762"/>
            <a:ext cx="2457450" cy="3819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0002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1BEF1B6D-EDD0-46B0-8C4B-4503BA8E5168}"/>
              </a:ext>
            </a:extLst>
          </p:cNvPr>
          <p:cNvSpPr txBox="1">
            <a:spLocks/>
          </p:cNvSpPr>
          <p:nvPr/>
        </p:nvSpPr>
        <p:spPr>
          <a:xfrm>
            <a:off x="294114" y="264068"/>
            <a:ext cx="7444968" cy="42862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400" b="1" kern="1200" baseline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</a:lstStyle>
          <a:p>
            <a:r>
              <a:rPr lang="en-US" altLang="ko-KR" sz="2000" dirty="0">
                <a:solidFill>
                  <a:prstClr val="black"/>
                </a:solidFill>
                <a:latin typeface="+mj-lt"/>
                <a:ea typeface="+mn-ea"/>
                <a:cs typeface="Arial" charset="0"/>
              </a:rPr>
              <a:t>7. </a:t>
            </a:r>
            <a:r>
              <a:rPr lang="en-US" altLang="ko-KR" sz="2000" dirty="0">
                <a:solidFill>
                  <a:prstClr val="black"/>
                </a:solidFill>
                <a:cs typeface="Arial" charset="0"/>
              </a:rPr>
              <a:t>Service Mesh</a:t>
            </a:r>
            <a:endParaRPr lang="ko-KR" altLang="en-US" sz="2200" dirty="0"/>
          </a:p>
        </p:txBody>
      </p:sp>
      <p:sp>
        <p:nvSpPr>
          <p:cNvPr id="9" name="AutoShape 2" descr="data:image/png;base64,iVBORw0KGgoAAAANSUhEUgAAARgAAAEcCAYAAAAcH6uaAAAAAXNSR0IArs4c6QAAAp50RVh0bXhmaWxlACUzQ214R3JhcGhNb2RlbCUzRSUzQ3Jvb3QlM0UlM0NteENlbGwlMjBpZCUzRCUyMjAlMjIlMkYlM0UlM0NteENlbGwlMjBpZCUzRCUyMjElMjIlMjBwYXJlbnQlM0QlMjIwJTIyJTJGJTNFJTNDbXhDZWxsJTIwaWQlM0QlMjIyJTIyJTIwdmFsdWUlM0QlMjIlMjIlMjBzdHlsZSUzRCUyMnZlcnRpY2FsTGFiZWxQb3NpdGlvbiUzRGJvdHRvbSUzQnNrZXRjaCUzRDAlM0JodG1sJTNEMSUzQmZpbGxDb2xvciUzRCUyM0YwNjY1MCUzQnN0cm9rZUNvbG9yJTNEJTIzZmZmZmZmJTNCdmVydGljYWxBbGlnbiUzRHRvcCUzQmFsaWduJTNEY2VudGVyJTNCcG9pbnRzJTNEJTVCJTVEJTNCcG9pbnRlckV2ZW50cyUzRDElM0JzaGFwZSUzRG14Z3JhcGguY2lzY29fc2FmZS5jb21wb3NpdGVJY29uJTNCYmdJY29uJTNEdGhyZWF0MSUzQnJlc0ljb24lM0RteGdyYXBoLmNpc2NvX3NhZmUudGhyZWF0LnRocmVhdF9hNiUzQiUyMiUyMHZlcnRleCUzRCUyMjElMjIlMjBwYXJlbnQlM0QlMjIxJTIyJTNFJTNDbXhHZW9tZXRyeSUyMHglM0QlMjItMjAwMCUyMiUyMHklM0QlMjI5NjAlMjIlMjB3aWR0aCUzRCUyMjQ5JTIyJTIwaGVpZ2h0JTNEJTIyNTAlMjIlMjBhcyUzRCUyMmdlb21ldHJ5JTIyJTJGJTNFJTNDJTJGbXhDZWxsJTNFJTNDJTJGcm9vdCUzRSUzQyUyRm14R3JhcGhNb2RlbCUzRV5Rg9QAACAASURBVHhe7V0HeFvV2X6/eyV5xpKdAUkIK4SyV8JeoYyyYssJpqUFCiSWCRAg/IxSoJhRRqFlEywnJYwCJSSWE1YZBcoKK8xAIOxAQkhiSXa8JN37/c+5joOHxpUsyZJ8zvPw0KJzvvOd95z7+oxvEGSRCEgEJAIpQoBSJFeKlQhIBCQCkAQjF4F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0BWI+CvmTbBXrdwZVYPIoeVlwSTw5M7FIbmrXYucRQWzKA7Hl07FMabbWOUBJNtMyb17YWA1+X8UgW/MMzdeA4BuoQnsxCQBJNZ8yG1iQMBBhS/q/J7AHbW9fNL5zbeH0dzWTUNCEiCSQPIsovUIMC1tRbv6g++V4DRAFY53J6tU9OTlJooApJgEkVOtht0BPoQDBNwtd3tuW7QFZMKbEZAEkwGLwaeXVW2trltTLFitbAeDMFi0UPFamsglNfR5l/TuW3ryDZasCCQwUNIqWp9CAYErLa7PWNT2qkUHhcCkmDigis9ldk1ZYSflcdBdETYHhkaEdoAtDDjEyLlgRL3oscy+ZKzqaZiSlld45JkIhiGYKCDLih1N9yZzH6krMQRkASTOHYpb+mrdl7OoNkgHhltohgQf70Z4BaF8Jwe0u5zzHvyxZQrGKMDrqoqbi4NPaYz78bES8vcjb9Lpk59CaZLNv3ocDdslcx+pKzEEZAEkzh2aWkpjkn+1sBFAF0KwGqmUyKEWMeHrGgPlNYtuctMm2TW4dqq4ubV2sU69IsIGEZApwqUF7s9zyW1H0DxVVesIqIxm+Uy0BbUdh4zf8mKZPYlZSWGgCSYxHBLe6ufZ5x4vFWx1BEQz19ncfG50gblmgL3okfSobR3evneiqo8qQNjeiyu7x1uzzap6N/nqvQBbO8pm5kfLK1v/GMq+pMy40NAEkx8eA1qba6dnO9f43gSjCPjUUTsaHQdzzrcngqi1Bmjbag+6SALaS8yOL+Hfkyk/MVet+j6eHQ2W9frcoYIUHsRDNDiCDi2pvnzfWblyHqpQUASTGpwTalU34zyW6GQODbFNX/ilaXE7RmXistg/4xpx7OiLwFY6Tl4AnW0IjRujHvJ+mSDIi7Dfayu64cCA2TRDrTPWbI02X1KefEhENcCjU+0rJ1KBHznnngkBy3PEdDrg47VJzO3QlFOL61rWBSrrtnffTWVR4PxFMD974gIbzrqPAeZlRVPveYZJ1WwGvKwuOXuW5huddQ3XBKPPFk3+QhIgkk+pmmT6KuuuAlElyXQYTtZ9Kn2exc/m0DbXk2WV1UVj3EE1xKhMKws4kscdY23DrSfcO391c6nmHB8WNnMSx31jQemol8p0zwCkmDMY5VxNZmhNJ9d/ijrysninTqeQqCm5iLLhHG3LWiKp13fur5q5/MgHBVOBgP+IGPyqHrPBwPpI6xsl6vQj59/AjAsPLHRD/k6jsyvb/gi2X1LeeYRiHNZmhcsa6YPAb+rci2DR8Xbo868uqy+MWHLV5+rsopZ/zdR+LsgJvqktK5h93j1MlO/ZfoJu2mq9eModYMBTS8fNW/guzQz+sg64RGQBJMDK8M/c8oBrFle73vBamZoBHrK7m440UzdnnW4qsrmLw2KQE8RHQwZ8JS6PZXxyjZT31ddeQuIL45al/FnR73nRjPyZJ3UICAJJjW4pl2qv6ZyDjOfnUDHDGvoaMc98Vn++qZPnQFVrx+MD3yda+poK+kfgTEiWv8EvdbuXnxNApjIJklCQBJMkoAcbDHrZ5841tpq+ZiB0nh10RmflY717UO1L3eYbet3OZcysH+0+opCrpL7GqKTkNkOe9Tzzaj4MxT6a6ymBNxtd3tmxaonf08dApJgUodtTMnGC0yJNrx03qLvYlY2UcHvct7GwIUmqvarwrpycencRX8307bJVXmISvrzzNTToK5XU7GwdOKzSuuSGwRqVVVVWbEjuIwIMS2DFeInSuoaq8yMSdZJDQKSYFKDa0yprTOrJgb14F0WRm2yfHS806duQ4r+AQiOmAr0qUDM35T4bDuZCf9g5v5D2KZYFJo2LIn2NkJls7sXY3iMFxz1nqPjxSKe+sLYj1JgRBiPDplcVxLMIM2O/2zn06zjaCsrBxXVL3onWWp4q8s9REpFAvJ0C6mnFtctfDRWW2+181UiHBKjXiAU5MNG3N/4Vix5Zn8XrhLe1Y6vN0Wwi92M8Zyj3vOb2BUTr7HR5bywCMq/yb1oTeJScrelJJhBmNuWmVWHa6Gg8Cy2tfisw8ctGJgtSs8h+Fy/HQ90fpnIsBhYUur2lMdq66upWAOmLaPVI6A1xJZjhtc/8UYseWZ/97oq/wHos8mk0Q+DFpS6G042Kz+Rel6Xcz4zWsrq5V1POPwkwSSyqgbYxldT+QqYDwOYHe7GuEz9Y3Vt3FGUBlcRIljWRhVATXZ3g4g9EzE6f+v08r2DqvIqgKKoohiBkI0PG3FPcnYwIv8RWF/BfXydoumggG4pcTeIMBcpKz5XxRqAfmrxWo9M5h+KlCmcZsGSYNIM+PrTTxxrybd8BSBPEIw34C/bbv7LSfP6FUGY/D++/yqIDoh3aATSFMLJ0e5NmlwVNRbQnTpgi7GDYY24IhlR7N51TSwcz1t/S8Qj4xlTiPSrRtQtTokXt9CDzzjD4bf5NwD6RpBykqOu4fl49BsKdSXBpHmW/dUVDzPRH7q6ZdahHFbmbngtmWr4XeVXM5TaRGQy8xOl9ZFfXsy+VCXzFak3ZuZGxWAEdZw1KoWpTLwznPNJwR9BCCGkzHTMWzTXnHZDp5YkmDTPta+moglMhq0KgXRd044onbf4f8lUY/25FftbgpRYqAKmHxz1DeMi6eOd4XyBFHPxaJJhByPcEQB+PG58GOutun5M0bzF78fd1kSD2lpYLlzt9AMoZEBnnc8vm9t4j4mmQ6qKJJg0TjdfcMoWvvb2n34BnZksfHwyvJr7DEPxVTs1k3ehfZqS7nA39Arg1LNCVA/mvpJIuWoggaa6wkDwM+gTUMrMlDHwhQPK5FS97mw4u7Ja1dndrYuu83mSYPrPjCQYM6s1SXXChVdIRXhHkfGw2eXsYJMxfHsNj4GOjrYttnzouZ97/nfxRLzuR8dONsITAMabgYRBi0vdDYk8maPlnKknaSFdPJlbzPTVt44CWlCSohcknjw53z+hdCWIN4cvlQQTfpYkwSSyehNoIy5ffas/+JSACb0+XOAHEa82mVHmNhHMBkb8BneGbsQrSEeeTlDBSgGI88mInsd5RLCGDfAUBhMCAgT6l0b6q2D+ttS9+CUz0HlrKs5UQG7mxMjFGIKC0+33eR4y01+8dXyuiusBuqJnO0kwkmDiXUdJrc+zjivxBfJ+JEZxL8HEIXuTrciMBa1ZhbgWFv+Pzh9A2MJsmxTXCzK4XcSgYcZqRcE7pFleYpU//U+T8t3Jm5LHCYz8nfl/J/B0EfUyUZ3E3RbDtqPD/W/xWpfU0mVn1LEMoBJJMLGhTXgSY4uWNXoi8NNpx4zKLyhcHe4+IZ/pV8kMjGTsYKqdqzlzCCbsYhCEozN/quuhB1TYQKpew8Ckga4cBi//4Av/pCNeNu+8abbPZlfl4zq4n3+T3MHIHYzZNZSSelEDJDFesdd7fp3MY1KTq2KNgujWtikZaEYI1S9zuBf/Ldmq+F2V1+vQr+hrSSxCArO85I3wRyTZsyDlhUVA5AsiVVkW7kdiCpQUB7en2578caDwrZt5wkQbW6/TdT62695kaBVxPPqP11LQfexK1uibayqm6EyNXUk0+5WAxvrM4fWL/5ms/nJFzpBbgIM1ca2zyvcOdoYnGKETMf/LXt94aiL6iSPRxpppLo21Cwk0IR5z+kT6y+Q2RPjUXufZNZk6Gl7qqi7Cc4aN/0vAWgqok0vmL5TZJPsALwkmmSsxiqyWmopddKbl4TJsiGY6c0eezgfFYxgmUrS2rdWPCmnabQzaOpGQmWkafnq6YbDGoZOHz31SPKUnpQgfKIb2IhgRjQ/FnU+pu3G3pHSYY0IkwaRpQjec87txaqhDBJaKjDnjP456z7GxVBJWpBesmnYiVO1vxNhBmATHajM0fuevHO7GHZI11o0zp+0RDIU8RLRdVJkm5y1ZemWTHLkw0zRbXU+weSJmSPj8QZv0iBXmsXX61BMCin47EZL2IaUJgtR2Q9AVXa8uSdI9SJehnzYfoOhe48ZfDOUau3tRQr5fqQVl8KVLgknTHBhezqs/+ATAr6J1KY5QShgjMRE5zc/qo6TgKLOGbmkaWkZ0I+5eVvKqfSe532sbqEIi7gyBZ5uRI17+dFWdVjpnocdM/aFWRxJMGmfcW+18UCGcFukeplsVQSC6Sq7hmwJmN9c4b9AYFyQW4yWNAxzUrigILXiOY96TCXs0r6+euq8K/XYCDjJ76BS5pUpJnZQqn6dBhTQJnUuCSQKIZkV4p5cfpqjKK7EIpkse6QR+h4HRBIwbiGWrWf1yoF6AGC+ErPlnD7/3sVVmx7MpSNctBDotbH7tKIIG8vpnVr9sricJJs2z53M5A0jECTHNemZ1d4T1FsYfYgVT59lVZd7WQJVCyp/AvG1CY9ZCRznmxZdTKqF+srSRJJg0T1yziOEK+qMIiCRLChEQABPPdLgb6/r2sto1ZUQ+lP9TgHP6+hTFo5GRiaG+cYdkWmDH03821JUEk+ZZWnvBKVvktbeL7bs1zV0Pze4Y79lJmQL3orXtrsppnaRfoLByAIMjxrwxC5QCOqPE3fCA2fpDsZ4kmEGYdW91xQNEdPogdD1Uu+w04sowVLOXt7GAEo6adnfD8Fj1hvrvkmAGYQWIXYytrW0ZEY0ZhO5llwNFgKCrujJrWP2iewcqKtfbS4IZpBn2VTsvB9H1Q968f5DwT7Rbw2iasdRe33BgojKGUjtJMIM02yK/M7H+YEwz9EHST3YbHgECvCXQdpTpYs2tEEkwMXASnsq+6VPH2YDdWNWDsZ4+zcAuZPpdlXMB/QwMwZAKZjDKzDoUtKjKpOI5Cz/KTP0yTytJMH3mZNXsqrKi1sAlKmgqE7YnQGFmAndBJf6XSMWoAx0K4xMQnizxWm82G/KyKzbvsncJyp6ZtxykRtEQsFksBxfem7xUuEMBbUkwm2bZP2Pa8aSEbtSJdjFeG8zEhBWmLCQM+ykA0Aqm0LzSuiV3RVs4flfl2wzedygsrlwZo7h10UG3l7obLsqVMaVrHEOeYDaFUbgTjONB0dOhxpwUNvY5K8DqxSXK8JfJ7e7leOevmXolWL9OmtjFRDJjKhBEgkhcWur23J4xSmWRIkOaYIRzm0XRnwZjRFLnTBAN0ZetgVD56PlLvvhy1nHFozvzzgox/pH62C0EKijoOs51dghf36QOLR3CyGIB8gqAYAAcECYsg1MY3GoFTU3GvdvgjGDwex2yBCN2E8z61Ykm9jI1dQxxe3M/KbqXdHV2qkNZqqPHwXrIUbDuPtFQT/vuKwSXvYngJ8uMjzXjCxFsh/0Glp33hLrlWOjNPoRWfIzQsjeg/TTgcMWmh298FAotLdFHHtl3F2paiKxoIDAkCcbrci5WgBM3eyizcXmbGjCMe5rUrjbxFz//5OmwHXQkYO3vgaD7vWi94xroP4qAeplZ1O13RMHva6CO276fghwKob3uZgQ/ejflyuvAGmhKddm8RU+lvLMh0EGKl37mIeitrryGwCdsCuD8jaaHniCydOSx4hU3MAHQ5i9UoWCHppGVmMaD9clEJIyrRmba07LtiBOQf9IfQZbI7k3aF8vReue14AzcydCIUSia8X9Qt9sx8oIJBbHxhkugpZgkdfDnpWP23o1qa0OZt3qzT6MhRzAtM6sOJy2Y12nJ/yyemCFiate5po7Op1CFzspVAMZkymVt8VW3Qd0qRrSBUBCtt9citPLTjFuleUeVI7/qzJh6dT69AB2Nj8SsN7AKzLqmTpE7mIGh2N16yBFMcmAD/DXOh3TGKQTjSXvQChUUYtiN9RD/jlqY0fH4P9H53ycHTddIHRe6LoF14kEx9Qq++zra6m+NWW/AFRjrNWv+PvH+ARpwvzkoQBLMACbVP3PKAawpLwOUNwAxA2pKefko/ut9UIbZY8rpeGI+Op8XucMyqxRddB0sv4qd9SOw9GW0339HWpQnoteDhcHfjuhKhqewy5WPOneHuE+T8V/MT4EkGPNYha25sdq5V5Dw/mACWTT7Wlh22j3mDmZj7fnQfvphgCNOfvO831Qif2rs6BXt/7oPgf/9J/kKhJEojOsY+JpZ/4QUZRR0TADBz4wfFPAPUJQW0SykBV9UlaL3He5/f5UWxbKsk8H8LrIMqsjqeqsrFxFx5WANSFyOFlZfDGX4yKgqhD56B20P3A3e2DxYqvbrV3GUoeiym6GURTdF0r77Eq23XJEhl9TcZVIpCrFIWyLeITUGtxPTh4qiLCiuW3SP3Omk/AE1Y9ZxShURzovNLqeXgZKUdhRFuGWHnWH7zVRYd90bUCNfCwXf+C/an5gPbjX+AA9qEce6oouuhTJm64h6iCd2beWnaH+sHtziH1R9zXQuwjmIpBAAt4LwtqpYrxs2Z8ErZtrmYh25g0nSrHpdlfUEnp56q5fIClN+IdRf7QZ17NbgQAB5hx8LZdTofg0Cr72AjoUPgNs2Jmn08YuhEgeKzr0C6rb988cF3n0dvPZH8MYWaD98i9DK5V0HluwsRqaDYGfINeJB4z5nSBVJMEma7g1nV1arzHeA0WWnnwFFvCwVzboK6vid+pPMW6+g46F7B+XIoZQ4UDjzT1C375+DLiguch+6B8K4LpcKgToooOxdMn/hilwaV6yxSIKJhZDJ3/2uyie5y4AvowrlF6Dw7MsM8/u+JfTh22i97+a0+ispxSUonH1NWLudwGvPo/3hOdm8W4kx96QT8Q32Oo+woxoSJasJRsRu2aq1tGOw/UXWn37iWGuB5VtmWDJx1YijU6HrYljE/UyfEvrsQ+N+Q4/L16fvsjF3fKGiYSi+5K9QRo/rp0fni0vQ2fDwoOyo0jlnRAhpuj6rrH7xfensd7D6ymqC8bkqrmfGuNL6xj8OFoCiX5/L2QCGM9U+RwMaY34Bis67EpYJu/QTI+45xM5B++aL3r+pKtRtJ8Aybjso2+wAKiruMugj6gqD012YobduhP7zGmjffwV93U/QVq8CQsHNVcSFbuHsa437ob4l8MISdCx5FNzRPqAhDn5j6gA4SMAGJu7QdTJAElfuTGwjUop01tZayDJvWN2iqHGDBn8sydEg2wnmUQIdWeL2bDlYT4LfnDHZUWpzrEupV3Zy5hrCKK/wgqthCXMnI0im86nHoX37JWiYHdbd9oa6wy7GC494So6n6OvXIvTlZwh9/B70H78FCopQ8HtXWEfGwMvPoGPRg12hJbKsiNciBfCzjhW6Qq9B549Um77efu/iZ7NsKClTN6sJxu9yLmXG/jrjtLK5nodThlIUwSKhPRFOG4y+E+nTIJnz/wLxrN2viJ2I3xs3oUTVQ+x0dA1Q+58ejSfzh+eAtey60CWQrrP+MCnKw466hucTmYeh0iarCcZX7fwchB0HKwnWylnHlYzozPuJkDkvR6YWbl6+8URsxjzflLwEKgVef9F4Lcq252cGfCEou4x0L1qTwLCHXJOsJhi/y/kOA5PErGmEO4bXeS5M5ww21ThvUBiXp7PPZPVFZSNQePp5YV+XktVHJDniGNZ2383QvetT3VXy5YtLWi10yvC5Tz6RfOG5JzG7Caba+RQTjhfTQoAW0kO/S9fEs2vKCD/U9wBENkPN4PVi2f5XyD/FBXXr/gGeUq62phk+RR1P/juj3BZMj5voUUddw+9N1x/CFbObYFwVdzPo3O75I9DP7VrgyC3nPfVJqufUf075sRxSnkl1P6mQr249HgUnnwU1zItSKvoLK5MZoa9WoH3eP6A3Zd1OZoPD7UluHOe0AZ/ejrKaYDZMP3GGqlrqe0FGWMUh5dDSeYtSGh8yWxPYi8BUBWdeEDtAVZrWob5hHTbeegW4STzEZU1hnZXzymRu6pgTltUE01FduWMHsciy1ysei9jJ/JzXMWHCXc+kxG3Yf7bzNNZx/yYTh5ggZ0oFZeSWKLrgaoh/Z1LRfU1ovfUKw34mWwoBb9ndngP66ltbC8vhL0+2TJ7cfyQLlo/UP911gX51LfTBMqtIN75ZTTAvTZ6cv8+Ojle7L3p7gicsJsG42+72zE4GqN7p5YcpVuVPuo7JJPyNsgw5stpQfNU/oGwxNhlwJF2G9tUKIzB5FtnDaKRqh+iaZT8CHwHmnUDKKDDbjfgNYYybxZIRmUEhwjoQNWma/prFynfa5yxZmnRAM0Rgln0m/VFrqik/W2FlTkQ8GesJeKykuOQmuu1B096s66ord7SSfgQznagQDmSGsDYT3vhZWay7TUThrCszV/f2VrTe9zeEVmRP2mci6MwiIgwL2+b4sTUyTpAu8i8R83KLqj5RVKDeT7ctaIpfWGa2SACVzBoIV1UV+0uDqzdlCQivnJhIBe3EWMXE70PHtyqUzqDCm8PwM+sBYioj0HYKMJ6JxgBcnG3HoEizQ8LJ8PTzQKPHQi0dGTa9yWDMrIjxIi55A2+9gsCrzwGDmGhtMMbfs08RxgqAn4jvCUK9JxdsbbKeYMQEbahxXmdhXGnO5W6wl9Hg9U+KApSNgHXH3WHZY5IRLkH4Fonjk/AvSksRZ4fODmi+DdBWfIzgO68abgWy9EBAHKJA68B8Q+nc7E5Zm6ZVldrlIy7WLljt/IaArVLbU3ZJF97TyvBRCH74DtgfZtetWiDsYSx77QfLr3Y3Ln+FK4FRkkU43ZcR4ln6848R/Pg9hD79ALqIDRwhiFS+81TDCC/4+ovgHg6T2YV+crQlpqUlHcUV9NBDPydHYnql5ATBCMjWnn7sHnn5+cty5Ugz0GUgIsYV/+X2rmwDoSBEOITAGy91fdiRii0PqnBuLBsBdZsdjEBVIs6vIUPsckwUcUkr8klrn39sRKPj9T8j9ON30Nesiu4WoFqQd+gxsB56NNSx24DbWtF629XQVn1totdcr0IbdZ1nDpa/3UDQzRmCESD4XOWXgpWbsvcq9pepJHtpV57m8TuBVAtCq79DcOkr/UMqRJj9glNnwnboMb1+FR+/9uVnCLzzGkQA8IhxeUVMX3FtKTJFWqwgq9XwsI4awpl1cDDY9Qokdh0d7WBN63J0jFDEbkkc06x77w/LbhOhlPVOminuZdr/eXv09U1kZIS07rW/8W+y2RD471PGnU4uFQJpOvMjpfWe2OkXMmjgOUUwm0kGyl+zIXxC5HVARoAo694HAOLeZFMRyeD1dWsQ+uhd46ihr/4+7K5AxG0pubEe6D7u9OlIpI/lpvXQ1qxCaPn70NeuNo4kvH4tWNdTtjzFXQ8NHwl1y62MWLzqDjtDHbONEWcmXNF9G9A25yYjhETfIo5zwlnTsuf+sGy/I8Ql9uaiaWi96zqIYFrZVHp+jH3vE40Tq7gEZrxur/ccmi3jyjmCEcALM36ElIcZGJ4tE9FTT3KUYdi19/xyHxJmEHrTOoRWfIzQB28h9PUKcIvIEtC1LPOOcSJ/WhwxuAKdCH3/NfSfV3cFi/r6c6CzE3qnkWesi3Q628Ht7eCOtsg7ksIikC0fIkyn+BLEDkjsUsRxTexUlNLhRjS7mGlue/TQMxeSseMZvxOse+4Hy467QRnTPzJed9PgsjfRVve3zJl+AYgCDYxOYmwk4rU6k7hX0Znoe2L+2kJoDxFbmKEpRGWk09Y62LCKJMK2DIxl4Kd2aAeMcS/JCv+KnCQYMSFcW2vxrf5gLoDTSDxSZ1FRRm6B4tq7oiaz7zkcQQrBt//XdSwIBVF04TVhswnEDYGuGcG3SQsZT8naTz8aux5xBOl1vFJViPzS4uNXy0aCRCYDccSyWgEaGPTB95eifd5tsB4w2fgnbBybMAMz4g3fe2PcQ052A4K4P9GXWVUs6WjXHh1qmQVylmC6F8ryqqri0fbOv5FCZxBT1ljgFp77Z1j32De+9R4luFN8giLX5vY2tNffiuDy9zdXEqlRiv98a+z82MlSwoSczqefQEfjv0zUTH4VkUGACc/k6/hTfn1Dnzikye8vkyXmPMF0g89VVTZ/qTJOQeBGjTCRmLfJ9BcncdTJO74qoz5cgac4eogjSHcR7geGj1OMzJLp+BD0Fj9Cb76EdhHgUFwyp7EQ4NVB8x0B+7U0f74vjV1nbFdDhmB6zgBfcMoWGwOhnTQtsJOqKmNCGsaAmXQFW6tMowj65viODEX4NH3NJDKD0lRKln2ImSVBBMUx3LjMtB58pPF8KyLzD3Zpc9+C4Htv9CIYseNStxgzaKqJJ3FxnAq+9QpETOA0R8rTSv9fwAAAIABJREFUGXjIUVBwGd3x6NpBAyEDOx6SBJPIPLDLVeindWvBhvtA2ot4aVHGbmtka1S33xGKvSxqitiUKcjctYN5/xf/PLGDKb7oWojL6XQWkZkytPLTrovuFR9DXHwPRiHgC7vb0z+L3GAok2F9SoIxOSHe/5u6DbXwSuAX/yWTTZNeTeQ5su1/GCwTD+669IySizrZnYuPuG3uPyC8nzcfkUpHdOWYDpOmNtn9C3nGMeiDtxF840WExIvX4JcvHJJgws6CJJgwsIhk9j3/s4jdIV6lmtd8sJG5d+yZwV7bZC+D7aAjkHf4caDSFL3Kd7RBW7vGsKo1jiJv/Ld3WAUi2CYdAnWn3Y28SyRekkxa/saDn0gO1/H0AoSWvZlRCdp0xmdl9Z7+CafiGVyO1h3SBLNx5rF7hLSCWcw8CWC7QjScCYWGxUKPQoYJKwm3/IxdBsLvyPCWTtIxRV+3FsFP3kXo7VcRWvW1iEnQlV4kWhJ6cT8lDAMVxXgBs+xzIGwTD06OX5OmoflyV3ifqkGeFUkwkSdgSBHM+nMr9reFqEIHTiWdRzKRVXwSHNUGfpBXr8nuhfFZwRnngwqLTLYIX01b/T2CrzyL4AdvQ2/2DihvtTC0U8Zth7yjphjGcWb9mSINoPlPM8DeDQMaXyoaS4IZ4gTTVDPlFBXqLJ2x56YcRjlHrOI5O79iAIHuO9oNQ73O5zxdrzDJLKoKy4RdDevigWQxaLv3RgQ/fDuZmiVFliSYIUowvprKo4n5Bh3YJ9useeNd+QVnXQjb/ofH28yoL+5VOp6Yn3LfHbLlIf/k6bAd/GtAERmb4yudTy9AR+Mj8TVKQ21JMEOQYHyuynowT88Fz2oz30jx5X8zEtXHW0SMljb3renLT0SE/MpTkXdMZdx3M8F3XkPb3L/HO8SU15cEM4QIRrgGjHWEPgPxkAk+RaqKoiv/YcRyiacI/6W2ebfF0yQ5dRUVecdNQ375KXHJEwTT/mgduHVjXO1SXVkSzBAhmLUXnLJFXnu7OKTH96WlegWmWL5h6PZ/10HEkDFbQl98gnb3rYZNyaAU1YKCqjNgO+IE092HvliO9vl3QORSyqjC+MJRLw3tws1Jzlx28uyqsubW4DIGhI/RkCrW3fZBYfXFQH6BqXELj+j2+++E9l3/OCsRBQi3hS3GGrFbehrZifoiPIOIgCdenYStilkzfRF+oUgc7UZHDrvQUx8jf9LNl2VcJkgCrSupa9hSZBkwNQEmKjFDaa6edqzOvDzVSQRNqJNwlZwhGJ/L+Q2AbRNGIkMaiiDcIm4KCooQy+9JhFIQYRPyK0+DdeJBpkYggk21P3Sv4bNjulhtRvArpXSEYWwnYur2LgTrfodCHTOuK0PAa8+bft4WaWyLxO7LJDl2LHwAoU+WxXyOZxGi37sBgpSiRdUzjUHUiszEeKSEtnCR2x05YI7JzkSmjKay4CKFsT3ZtKMddy8RazsrS04QjP9s59Os47jIMyCWG20kcCcDbdBpJam8Xhf5bHTkESm7ieBUBIiwaIrIcTMYRnXWPSYh76QzU+o0GPr4XbTOucm0pzEVFht3JSJQVOvd1wPBQESYlS3HIr/894ahnRHsKZpRXg8pha5LTBNkXF8Zs+H13eF5GPrPa+JqmlhlbobC9fYtm6+k2pc74pUhLMj91RU3gGgWgEKxVkvdnoEZNsWrRJLrZz3BeGsqp5LOT4R5LWoV4QVDrN07vCD0Eu56ZiNqaxWqrQ0ZrgC1wlq3FqitNdJ4drsH/HzBKSMLOjvKdY1PhsITwWT+YmMAkyPi0Radf5XxIaes6Dpa//EXhFYuN91FwannwHbA4dh402XGc3asIo474tgj7Gk6n3rcFMmI41XRuX+O6w4plh49fxfJ3EQA8TSWIDPeslmUmwrnLHomVppY33lTttMDymUK6FQAmwmFgQdK3Z4z0qh30rvKaoLh2sn5vh/tnxLRdgYywiRXIb/O+KcDI68cyHbVIJzZVY7OjaERHeBpAJ0D8NhUPXtbJx2MglNcvWPLJnm6ta8+Q+sd15pOzyqcFwvP+TOUEjuaL+oTa1pRoBQVg9vawCKwd/duRVFRfM2dhi9S6+3XRM9i0HMXM+tKiOyTqSgi4l/LlTNTITq6TLEeCUFmWsukNwGkEeNnVrgFzNsTlCKCEQpTpGzo9S0yod2qqAcUz1mYPakuw6CR1QTTfHZltaaze9MgmIgW6CG6NBWXYuurp+6rQPMoRsbH5Bd13HYoPPsyKCO2SL7wTRLbH74XgVefNy3fOukQiOwEIjdRy8VnGnFpxEuVuBsysp7m5Ru/CQM6BALQfvgG7Pei8Lwrjdg17Y/VI/C//5jqz3rI0Sg87RxTdeOtFHj5GbQ/6o632aDWJ+D2ZOVVH8yBZDXB+GY434CCAwHSWadLS+cuSqkVltflbCDAmaoJy/tNJfJOOLnrg01yYCvhqNhiOAt6Tasv4uzmVZ4GYkZL7SzjnoQ3tkAX/kAi+LdIVaKoUIpLjMDevLEZ3OwzCEb4RHV4/oXOZ54w1Z86equu3VISQz6IC22RpqXtvpvBHe2m9MiESgxe/hV+2G+S+70BXxgP9niylmDaXZWHdEAXQVeHWwj7Datr/DTVYG6sqbhYY+WWVF4Aq9uMNyLmGz47Ii9RNKIRH3ggAMvW46NG2Be4iOfjjbXng9n8S6rtwCNQIHYVqgWdSx5DxwuLjXxH0Ypl5z1RdGGtUaXt7r8i+PG7pqZFHKkKzrwg5mWv/v3XCP30Q8RwEN1ZENi3AaEvVyD44VumL7RNKZriSgR0UkDdq2T+wl8C7qS4z1SKz1qC8bkq/wnwEapqPWPYnAVxvLkmDqf/bOdprOPBxCXE2VKQS9QIEV0/Gvc3IlRDhDxIoo646Gy745q48h6JGLuF5//FyGMkdgOtt9caO4JIpecxTwQH33jtBXHZrOSf+FvkTfldRPniWb7l8mpjlxTdAT5zw2pEXQFGrhf6rcPdsCDOlZKx1bOWYNbPmFJhIctOjvqGm9OFblfg8GBnuvoz24/Y9RTNumpT9sXwrYw8Qe5bYr7qiJi/4rlc3Wo7WA6cDKVPDODAGy8i8Opz0L79arN9iQh0ZTtgsmGVq/SwJhbpX0Xys9DnnyD4/pubiCHyqMTxMJr7AHvXY+PfrzJyN+VaIUJIgTprWN3C+3JpbFlLMKtmV5XNsy9orq1FKJ0T4qt2doKMW/+MKcJWRaQNEfmUwhWRKzrw4pIuT+QotinW/Q5DQcUfuiLjRQrDqWmbM0KK4491171h3euArr7Fka5vEQZvgU5wix/tj/8TIl9RpGI7/FgU/L4m4u+GY+b9d2RkTJgBLoY2QL/G4V6cQZniBjiiTc2zlmCSM/z4pXhdFd8RKON8nYZd+Q8juFOiBGM79GjkC3IpLgG3t4IKiowdR+jblcDGlq6Ur2O2BhUPMy56RewY4SwpMjYW/K66665IZIP0rYf2/TdAYaFxlyQcMYV1r7ACFulpOx6p65VTqae+sQgmsPRltM+/M+YuLP5ZHbwWzPgOFvXC0jkLPYOnRep6lgQTJ7Zel3MxMab0tlqIU0gKqouXG+vuke1Ioh2RhBtA/u+qoRQUIrDsTXS+uAQFzj8AgU60L34U+pofDI2FEaAIaiUIo/PZhV1HHiIUX36LYb0b+O+TRs5ssVsRz+0ilQl3dhikIGxcbEeeCIRCaH98HkIfv9cPhVhHpMALi9G+4P4UoJd+keJ2TQO7O6BfmS1pYBNBSRJMnKj9PKPiTJtKc/vG7Y1TTNKrC3+kvGOnRj5eRLrkFQRx5T+MJ+eOpxYYKUDEMcp26DGw7nsoAi891StFiXhCN3Y5zV4jraxBPCO3hL7h517+R8IxUhCMJry2H55j1BPpVkRaW0FQrX+7HCLtSM8iyEtE5otU2h+8G4HXX0w6dmkVSGgnYGFHfsHFWwyBHEqSYOJcXSK7QMvqD1r1LuvLjCniklU880YqkZ6pRVaCollXIvDmS8YOpPuORjhcFs68HLpvA9rqbgFEwG/xYrXbRFj23Nd4+hUvS8JpMpwLQb7zD7Bs/6su0vr8481qiYtgy857IPi/5xD85JddjHB2LKy5FJZd9oowBEbLpdOhx2HHkwmTQ0Q6s/4Ng16zEP+tuK5xRSzXgUzQO1k6SIJJAMlM9NyORTCRDO3EUUYEf+p6GeodvsF28FGwHfRriEDgwmhOeG4L+5z8384wyEPsQFqEbU3PmDJEBkkImSK9SOfLz/byZhZP3iJLpe5vQuCFJZvRt4zfGYXn/Cmiq4TYIbVceU4aPKPNLwiRcA3g5wF1vaJy17cUAgKk6QpxE7Hlp5BV/779Z9vKcQsWNJmXnDs1JcEkMJf+syvfZJ0PSKBpUpuIC1SxAxFHGUEEwps5Wml/6B4EXnuhVxUaVoK830w1jh76mlW9m4v0I/sdZsjmZj8C7/wPpFqQV/F7wzZG7GL85528+WikDB8Fyx6TYBm/k7Gr6XzlWaC9jzGqLQ+2g4+EeMLuGTLCdnQFCk6K7Ncn7nva6m9F6OsvgFAwqTgmIkw8xmnFoa1G3Pbkj4m0HyptcppgRFwNWrAgqfEVReoTa1B5msHpzZPac0UKR8Mtxnbdk+wxEcrI0abWqwgwJexI0NkzkgAh74QqhJa9AW3TZW5fYda99oftGKcRqkFv9sO6y55dOw1m+C/4vXHfrWwzHqKeeC0Sr0vBD9+JuNsQtjbipQr6L1bFRRdcHeV41KWRcEUQl8MBkavpq8/6jMMUBEmrRIT19jrPyKQJzFFBOU0w3pqK5aQrn7NOs5PhAOk/p/xYDinCuWZQYnSIewrLr3aH7bBjYNl1n4T8lYQ1rjB+61lEiAVx1yKsbyMVslhg2esA5B05xSATsXsSpWPRgwi88V9j9ySM8oIfvRv3MUY8Zxed8ycjyJbZIgJJBd99zcgyKY5wZmPPmJUfsx7Ro466hgHkiYnZQ05UyG2CmVHxCil0qDC3Z+JPVCh/L3E3PBDvzPlcvx3P3PkgEQvHyrRjJo4jtqPLYd190oBjpoQ+ehet9/UOOCVcDISXdKygTOJupXDG/0FE3RPGc+JFyXiGfvAehN5fGtXPSRm91ebn7r74F519GSx7J37iFHqLS2qxc0p6Tqfwi0ULMCaNqvf0De0X79LK+fpp/1jSiWjzedN20gPaMgBGsNpNHiotpOMTTcWLwVDw31vOe+qTcDp5XeVHEOhIguJi8IgYzi8pGZZwHMw7usLI9wzhYZ2kIgJBdSx+tJc0yx77QvgeCWdCcX8iiKO7KFuMMchNXNyKXU7gpacRXPGRYXcjLoJpmN2w0BX2M8JmRrwuGUXE8R09zojQJ7yZ++6cRBUj5W3NpVH9qEwNW1gMt200fKU6nl0ITdzVpKgwc6uD1AnkXpSOMHkpGkV6xOY0wQgIfTOm3gtFDxNtiHQQd4KxEYQOYvqJwcLW3QFGMRQUgTl/MHYsQm/b5OOQd+JvoQyzJ30liLuM1rpbDBuV7iJ2McrYbbriAYvE9eIiVaR+FfFfxD95BUbc3M7/PQvti+VdRxJFgbrVtrAdfpxBEJrICClCNnS2G5fCglSMf1r8YWPjihAPxZfdFD0Gjq4bNjbC1sZsEZkS2u68Dtr3X5ltkkA9+lGDVq+z+ujI+obUsVkCmmVSk5wnGAG2v9r5FhP2yyTgo+lifHhX3ArFMdyUyuK4InYdIhi3eGomRUHhzMtEeL+I7cXH1zrnZnBT7xQg4vijjt8Z6lbbGAQjFoje4kPos4+iHqFEyE9BNjRySyi2PGg/r4H247ddWQbCFCM8w/TZRjDxiEXE1H33NQReeRaW3ScZmSvJ7og6rm5ZwaUvG35LqS5E5Nd13OEI2m+j+fOFm7csPRAYEgRjkIyr8m0G75sNsy+eeQtnXxMx5snmMQSDxtOxuGTVVvYOh1N03hXGRxmtaN9/bYRgEPYtaS2qirxjYydeC339Odruvn5zojWRMsW63+GwHf6bmKlOgh+9g7Z7bkjbsBjcSkx/ddR7bkxbp1nQ0ZAhGDEXXlfl4wSObIueIRMmnoCHXXuPkYOoXwkFEVr+vmEYF1zxccQo/+r4nVB80bXhPZx7CBUvMO2P1PUjqJRBYctD4SkuWA88IkYwLUbrrVcgFC7+DBHU7SYYOxrLpEOhFA/rp+5gpZlViJ8oqWvM+DWWsvntI3hIEcwmkjlfAdcykJZsAYlOpLhAzSv/fVdkO5Gg/ruvup5l330d7G8Ca1pM0XnHnQRhsh+riB1M5+JH0fnyM7GqDuh3cYwqnHWlqRS34lVIGAYKY77IhQCbDdY990XeYcdCnbCzcXwSr0qtt/wZuhGYKv2FGfNK6z0z0t9z5vU45AhGTMGGc343Tgl1XEegaQCH2SZkxkSRo6zrY2TuetnZ2ByXvQflF6Lg9HNjhqHsYjDNcGoUMXS11avitmWJhpiIV2PZbR/kO081XqpiFUEMrTddGl+K2MIiI9C4Omo0gp8siyv2cCx94v1dvFYqpFxlr1t0fbxtc63+kCSY7knsqK7csQOoZugnKQqNZmbbYL0apWphKWPGoXD6RcYFrJlixID56F10vvy0sRPo+Vxtpn3POkZK2Qm7Iu83Tlh22MUUtKI/kcNI+ybbH2bID9gmOtz/TuVTVrxTkvb6Q5pgeqItjOkIwdPA+q918HgQ7AAVCIBEpseeReQJJZ1COuBXCM0gflNn2ouYd8u0ODFCb3HcKph+kWEgZ7qEQgh98QmCH7xteEMbr03Cg3qTV3VYOYoCsuVDcZQZZv/W/Q+Duu0E012KWDFtc//eKzyE+caZV5MIt9vrPLMzT7P0aSQJJgbW3Rkfe/1lRv8k52svOGWL/PaOTwfVRynKWNQddjai/Yvn4USKvrHFiAEjAlcFnvP03tkQGb5KtokHQdlyq4SN5joWPYTO/yxKRL2MbEOAz+72ZPRdX6qBkwSTRISbXZX/1MFnJlFkUkUJy2CRPVJY5iZaRE6k9rl/7/W6o5SNQOHsa437j4QKMzqeehyBp5+IvkNKSPjAGolg3NDUimBeaIOi0wRotIcqXEaYJjGEIWbkQswdKujA4iHsUiAJZmDrb3Nr7/RpTqjaI7TJLSFJYpMuRvgEiRi6lp32SEw2s5HYXlwIdxfh2V00u9bwpI67hIJodd9i3Puk3WEx5u6VRQLze+zuxvN6VhUpizeusW+vsrJrELiRmbcPl1JYRHSwgC4a5m64M25ccqSBJJgkTGTLmVWHa9bg0wDiuORIQscJihCWwvknnGy4IyRSRPqT4Htv9CIYER5T+BzFU8TzuLhzCX3a27s7HhmprEuET+11nl1j9eFzVVwPpnNBcPSvS/c73A1nxZKRq79LghngzIo7Gl915U9EHPv9dYB9Jbu58CEq+O30yClKInSYDIIRl8atd13fFWohAwsD7SE1eOjIOU/1j04eRt/VZ0zZqdCmPgJg714/E9501HkOysAhpkUlSTADgFnE5/WveX8VmMx74g2gv1Q0Fc6N+SdP7/IJMhmJYkAE09mBzucb0fHsoohWyKkYZ1wyWUChXGN3L+rKgRtH8dc4lzNjl+4mDP641N2Y4Hk0jo4ztKokmAFMTHNNxQKd6aQBiMiYpurW4w2rXyPodgyiSYhgmA2fKRGgyjAYzODCxP9zjN77SKqtTSipX5OrYo0C2lIY3JGuP+qYu3jIBqaSBJPgQm+uLj+LFapjJkuCIjKvmcVqGOSJ9K3CQI5s4Z+04yWY0Kfvo/OlZyD+LWxdMr3ooEPL3A2vJapnc03FFGbFw8zERLeXuhsuSlRWtreTBJPADP502jGjCgoK32ZgmwSaZ3wTwwJ3+x1hO+QYWHbaHSKG7uai612vPn1fkS661jCw23w0EPFzv1qB4DuvIiRM96OE48w0QEIdoa1GPDiwYN6+6orPmGgsgy8pczfWZdoY06WPJJgEkG6qcd6gMC5PoGnWNbHssLORtcA68SBAtRixe9sfq4f2+S/BqkTqk6Lz/2LEgkGLv8vb+7XnDYLJxqIS7zqsrrF3/Is4B7JhxoknkaIeFSwovHooJFiLBI8kmDgXjqjuczl/BpB1r0YJDPWXJkSw7rIXaMzWCInYtz0SoIlodiL8gshZLeKwiJSz2VwY+q9L3YtfGugY3nVNLJzkfi9yJPWBdpAF7SXBxDlJ62dMqbCQ2hDOsKqvKGYGEX2lQX8Imv6jRbXcx0BXOH5ZMhYBZrq2tL7h6oxVMIsUkwQT52R5XRUfEij2syNhPan6aSWj9nmh+zVCWPuSqj0u/A/j7FZWTyMCDFpQ6m44OY1d5mxXkmDimNrHq6psR5cG2yj6LiTIxI1au3ZhuItCn6uiBkx3gjIrt3UcMOR8VWb+tJ30w8e4l6zP+cGmeICSYOIA2D9j2vGsaE9FbMLwWS3KqUVzFkWuI0J31kyZRbp6qySZOMBPZ1Xmjnwoe+bLbAEDRl0STBwQeqsrHiCi0yM0WddZULC72RcDb03FmcTkFqmB4lBBVk0TAlZVOTHWH4o0qZLV3UiCMTl9L02enL/PBMcyJuzctwmBVpaM2XOXeC0/m2oqphCThyCcdmXJLAT4MYe78ZTM0in7tJEEY3LO1p9+4lhLgWUluCtL5ObC8NnH7jUyXnLpbt86c+oJoZD2BBNFjS1iUk1ZLQoCIlecSXcrkWv4h+d8lvEnL1iwKU2lhDYRBCTBmERNxO/tJP6Ee7wAiYBCwWJthxG3DdDq01XxGEC/NamKrJYAAjrzCkVR5oP5CgD985z0kUki7LmKP5bN8TycQHeyySYEJMGYXApraip2yWf6qPsFSTiysYYby+Z5/mxSRMRqfpfzKgZfE8ff14F2OaTaE6gDauiIkjlL3m6uqXyUmU09QRPoHbu7IWsygmbipEqCMTkrLTUVu+hMYgdjYMaMtY56zxjxl86kiIjVvK7yhQRl6kDlyPbhESAgGLTyoSPuaXzr5xknHp9HlgY2ZSZAusJadUn94n9KbBNDQBKMSdyaXJWHKOBXRXWxYHXov0mGObmQ56uuXAXirUyqIqslhAB/Za9r3FE0bampbNDB5WbEMPCDY8xe2yV6x2amj1yuIwnG5Oyur566r4X0t43dC+ApdXsqTTaNWc3vcnYwkBezoqwwMASIL3HUNd4qUtQAnR+ZDXFKoKfs7oYTB9b50GwtCcbkvPvOm7IdBdUvWIeuWqzHDJuz4BWTTaNWW39mxf6qlZbKiUgGmjFkEP3QmZ8/SdgqGUclxfKUuEszU0SOo5W86oqh7rxoBquedeS6NonYateUEYVQPgPR+/Ym64mUpOdLf7XzaSYkFn3bpO6y2i8IhEi/akTdYiOlq9flbADgNPsREPCuolovTtYfl6EwL2axHQpYRB2jcL0fj3GvaazUjKhf9E4yABHJ2vLaOsT9SzzOjxqI1ExL8ZEMPOKVYYSkjLORyBRQUufZvfty3lft/A+AY0wLIrSD6bHOgvzLR60OeZP1hybOYWRN9XjnJ2sGlgpFfWdPvddx36JzkiXbN6O8DoriMiuPdf6flodL1QBVg+gsAg/l+ftC15SLFAvvBuabzGII0MagGpjcM1vAJheQ0+LiKwYzkVez6seL1ynz/Q+tmkN5gcY90zy7qoxuW9AUd8MwDXj26WP9rc2fmTH6Es0JaLG7PSXif6+cdVzJiE7bGwSKmbMnGbpmkgzxggcF0+33eR7q1qupeuo5KvFdDDbjcsE64aayut72S/6aaROg6w8yYT/EkEPAeh3kIVvoBsfdS77JJHwyTRdJMIM0I74Zzjeg4ECT3esWqBcXuxfeJuqLj4FZXwrwL0FwTQrK9mrMeKe03tPP+E14qCus3mYqoBfjP456z7F9seBaWFrXTtulLRiamKfysdCV0SzsnBQw6WgDKe+wFni1IxD4eMuHnhNRDWWJgYAkmEFYIv4a5+2s43wzUfHEBOlMDaX1DZsN8bwu54UEGGQz1IoOvFXm9hwQbtwbZpRfrSpKzFxGzPxtaX3jdkMNu8EYrySYNKPuc5VfClZuAJkLncnEn5bWNfY6CvlqnC+BMTnNqmdGd4z1bUHt0DHzl4SNKO51lb9HUPaJoWyLY9NxMzMGlbtaSIJJ49x2xYDBPLM+Rwxe7nA37tHXHcFXU+kDsz2NqmdMV0QIatD+WFa35NFwSomXOVt7++poITBEWtjVXuuoXRcs2JgxA8tRRSTBpGlim2ZUnKsqdFe3L1O0bsW5n5hvcdQ3/qlvvZYzqw7XrKHngbietn8RQ/wToLRBUbaBpg1aAPJNT8zvqyrPK7YEHvJ35v8d4BlmpkPX9TllcxdHfM3zVVfcRESXRTGia/3Ra91SEowZtAdWRxLMwPCL2bqLEIJzibCDiEcSszC+UNhyacncJxrD1fW7Ku5mpnPM3N/0a094Hpw3c11e87qRbBluCagTAuByIuU4Yt4+pm7JrRBUteA+w+Y9ZSRY+uaMyY7hNvsruomA6grxEyV1jVXR1PHVVDSBqTRcHQa3rvbaJMEkdz7DSpMEkyKQDX8XClxHjEoGRw0mRTAsWjaC6KF11vY/TbjrmYjJm/2uyrcZvG8Can9g91r3j2QY5q+p/JKZx5uXSx3M+nqFSBj+hRj8MzGGM2OCGfIjkA41dLB9zpKl3X16p5cfRqoi8hFFfW6O9JLUU3d/dcXDTPQHSTDmZzQVNSXBJBFVrp2c710zrFKFOguM3XRgWGSAhZ0WBRj8jR6iBnIodaV/X/RdLHV8LqeIdD88Vr2evzNzq4O2GEVud8QkYC01lVM1ZpFSJeaxiYBOTef/84f8/9pu/su+Xh+2q/JJBp8QSz+xmVPA99jdjef1bu8UT80XRmvPwJelbs+EaHVaZlYdrmnB54D+2RvkDibW7CTvd0kwycMS3mqnOAr9sWcgbxKhY4xlpZgJAAANhUlEQVQLBwZB6WRwC5g+UQme9QHvg30/0Fjq+GoqgmAyHyicSRimneCoa3g+hmylyVXxqQL6VSwdAKxr2agePO6RhSv71t20CzHlCMrQl5W6F0/sK8PncnYginc5EX1tr2uIudvyVld8TUThnqPlHYyJSU5GFUkwyUCxjwyurbUALxsk8PLLwLqRI/WqBQtC4v8PJEDVhnN+N86idX7LbMpitUsrxp8d9Z4bzQxzU6YDE8GVKMjgS0vdntv7yhW7uObVpd5Yx8JN7XxfYtXYvh7Kza7KJ/XouyBh1eyIhaXXVfkPAs8OM/b2H+UrkpklMeA6kmAGDGH6BBgxaRR9KdhsFgJeH4S6x0j3ojVmtPy52rmXjSBi3sR2voxAXFxVZfOXBpcD2CFWnwxuduQFxlGfOycjNEZA/SrSi5vRbszew2MFgfK5KqsAfqzvnQ4DvlK3J+wFcCyd5e/xISAJJj68BrV2c3X5WTqUuWYuUQ1FNwVYMqs0u6aMaIHlvzp491htGHRbqbvhon47GEDxVTtfIcIhsWQQkb+kybIVhbFH8bkq1gC0ZXgZ5LeP2XNEbIL57XjmzteJsEVPOcS0zl7fMCqWfvL3gSMgCWbgGKZNgvDmhq7PNNmhzx5wbEfz5/e6hI3V1uuqfJzAUZ+Au2TQIoe7YVo4ed5qp0iNOyvW4tJBP5aO2XPbcEThqymvg664wodRMEcwQjd/TeVrzHxwTz3DWUfHwkX+nhgCsdZAYlJlq6QjYNxt/OhYZDY4FTHuttd7ZsWrSLOr8m86+JJY7YjodXtdQ9hdipFil7QnY+60Ijgdir590088EhbLs+D+mS8Z8DvcnrJYdzBCTrOr4j4dVNOLYHQ8UDrXc0asMcrfB46AJJiBY5gWCVxVVdw8PPg46yai3zHY7vZYiOLPeLDhnJMOUkOh12MOinmpo74xrDe4QQ6qRTwRR7ZnMd6p6U+OuoabI/Xld1Vu4HAe4wyfo97cHUpLTfnZGitzevShMeiiUnfDnTHHKCsMGAFJMAOGMD0C4iIY4p8cdY2jE9HMcMaEEvGj75YZLRC2QTCK5floOxgi7igZ7S+l2pfFk3TY4nc5P2fAyATQsxDjO3u9Z1sz4/PWVE4l5oU96vpULXhotwWxGRmyTuIISIJJHLu0toyLYHRljmNuYpH3/C6n8JfqZfwWdqC6/nfH3MUXh/utZUbFuZpCd0cDiJlfKq1v/HW0Or4a53/AOKZfHaJvHXUNpsItiNS8gZD+ZHfKWCL61F7XMOQCdaV1sfboTBLMYCEfZ78vTZ6cv88EE3cwDFYV3m1YXeOncXZhVPdVO58F4TfR21JQZ+38svrF94Wr53U55xFwVkQZzB0arEcOr3/ijWj9eF3O+QTDcLH3Dkahpfb7GkwF62qqqZiisOLpjlLHjLtK6z3nJ4KNbBM/ApJg4sdsUFowoDTXOB9gxqnRFBAhJe1ujy0RJb3Tp24DVX+RgKhWskxo7wBPGh2GxISePpfzXQL2jqgDUYOj7pcAWpHqRTKUI+B2u9sTzoCunyhBMCpoETMsIoVsMKhPHnG/jKGbyPpIpI0kmERQG6Q2G6rLz7KQMjd6yAf+yuFujGnkFm4IwpDPSvpzDDiiDpH4W0dd+IhwYqe1944OEbe4IJwM4RdlUbCfmR1Wi6vyfI35jj5P1QEF5CpxNzxgZhqMHYxODSLAF4M+cXgtE2UmADPIJaeOJJjk4JgWKYYDXyj4UtTL0wFkIVw/Y0qFqige4d0ddZdEuMNe5wnrkCgCoze3BteHI0EhVSGaNqyuYZEZwDbWTDslxNq/ekX7J/ZaFMvk4jkLRWbGmKXriETiktfKwOxw7g0xhcgKCSMgCSZh6NLfcJ1r6mgL9B8iRmsj6KpO1w+rb7g6Ee18Myv+DI3+Gr0td2ps/XWk+5NNT9QvhN+94EuHz7qr2R1Em6uyqpP539SD8UTyM7vbYzpcRdcOBo+DSLcXFGxPdzy6NhFsZJvEEJAEkxhug9bKV+0MRYrnK8IotBHvE+5uxIzCvurKRSCOmnNbYXqwpL6h38Vrt/yW6sprNOK/hOmPQ0E+MJ77D79r6u911v5F3U9AxlZGucbuXhQzsHd3/15X+REKFA8Yr9nrPTHDSJjBSdYxj4AkGPNYZURNb7WzlQiF4ZQxfHvqGkxZuIZr762uWE5Eu0QaqLhADkDZJpLzpLA29q9xLAbj6J4yjA0I4T57XYNZNwej+UaX88IQ47buExuBOxUtNCkeG5bVZ0zZqcCqLgl0dkzb4sFnTR2rMmKic0QJSTBZNpH+audbXcnB+hcGe0vdjQnlSmqdecLEkGZ9hoGRkSGh+x3uhojPzyKZXHNr8zsM9DLyY+bVjrF7bxPLObFvv/6ayjnMfHb3f2fmF0rrG3uRV6zpY5er0Id114dzzIzVVv4+cAQkwQwcw7RK8FVX3sLEF4ebOJF32V7nSciIrLmmYorOJEIbhN0dAYiZ6mNT/GER8rKneqwHtT+U3R8+C0A08ATBgLmm+8K4DdrIMe4lIqJfXKX5vGk7ldy9MGyak7gEycpxIyAJJm7IBreB4Uioao3hnAAJvNzubtwtEQ2bXBU3KqB+WQyELCN+rsJn9EzXGq6PppoppyisPtLrN8KLjjrPUYno5HNVLgTYSDhHTEvt9eaM6xLpS7ZJDQKSYFKDa0ql+lxOEbt3676dDMQMvslV8agC+l04xRm0uNTdUBFrUN4ZzgtJ+SXjJDEFFIvlmGFzFpgKodlXvjDYA2MiFITsnY6R8YaeiKWv/D31CEiCST3GSe/BW13xABGdnkyC8c6oeIUUOqyvTHF/UlrfONbMIPwu51UMXNtdlxmvltZ7+sk0I0vU8VY7vyXC1jpRXVmcF8Rm+5D1UouAJJjU4psS6eIookJ9UJi/9+xgIDsYr8u5kvqEuSRCCJpaYZ+78GkzA/G7ymsZSpcNjvAZULi8pK5xiZm2fevU1sJy4eqKFToQunNM4261tTBiGsuSXQhIgsmu+er6dkVsmLLQB33zGCWdYIB3S9ye/c0EdhJ69SQY8aQdtPKhI+5JzO/HO718b1ZpekdAvztSHuosnLohp7IkmCyd8r73HWIYAyEYX03FGnDvGLg6ab+PlAM6HGxel/NCwuY7mLagGjxs5Jyn3stSiKXaSUBAEkwSQBwMEcJtwAptBUAl3f0PiGCqnV7QL06ORPRTSaFlV7ptgXBcNFWEL5OFVI/xSE3sDVlwXKI7GFMdykoZj4AkmIyfosgKbkr0Nn2gBMO1sPhXV2zoSVY6uK7M3bjZyM0MTCJdLnPHh0RUxIy1OixTY8V8MSNX1sleBCTBZO/coWX6CbtpqvXD7ti3xPjMXu+JaOofaaiCYJpXO9f1DNOggw4tcze8Fi88vhrnS2BMBvgnja3TJMHEi2Bu1ZcEk+Xz6auuuAlEl4lhMNHXpSZSqvYdcl+CEa9HJTzKHi2XdSTYNpxdWa3q7CZgbYjlDibLl9eA1ZcEM2AIB1+Ar6aiCUylIql7qbuxOF6NBMH4VjubCBi2qe0HDrcnckS6KB0YmR0doY0MfaXNYju9aM4Ceckb74TkUH1JMDkwmetryq+0QLmGmNpK3A12s8/KPYfudzlXb3ZSjCOfdTj4DENAhSYUKnkX2eb8e2kOQCyHkCACkmASBC7TmvmrK98E6SNLimz7xfPy0z0On8u5DJvi6CoBdeeS+Yk7B4qwDb7VjnsKmG7Or2/4ItOwkvqkDwFJMOnDOqU9bTjnd+OgdbiCoeC/t5z31CfxduZzlS8EK1OJSC+pa7AmkrStZ58iTEIidzjx6i3rZzYCkmAye37i1k5Y6Cd2RCq/mqFeDPB6h9tjKudQ3MrJBkMOAUkwQ27Kww94/bkV+1uDyl1gaDIsglwUyUJAEkyykMwBOc3V5WfpUHd21DdckgPDkUPIAAQkwWTAJEgVJAK5ioAkmFydWTkuiUAGICAJJgMmQaogEchVBCTB5OrMynFJBDIAAUkwGTAJUgWJQK4iIAkmV2dWjksikAEISILJgEmQKkgEchUBSTC5OrNyXBKBDEBAEkwGTIJUQSKQqwhIgsnVmZXjkghkAAKSYDJgEqQKEoFcRUASTK7OrByXRCADEJAEkwGTIFWQCOQqApJgcnVm5bgkAhmAgCSYDJgEqYJEIFcRkASTqzMrxyURyAAEJMFkwCRIFSQCuYqAJJhcnVk5LolABiAgCSYDJkGqIBHIVQQkweTqzMpxSQQyAAFJMBkwCVIFiUCuIiAJJldnVo5LIpABCEiCyYBJkCpIBHIVAUkwuTqzclwSgQxAQBJMBkyCVEEikKsISILJ1ZmV45IIZAACkmAyYBKkChKBXEVAEkyuzqwcl0QgAxCQBJMBkyBVkAjkKgKSYHJ1ZuW4JAIZgIAkmAyYBKmCRCBXEZAEk6szK8clEcgABCTBZMAkSBUkArmKgCSYXJ1ZOS6JQAYgIAkmAyZBqiARyFUEJMHk6szKcUkEMgABSTAZMAlSBYlAriIgCSZXZ1aOSyKQAQhIgsmASZAqSARyFQFJMLk6s3JcEoEMQEASTAZMglRBIpCrCEiCydWZleOSCGQAApJgMmASpAoSgVxF4P8BJDBLwZvO5hIAAAAASUVORK5CYII="/>
          <p:cNvSpPr>
            <a:spLocks noChangeAspect="1" noChangeArrowheads="1"/>
          </p:cNvSpPr>
          <p:nvPr/>
        </p:nvSpPr>
        <p:spPr bwMode="auto">
          <a:xfrm>
            <a:off x="155575" y="-319088"/>
            <a:ext cx="666750" cy="676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" name="AutoShape 6" descr="data:image/png;base64,iVBORw0KGgoAAAANSUhEUgAAARgAAAEcCAYAAAAcH6uaAAAAAXNSR0IArs4c6QAAAp50RVh0bXhmaWxlACUzQ214R3JhcGhNb2RlbCUzRSUzQ3Jvb3QlM0UlM0NteENlbGwlMjBpZCUzRCUyMjAlMjIlMkYlM0UlM0NteENlbGwlMjBpZCUzRCUyMjElMjIlMjBwYXJlbnQlM0QlMjIwJTIyJTJGJTNFJTNDbXhDZWxsJTIwaWQlM0QlMjIyJTIyJTIwdmFsdWUlM0QlMjIlMjIlMjBzdHlsZSUzRCUyMnZlcnRpY2FsTGFiZWxQb3NpdGlvbiUzRGJvdHRvbSUzQnNrZXRjaCUzRDAlM0JodG1sJTNEMSUzQmZpbGxDb2xvciUzRCUyM0YwNjY1MCUzQnN0cm9rZUNvbG9yJTNEJTIzZmZmZmZmJTNCdmVydGljYWxBbGlnbiUzRHRvcCUzQmFsaWduJTNEY2VudGVyJTNCcG9pbnRzJTNEJTVCJTVEJTNCcG9pbnRlckV2ZW50cyUzRDElM0JzaGFwZSUzRG14Z3JhcGguY2lzY29fc2FmZS5jb21wb3NpdGVJY29uJTNCYmdJY29uJTNEdGhyZWF0MSUzQnJlc0ljb24lM0RteGdyYXBoLmNpc2NvX3NhZmUudGhyZWF0LnRocmVhdF9hNiUzQiUyMiUyMHZlcnRleCUzRCUyMjElMjIlMjBwYXJlbnQlM0QlMjIxJTIyJTNFJTNDbXhHZW9tZXRyeSUyMHglM0QlMjItMjAwMCUyMiUyMHklM0QlMjI5NjAlMjIlMjB3aWR0aCUzRCUyMjQ5JTIyJTIwaGVpZ2h0JTNEJTIyNTAlMjIlMjBhcyUzRCUyMmdlb21ldHJ5JTIyJTJGJTNFJTNDJTJGbXhDZWxsJTNFJTNDJTJGcm9vdCUzRSUzQyUyRm14R3JhcGhNb2RlbCUzRV5Rg9QAACAASURBVHhe7V0HeFvV2X6/eyV5xpKdAUkIK4SyV8JeoYyyYssJpqUFCiSWCRAg/IxSoJhRRqFlEywnJYwCJSSWE1YZBcoKK8xAIOxAQkhiSXa8JN37/c+5joOHxpUsyZJ8zvPw0KJzvvOd95z7+oxvEGSRCEgEJAIpQoBSJFeKlQhIBCQCkAQjF4F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0BWI+CvmTbBXrdwZVYPIoeVlwSTw5M7FIbmrXYucRQWzKA7Hl07FMabbWOUBJNtMyb17YWA1+X8UgW/MMzdeA4BuoQnsxCQBJNZ8yG1iQMBBhS/q/J7AHbW9fNL5zbeH0dzWTUNCEiCSQPIsovUIMC1tRbv6g++V4DRAFY53J6tU9OTlJooApJgEkVOtht0BPoQDBNwtd3tuW7QFZMKbEZAEkwGLwaeXVW2trltTLFitbAeDMFi0UPFamsglNfR5l/TuW3ryDZasCCQwUNIqWp9CAYErLa7PWNT2qkUHhcCkmDigis9ldk1ZYSflcdBdETYHhkaEdoAtDDjEyLlgRL3oscy+ZKzqaZiSlld45JkIhiGYKCDLih1N9yZzH6krMQRkASTOHYpb+mrdl7OoNkgHhltohgQf70Z4BaF8Jwe0u5zzHvyxZQrGKMDrqoqbi4NPaYz78bES8vcjb9Lpk59CaZLNv3ocDdslcx+pKzEEZAEkzh2aWkpjkn+1sBFAF0KwGqmUyKEWMeHrGgPlNYtuctMm2TW4dqq4ubV2sU69IsIGEZApwqUF7s9zyW1H0DxVVesIqIxm+Uy0BbUdh4zf8mKZPYlZSWGgCSYxHBLe6ufZ5x4vFWx1BEQz19ncfG50gblmgL3okfSobR3evneiqo8qQNjeiyu7x1uzzap6N/nqvQBbO8pm5kfLK1v/GMq+pMy40NAEkx8eA1qba6dnO9f43gSjCPjUUTsaHQdzzrcngqi1Bmjbag+6SALaS8yOL+Hfkyk/MVet+j6eHQ2W9frcoYIUHsRDNDiCDi2pvnzfWblyHqpQUASTGpwTalU34zyW6GQODbFNX/ilaXE7RmXistg/4xpx7OiLwFY6Tl4AnW0IjRujHvJ+mSDIi7Dfayu64cCA2TRDrTPWbI02X1KefEhENcCjU+0rJ1KBHznnngkBy3PEdDrg47VJzO3QlFOL61rWBSrrtnffTWVR4PxFMD974gIbzrqPAeZlRVPveYZJ1WwGvKwuOXuW5huddQ3XBKPPFk3+QhIgkk+pmmT6KuuuAlElyXQYTtZ9Kn2exc/m0DbXk2WV1UVj3EE1xKhMKws4kscdY23DrSfcO391c6nmHB8WNnMSx31jQemol8p0zwCkmDMY5VxNZmhNJ9d/ijrysninTqeQqCm5iLLhHG3LWiKp13fur5q5/MgHBVOBgP+IGPyqHrPBwPpI6xsl6vQj59/AjAsPLHRD/k6jsyvb/gi2X1LeeYRiHNZmhcsa6YPAb+rci2DR8Xbo868uqy+MWHLV5+rsopZ/zdR+LsgJvqktK5h93j1MlO/ZfoJu2mq9eModYMBTS8fNW/guzQz+sg64RGQBJMDK8M/c8oBrFle73vBamZoBHrK7m440UzdnnW4qsrmLw2KQE8RHQwZ8JS6PZXxyjZT31ddeQuIL45al/FnR73nRjPyZJ3UICAJJjW4pl2qv6ZyDjOfnUDHDGvoaMc98Vn++qZPnQFVrx+MD3yda+poK+kfgTEiWv8EvdbuXnxNApjIJklCQBJMkoAcbDHrZ5841tpq+ZiB0nh10RmflY717UO1L3eYbet3OZcysH+0+opCrpL7GqKTkNkOe9Tzzaj4MxT6a6ymBNxtd3tmxaonf08dApJgUodtTMnGC0yJNrx03qLvYlY2UcHvct7GwIUmqvarwrpycencRX8307bJVXmISvrzzNTToK5XU7GwdOKzSuuSGwRqVVVVWbEjuIwIMS2DFeInSuoaq8yMSdZJDQKSYFKDa0yprTOrJgb14F0WRm2yfHS806duQ4r+AQiOmAr0qUDM35T4bDuZCf9g5v5D2KZYFJo2LIn2NkJls7sXY3iMFxz1nqPjxSKe+sLYj1JgRBiPDplcVxLMIM2O/2zn06zjaCsrBxXVL3onWWp4q8s9REpFAvJ0C6mnFtctfDRWW2+181UiHBKjXiAU5MNG3N/4Vix5Zn8XrhLe1Y6vN0Wwi92M8Zyj3vOb2BUTr7HR5bywCMq/yb1oTeJScrelJJhBmNuWmVWHa6Gg8Cy2tfisw8ctGJgtSs8h+Fy/HQ90fpnIsBhYUur2lMdq66upWAOmLaPVI6A1xJZjhtc/8UYseWZ/97oq/wHos8mk0Q+DFpS6G042Kz+Rel6Xcz4zWsrq5V1POPwkwSSyqgbYxldT+QqYDwOYHe7GuEz9Y3Vt3FGUBlcRIljWRhVATXZ3g4g9EzE6f+v08r2DqvIqgKKoohiBkI0PG3FPcnYwIv8RWF/BfXydoumggG4pcTeIMBcpKz5XxRqAfmrxWo9M5h+KlCmcZsGSYNIM+PrTTxxrybd8BSBPEIw34C/bbv7LSfP6FUGY/D++/yqIDoh3aATSFMLJ0e5NmlwVNRbQnTpgi7GDYY24IhlR7N51TSwcz1t/S8Qj4xlTiPSrRtQtTokXt9CDzzjD4bf5NwD6RpBykqOu4fl49BsKdSXBpHmW/dUVDzPRH7q6ZdahHFbmbngtmWr4XeVXM5TaRGQy8xOl9ZFfXsy+VCXzFak3ZuZGxWAEdZw1KoWpTLwznPNJwR9BCCGkzHTMWzTXnHZDp5YkmDTPta+moglMhq0KgXRd044onbf4f8lUY/25FftbgpRYqAKmHxz1DeMi6eOd4XyBFHPxaJJhByPcEQB+PG58GOutun5M0bzF78fd1kSD2lpYLlzt9AMoZEBnnc8vm9t4j4mmQ6qKJJg0TjdfcMoWvvb2n34BnZksfHwyvJr7DEPxVTs1k3ehfZqS7nA39Arg1LNCVA/mvpJIuWoggaa6wkDwM+gTUMrMlDHwhQPK5FS97mw4u7Ja1dndrYuu83mSYPrPjCQYM6s1SXXChVdIRXhHkfGw2eXsYJMxfHsNj4GOjrYttnzouZ97/nfxRLzuR8dONsITAMabgYRBi0vdDYk8maPlnKknaSFdPJlbzPTVt44CWlCSohcknjw53z+hdCWIN4cvlQQTfpYkwSSyehNoIy5ffas/+JSACb0+XOAHEa82mVHmNhHMBkb8BneGbsQrSEeeTlDBSgGI88mInsd5RLCGDfAUBhMCAgT6l0b6q2D+ttS9+CUz0HlrKs5UQG7mxMjFGIKC0+33eR4y01+8dXyuiusBuqJnO0kwkmDiXUdJrc+zjivxBfJ+JEZxL8HEIXuTrciMBa1ZhbgWFv+Pzh9A2MJsmxTXCzK4XcSgYcZqRcE7pFleYpU//U+T8t3Jm5LHCYz8nfl/J/B0EfUyUZ3E3RbDtqPD/W/xWpfU0mVn1LEMoBJJMLGhTXgSY4uWNXoi8NNpx4zKLyhcHe4+IZ/pV8kMjGTsYKqdqzlzCCbsYhCEozN/quuhB1TYQKpew8Ckga4cBi//4Av/pCNeNu+8abbPZlfl4zq4n3+T3MHIHYzZNZSSelEDJDFesdd7fp3MY1KTq2KNgujWtikZaEYI1S9zuBf/Ldmq+F2V1+vQr+hrSSxCArO85I3wRyTZsyDlhUVA5AsiVVkW7kdiCpQUB7en2578caDwrZt5wkQbW6/TdT62695kaBVxPPqP11LQfexK1uibayqm6EyNXUk0+5WAxvrM4fWL/5ms/nJFzpBbgIM1ca2zyvcOdoYnGKETMf/LXt94aiL6iSPRxpppLo21Cwk0IR5z+kT6y+Q2RPjUXufZNZk6Gl7qqi7Cc4aN/0vAWgqok0vmL5TZJPsALwkmmSsxiqyWmopddKbl4TJsiGY6c0eezgfFYxgmUrS2rdWPCmnabQzaOpGQmWkafnq6YbDGoZOHz31SPKUnpQgfKIb2IhgRjQ/FnU+pu3G3pHSYY0IkwaRpQjec87txaqhDBJaKjDnjP456z7GxVBJWpBesmnYiVO1vxNhBmATHajM0fuevHO7GHZI11o0zp+0RDIU8RLRdVJkm5y1ZemWTHLkw0zRbXU+weSJmSPj8QZv0iBXmsXX61BMCin47EZL2IaUJgtR2Q9AVXa8uSdI9SJehnzYfoOhe48ZfDOUau3tRQr5fqQVl8KVLgknTHBhezqs/+ATAr6J1KY5QShgjMRE5zc/qo6TgKLOGbmkaWkZ0I+5eVvKqfSe532sbqEIi7gyBZ5uRI17+dFWdVjpnocdM/aFWRxJMGmfcW+18UCGcFukeplsVQSC6Sq7hmwJmN9c4b9AYFyQW4yWNAxzUrigILXiOY96TCXs0r6+euq8K/XYCDjJ76BS5pUpJnZQqn6dBhTQJnUuCSQKIZkV4p5cfpqjKK7EIpkse6QR+h4HRBIwbiGWrWf1yoF6AGC+ErPlnD7/3sVVmx7MpSNctBDotbH7tKIIG8vpnVr9sricJJs2z53M5A0jECTHNemZ1d4T1FsYfYgVT59lVZd7WQJVCyp/AvG1CY9ZCRznmxZdTKqF+srSRJJg0T1yziOEK+qMIiCRLChEQABPPdLgb6/r2sto1ZUQ+lP9TgHP6+hTFo5GRiaG+cYdkWmDH03821JUEk+ZZWnvBKVvktbeL7bs1zV0Pze4Y79lJmQL3orXtrsppnaRfoLByAIMjxrwxC5QCOqPE3fCA2fpDsZ4kmEGYdW91xQNEdPogdD1Uu+w04sowVLOXt7GAEo6adnfD8Fj1hvrvkmAGYQWIXYytrW0ZEY0ZhO5llwNFgKCrujJrWP2iewcqKtfbS4IZpBn2VTsvB9H1Q968f5DwT7Rbw2iasdRe33BgojKGUjtJMIM02yK/M7H+YEwz9EHST3YbHgECvCXQdpTpYs2tEEkwMXASnsq+6VPH2YDdWNWDsZ4+zcAuZPpdlXMB/QwMwZAKZjDKzDoUtKjKpOI5Cz/KTP0yTytJMH3mZNXsqrKi1sAlKmgqE7YnQGFmAndBJf6XSMWoAx0K4xMQnizxWm82G/KyKzbvsncJyp6ZtxykRtEQsFksBxfem7xUuEMBbUkwm2bZP2Pa8aSEbtSJdjFeG8zEhBWmLCQM+ykA0Aqm0LzSuiV3RVs4flfl2wzedygsrlwZo7h10UG3l7obLsqVMaVrHEOeYDaFUbgTjONB0dOhxpwUNvY5K8DqxSXK8JfJ7e7leOevmXolWL9OmtjFRDJjKhBEgkhcWur23J4xSmWRIkOaYIRzm0XRnwZjRFLnTBAN0ZetgVD56PlLvvhy1nHFozvzzgox/pH62C0EKijoOs51dghf36QOLR3CyGIB8gqAYAAcECYsg1MY3GoFTU3GvdvgjGDwex2yBCN2E8z61Ykm9jI1dQxxe3M/KbqXdHV2qkNZqqPHwXrIUbDuPtFQT/vuKwSXvYngJ8uMjzXjCxFsh/0Glp33hLrlWOjNPoRWfIzQsjeg/TTgcMWmh298FAotLdFHHtl3F2paiKxoIDAkCcbrci5WgBM3eyizcXmbGjCMe5rUrjbxFz//5OmwHXQkYO3vgaD7vWi94xroP4qAeplZ1O13RMHva6CO276fghwKob3uZgQ/ejflyuvAGmhKddm8RU+lvLMh0EGKl37mIeitrryGwCdsCuD8jaaHniCydOSx4hU3MAHQ5i9UoWCHppGVmMaD9clEJIyrRmba07LtiBOQf9IfQZbI7k3aF8vReue14AzcydCIUSia8X9Qt9sx8oIJBbHxhkugpZgkdfDnpWP23o1qa0OZt3qzT6MhRzAtM6sOJy2Y12nJ/yyemCFiate5po7Op1CFzspVAMZkymVt8VW3Qd0qRrSBUBCtt9citPLTjFuleUeVI7/qzJh6dT69AB2Nj8SsN7AKzLqmTpE7mIGh2N16yBFMcmAD/DXOh3TGKQTjSXvQChUUYtiN9RD/jlqY0fH4P9H53ycHTddIHRe6LoF14kEx9Qq++zra6m+NWW/AFRjrNWv+PvH+ARpwvzkoQBLMACbVP3PKAawpLwOUNwAxA2pKefko/ut9UIbZY8rpeGI+Op8XucMyqxRddB0sv4qd9SOw9GW0339HWpQnoteDhcHfjuhKhqewy5WPOneHuE+T8V/MT4EkGPNYha25sdq5V5Dw/mACWTT7Wlh22j3mDmZj7fnQfvphgCNOfvO831Qif2rs6BXt/7oPgf/9J/kKhJEojOsY+JpZ/4QUZRR0TADBz4wfFPAPUJQW0SykBV9UlaL3He5/f5UWxbKsk8H8LrIMqsjqeqsrFxFx5WANSFyOFlZfDGX4yKgqhD56B20P3A3e2DxYqvbrV3GUoeiym6GURTdF0r77Eq23XJEhl9TcZVIpCrFIWyLeITUGtxPTh4qiLCiuW3SP3Omk/AE1Y9ZxShURzovNLqeXgZKUdhRFuGWHnWH7zVRYd90bUCNfCwXf+C/an5gPbjX+AA9qEce6oouuhTJm64h6iCd2beWnaH+sHtziH1R9zXQuwjmIpBAAt4LwtqpYrxs2Z8ErZtrmYh25g0nSrHpdlfUEnp56q5fIClN+IdRf7QZ17NbgQAB5hx8LZdTofg0Cr72AjoUPgNs2Jmn08YuhEgeKzr0C6rb988cF3n0dvPZH8MYWaD98i9DK5V0HluwsRqaDYGfINeJB4z5nSBVJMEma7g1nV1arzHeA0WWnnwFFvCwVzboK6vid+pPMW6+g46F7B+XIoZQ4UDjzT1C375+DLiguch+6B8K4LpcKgToooOxdMn/hilwaV6yxSIKJhZDJ3/2uyie5y4AvowrlF6Dw7MsM8/u+JfTh22i97+a0+ispxSUonH1NWLudwGvPo/3hOdm8W4kx96QT8Q32Oo+woxoSJasJRsRu2aq1tGOw/UXWn37iWGuB5VtmWDJx1YijU6HrYljE/UyfEvrsQ+N+Q4/L16fvsjF3fKGiYSi+5K9QRo/rp0fni0vQ2fDwoOyo0jlnRAhpuj6rrH7xfensd7D6ymqC8bkqrmfGuNL6xj8OFoCiX5/L2QCGM9U+RwMaY34Bis67EpYJu/QTI+45xM5B++aL3r+pKtRtJ8Aybjso2+wAKiruMugj6gqD012YobduhP7zGmjffwV93U/QVq8CQsHNVcSFbuHsa437ob4l8MISdCx5FNzRPqAhDn5j6gA4SMAGJu7QdTJAElfuTGwjUop01tZayDJvWN2iqHGDBn8sydEg2wnmUQIdWeL2bDlYT4LfnDHZUWpzrEupV3Zy5hrCKK/wgqthCXMnI0im86nHoX37JWiYHdbd9oa6wy7GC494So6n6OvXIvTlZwh9/B70H78FCopQ8HtXWEfGwMvPoGPRg12hJbKsiNciBfCzjhW6Qq9B549Um77efu/iZ7NsKClTN6sJxu9yLmXG/jrjtLK5nodThlIUwSKhPRFOG4y+E+nTIJnz/wLxrN2viJ2I3xs3oUTVQ+x0dA1Q+58ejSfzh+eAtey60CWQrrP+MCnKw466hucTmYeh0iarCcZX7fwchB0HKwnWylnHlYzozPuJkDkvR6YWbl6+8URsxjzflLwEKgVef9F4Lcq252cGfCEou4x0L1qTwLCHXJOsJhi/y/kOA5PErGmEO4bXeS5M5ww21ThvUBiXp7PPZPVFZSNQePp5YV+XktVHJDniGNZ2383QvetT3VXy5YtLWi10yvC5Tz6RfOG5JzG7Caba+RQTjhfTQoAW0kO/S9fEs2vKCD/U9wBENkPN4PVi2f5XyD/FBXXr/gGeUq62phk+RR1P/juj3BZMj5voUUddw+9N1x/CFbObYFwVdzPo3O75I9DP7VrgyC3nPfVJqufUf075sRxSnkl1P6mQr249HgUnnwU1zItSKvoLK5MZoa9WoH3eP6A3Zd1OZoPD7UluHOe0AZ/ejrKaYDZMP3GGqlrqe0FGWMUh5dDSeYtSGh8yWxPYi8BUBWdeEDtAVZrWob5hHTbeegW4STzEZU1hnZXzymRu6pgTltUE01FduWMHsciy1ysei9jJ/JzXMWHCXc+kxG3Yf7bzNNZx/yYTh5ggZ0oFZeSWKLrgaoh/Z1LRfU1ovfUKw34mWwoBb9ndngP66ltbC8vhL0+2TJ7cfyQLlo/UP911gX51LfTBMqtIN75ZTTAvTZ6cv8+Ojle7L3p7gicsJsG42+72zE4GqN7p5YcpVuVPuo7JJPyNsgw5stpQfNU/oGwxNhlwJF2G9tUKIzB5FtnDaKRqh+iaZT8CHwHmnUDKKDDbjfgNYYybxZIRmUEhwjoQNWma/prFynfa5yxZmnRAM0Rgln0m/VFrqik/W2FlTkQ8GesJeKykuOQmuu1B096s66ord7SSfgQznagQDmSGsDYT3vhZWay7TUThrCszV/f2VrTe9zeEVmRP2mci6MwiIgwL2+b4sTUyTpAu8i8R83KLqj5RVKDeT7ctaIpfWGa2SACVzBoIV1UV+0uDqzdlCQivnJhIBe3EWMXE70PHtyqUzqDCm8PwM+sBYioj0HYKMJ6JxgBcnG3HoEizQ8LJ8PTzQKPHQi0dGTa9yWDMrIjxIi55A2+9gsCrzwGDmGhtMMbfs08RxgqAn4jvCUK9JxdsbbKeYMQEbahxXmdhXGnO5W6wl9Eg9i/+zg4fCeuOu8OyxyQjXILwLRLHJ+FflJYizg6dHdB8G6Ct+BjBd1413Apk6YGAOESB1oH5htK52Z2yNk2rKrXLR1ysXbDa+Q0BW6W2p+ySLrynleGjEPzwHbA/zK5btUDYw1j22g+WX+1uXP4KVwKjJItwui8jxLP05x8j+PF7CH36AXQRGzhCEKl856mGEV7w9RfBPRwmswv95GhLTEtLOoor6KGHfk6OxPRKyQmCEZCtPf3YPfLy85flypFmoMtARIwr/svtXdkGQkGIcAiBN17q+rAjFVseVOHcWDYC6jY7GIGqRJxfQ4bY5Zgo4pJW5JPWPv/YiEbH639G6MfvoK9ZFd0tQLUg79BjYD30aKhjtwG3taL1tquhrfraRK+5XoU26jrPHCx/u4GgmzMEI0DwucovBSs3Ze9V7C9TSfbSrjzN43cCqRaEVn+H4NJX+odUiDD7BafOhO3QY3r9Kj5+7cvPEHjnNYgA4BHj8oqYvuI4JTJFWqwgq9XwsI4awpl1cDDY9Qokdh0d7WBN63J0jFDEbkkc06x77w/LbhOhlPVOminuZdr/eXv09U1kZIS07rW/8W+y2RD471PGnU4uFQJpOvMjpfWe2OkXMmjgOUUwm0kGyl+zIXxC5HVARoAo694HAIqyuZpIBq+vW4PQR+8aRw199fdhdwUibkvJjfVA93GnT0cifSw3rYe2ZhVCy9+Hvna1cSTh9WvBup6y5SnuesQdkLrlVkYsXnWHnaGO2caIMxOu6L4NaJtzkxFCom8RxznhrGnZc39Ytt8R4hJ7c9E0tN51HUQwrWwqPT/GvveJxolVXAIzXrfXew7NlnHlHMEI4IUZP0LKwwwMz5aJ6KknOcow7Np7frkPCTMIvWkdQis+RuiDtxD6egW4RWQJ6FqWecc4kT8tjhhcgU6Evv8a+s+ru4JFff050NkJvdPIM9ZFOp3t4PZ2cEdb5B1JYRHIlg8RplN8CWIHJHYp4rgmdipK6XAjml3MNLc9euiZC8nY8YzfCdY994Nlx92gjOkfGa+7aXDZm2ir+1vmTL8ARIEGRicxNhLxWp1J3KvoTPQ9MX9tIbSHiC3M0BSiMtJpax1sWEUSYVsGxjLwUzu0A8a4l2SFf0VOEoyYEK6ttfhWfzAXwGkkHqmzqCgjt0Bx7V1Rk9n3HI4gheDb/+s6FoSCKLrwmrDZBOKGQNeM4NukhYynZO2nH41djziC9DpeqSpEfmnx8atlI0Eik4E4YlmtAA0M+uD7S9E+7zZYD5hs/BM2jk2YgRnxhu+9Me4hJ7sBQdyf6MusKpZ0tGuPDrXMAjlLMN0LZXlVVfFoe+ffSKEziClrLHALz/0zrHvsG996jxLcKT5BkWtzexva629FcPn7myuJ1CjFf741dn7sZClhQk7n00+go/FfJmomv4rIIMCEZ/J1/Cm/vqFPHNLk95fJEnOeYLrB56oqm79UGacgcKNGmEjM22T6i5M46uQdX5VRH67AUxw9xBGkuwj3A8PHKUZmyXR8CHqLH6E3X0K7CHAoLpnTWAjw6qD5joD9Wpo/35fGrjO2qyFDMD1ngC84ZYuNgdBOmhbYSVWVMSENY8BMuoKtVaZRBH1zfEeGInyavmYSmUFpKiXLPsTMkiCC4hhuXGZaDz7SeL4VkfkHu7S5b0HwvTd6EYzYcalbjBk01cSTuDhOBd96BSImcJoj5ekMnL5NPgAAIABJREFUPOQoKLiM7nh07aCBkIEdD0mCSWQe2OUq9NO6tWDDfSDtRby0KGO3NbI1qtvvCMVeFjVFbMoUZO7awbz/i3+e2MEUX3QtxOV0OovITBla+WnXRfeKjyEuvgejEPCF3e3pn0VuMJTJsD4lwZicEO//Td2GWngl8Iv/ksmmSa8m8hzZ9j8MlokHd116RslFnezOxUfcNvcfEN7Pm49IpSO6ckyHSVOb7P6FPOMY9MHbCL7xIkLixWvwyxcOSTBhZ0ESTBhYRDL7nv9ZxO4Qr1LNaz7YyNw79sxgr22yl8F20BHIO/w4UGmKXuU72qCtXWNY1RpHkTf+2zusAhFskw6ButPuRt4lEi9JJi1/48FPJIfreHoBQsvezKgEbTrjs7J6T/+EU/EMLkfrDmmC2Tjz2D1CWsEsZp4EsF0hGs6EQsNioUchw4SVhFt+xi4D4XdkeEsn6Ziir1uL4CfvIvT2qwit+lrEJOhKLxItCb24nxKGgYpivIBZ9jkQtokHJ8evSdPQfLkrvE/VIM+KJJjIEzCkCGb9uRX720JUoQOnks4jmcgqPgmOagM/yKvXZPfC+KzgjPNBhUUmW4Svpq3+HsFXnkXwg7ehN3sHlLdaGNop47ZD3lFTDOM4s/5MkQbQ/KcZYO+GAY0vFY0lwQxxgmmqmXKKCnWWzthzUw6jnCNW8ZydXzGAQPcd7YahXudznq5XmGQWVYVlwq6GdfFAshi03Xsjgh++nUzNkiJLEswQJRhfTeXRxHyDDuyTbda88a78grMuhG3/w+NtZtQX9yodT8xPue8O2fKQf/J02A7+NaCIjM3xlc6nF6Cj8ZH4GqWhtiSYIUgwPldlPZin54JntZlvpPjyvxmJ6uMtIkZLm/vW9OUnIkJ+5anIO6Yy7ruZ4DuvoW3u3+MdYsrrS4IZQgQjXAPGOkKfgXjIBJ8iVUXRlf8wYrnEU4T/Utu82+Jpkpy6ioq846Yhv/yUuOQJgml/tA7cujGudqmuLAlmiBDM2gtO2SKvvV0c0uP70lK9AlMs3zB0+7/rIGLImC2hLz5Bu/tWw6ZkUIpqQUHVGbAdcYLp7kNfLEf7/DsgcillVGF84aiXhnbh5iRnLjt5dlVZc2twGQPCx2hIFetu+6Cw+mIgv8DUuIVHdPv9d0L7rn+clYgChNvCFmON2C09jexEfRGeQUTAE69OwlbFrJm+CL9QJI52oyOHXeipj5E/6ebLMi4TJIHWldQ1bCmyDJiaABOVmKE0V087VmdenuokgibUSbhKzhCMz+X8BsC2CSORIQ1FEG4RNwUFRYjl9yRCKYiwCfmVp8E68SBTIxDBptofutfw2TFdrDYj+JVSOsIwthMxdXsXgnW/Q6GOGdeVIeC1500/b4s0tkVi92WSHDsWPoDQJ8tiPsezCNHv3QBBStGi6pnGIGpFZmI8UkJbuMjtjhwwx2RnIlNGU1lwkcLYnmza0Y67l4i1nZUlJwjGf7bzadZxXOQZEMuNNhK4k4E26LSSVF6vi3w2OvKIlN1EcCoCRFg0ReS4GQyjOusek5B30pkpdRoMffwuWufcZNrTmAqLjbsSESiq9e7rgWAgIszKlmORX/57w9DOCPYUzSivh5RC1yWmCTKur4zZ8Pru8DwM/ec1cTVNrDI3Q+F6+5bNV1Ltyx3xyhAW5P7qihtANAtAoVirpW7PwAyb4lUiyfWznmC8NZVTSecnwrwWtYrwgiHW7h1eEHoJdz2zEbW1CtXWhgxXgFphrVsL1NYaaTy73QN+vuCUkQWdHeW6xidD4YlgMn+xMYDJEfFoi86/yviQU1Z0Ha3/+AtCK5eb7qLg1HNgO+BwbLzpMuM5O1YRxx1x7BH2NJ1PPW6KZMTxqujcP8d1hxRLj56/i2RuIoB4GkuQGW/ZLMpNhXMWPRMrTazvvCnb6QHlMgV0KoDNhMLAA6Vuzxlp1DvpXWU1wXDt5Hzfj/ZPiWg7AxlhkquQX2f804GRVw5ku2oQzuwqR+fG0IgO8DSAzgF4bKqeva2TDkbBKa7esWWTPN3aV5+h9Y5rTadnFc6Lhef8GUqJHc0X9Yk1rShQiorBbW1gEdi7e7eiqCi+5k7DF6n19muiZzHouYuZdSVE9slUFBHxr+XKmakQHV2mWI+EIDOtZdKbANKI8TMr3ALm7QlKEcEIhSlSNvT6FpnQblXUA4rnLMyeVJdh0Mhqgmk+u7Ja09m9aRBMRAv0EF2aikux9dVT91WgeRQj42PyizpuOxSefRmUEVskX/gmie0P34vAq8+blm+ddAhEdgKRm6jl4jONuDTipUrcDRlZT/Pyjd+EAR0CAWg/fAP2e1F43pVG7Jr2x+oR+N9/TPVnPeRoFJ52jqm68VYKvPwM2h91x9tsUOsTcHuy8qoP5kCymmB8M5xvQMGBAOms06Wlcxel1ArL63I2EOBM1YTl/aYSeSec3PXBJjmwlXBUbDGcBb2m1RdxdvMqTwMxo6V2lnFPwhtboAt/IBH8W6QqUVQoxSVGYG/e2Axu9hkEI3yiOjz/QuczT5jqTx29VdduKYkhH8SFtkjT0nbfzeCOdlN6ZEIlBi//Cj/sN8n93oAvjAd7PFlLMO2uykM6oIugq8MthP2G1TV+mmowN9ZUXKyxcksqL4DVbcYbEfMNnx2Rlyga0YgPPBCAZevxUSPsC1zE8/HG2vPBbP4l1XbgESgQuwrVgs4lj6HjhcVGvqNoxbLznii6sNao0nb3XxH8+F1T0yKOVAVnXhDzslf//muEfvohYjiI7iwI7NuA0JcrEPzwLdMX2qYUTXElAjopoO5VMn/hLwF3UtxnKsVnLcH4XJX/BPgIVbWeMWzOgjjeXBOH03+28zTW8WDiEuJsKcglaoSIrh+N+xsRqiFCHiRRR1x0tt1xTVx5j0SM3cLz/2LkMRK7gdbba40dQaTS85gngoNvvPaCuGxW8k/8LfKm/C6ifPEs33J5tbFLiu4An7lhNaKuACPXC/3W4W5YEOdKydjqWUsw62dMqbCQZSdHfcPN6UK3K3B4sDNd/ZntR+x6imZdtSn7YvhWRp4g9y0xX3VEzF/xXK5utR0sB06G0icGcOCNFxF49Tlo33612b5EBLqyHTDZsMpVelgTi/SvIvlZ6PNPEHz/zU3EEHlU4ngYzX2Aveux8e9XGbmbcq0QIaRAnTWsbuF9uTS2rCWYVbOryubZFzTX1iKUzgnxVTs7Qcatf8YUYasi0oaIfErhisgVHXhxSZcnchTbFOt+h6Gg4g9dkfEiheHUtM0ZIcXxx7rr3rDudUBX3+JI17cIg7dAJ7jFj/bH/wmRryhSsR1+LAp+XxPxd8Mx8/47MjImzAAXQxugX+NwL86gTHEDHNGm5llLMMkZfvxSvK6K7wiUcb5Ow678hxHcKVGCsR16NPIFuRSXgNtbQQVFxo4j9O1KYGNLV8rXMVuDiocZF70idoxwlhQZGwt+V911VySyQfrWQ/v+G6Cw0LhLEo6YwrpXWAGL9LQdj9T1yqnUU99YBBNY+jLa598ZcxcW/6wOXgtmfAeLemHpnIWewdMidT1LgokTW6/LuZgYU3pbLcQpJAXVxcuNdffIdiTRjkjCDSD/d9VQCgoRWPYmOl9cggLnH4BAJ9oXPwp9zQ+GxsIIUAS1EoTR+ezCriMPEYovv8Ww3g3890kjZ7bYrYjndpHKhDs7DFIQNi62I08EQiG0Pz4PoY/f64dCrCNS4IXFaF9wfwrQS79Icbumgd0d0K/MljSwiaAkCSZO1H6eUXGmTaW5feP2xikm6dWFP1LesVMjHy8iXfIKgrjyH8aTc8dTC4wUIOIYZTv0GFj3PRSBl57qlaJEPKEbu5xmr5FW1iCekVtC3/BzL/8j4RgpCEYTXtsPzzHqiXQrIq2tIKjWv10OkXakZxHkJSLzRSrtD96NwOsvJh27tAoktBOwsCO/4OIthkAOJUkwca4ukV2gZfUHrXqX9WXGFHHJKp55I5VIz9QiK0HRrCsRePMlYwfSfUcjHC4LZ14O3bcBbXW3ACLgt3ix2m0iLHvuazz9ipcl4TQZzoUg3/kHWLb/VRdpff7xZrXERbBl5z0Q/N9zCH7yyy5GODsW1lwKyy57RRgCo+XS6dDjsOPJhMkhIp1Z/4ZBr1mI/1Zc17gilutAJuidLB0kwSSAZCZ6bscimEiGduIoI4I/db0M9Q7fYDv4KNgO+jVEIHBhNCc8t4V9Tv5vZxjkIXYgLcK2pmdMGSKDJIRMkV6k8+Vne3kziydvkaVS9zch8MKSzehbxu+MwnP+FNFVQuyQWq48Jw2e0eYXhEi4BvDzgLpeUbnrWwoBAdJ0hbiJ2PJTyKp/3/6zbeW4BQuazEvOnZqSYBKYS//ZlW+yzgck0DSpTcQFqtiBiKOMIALhzRyttD90DwKvvdCrCg0rQd5vphpHD33Nqt7NRfqR/Q4zZHOzH4F3/gdSLcir+L1hGyN2Mf7zTt58NFKGj4Jlj0mwjN/J2NV0vvIs0N7HGNWWB9vBR0I8YfcMGWE7ugIFJ0X26xP3PW31tyL09RdAKJhUHBMRJh7jtOLQViNue/LHRNoPlTY5TTAirgYtWJDU+Ioi9Yk1qDzN4PTmSe25IoWj4RZju+5J9pgIZeRoU+tVBJgSdiTo7BlJgJB3QhVCy96Atukyt68w6177w3aM0wjVoDf7Yd1lz66dBjP8F/zeuO9WthkPUU+8FonXpeCH70TcbQhbG/FSBf0Xq+KiC66Ocjzq0ki4IojL4YDI1fTVZ33GYQqCpFUiwnp7nWdk0gTmqKCcJhhvTcVy0pXPWafZyXCA9J9TfiyHFOFcMygxOsQ9heVXu8N22DGw7LpPQv5KwhpXGL/1LCLEgrhrEda3kQpZLLDsdQDyjpxikInYPYnSsehBBN74r7F7EkZ5wY/ejfsYI56zi875kxFky2wRgaSC775mZJkURzizsWfMyo9Zj+hRR13DAPLExOwhJyrkNsHMqHiFFDpUmNsz8ScqlL+XuBseiHfmfK7fjmfufJCIhWNl2jETxxHb0eWw7j5pwDFTQh+9i9b7egecEi4Gwks6VlAmcbdSOOP/IKLuCeM58aJkPEM/eA9C7y+N6uekjN5q83N3X/yLzr4Mlr0TP3EKvcUltdg5JT2nU/jFogUYk0bVe/qG9ot3aeV8/bR/LOlEtPm8aTvpAW0ZACNY7SYPlRbS8Ymm4sVgKPjvLec99Uk4nbyu8iMIdCRBcTF4RAznl5QMSzgO5h1dYeR7hvCwTlIRgaA6Fj/aS5plj30hfI+EM6G4PxHE0V2ULcYY5CYubsUuJ/DS0wiu+MiwuxEXwTTMbljoCvsZYTMjXpeMIuL4jh5nROgT3sx9d06iipHytubSqH5UpoYtLIbbNhq+Uh3PLoQm7mpSVJi51UHqBHIvSkeYvBSNIj1ic5pgBIS+GVPvhaKHiTZEOog7wdgIQgcx/cRgYevuAKMYCorAnD8YOxaht23yccg78bdQhtmTvhLEXUZr3S2GjUp3EbsYZew2XfGAReJ6cZEqUr+K+C/in7wCI25u5/+ehfbF8q4jiaJA3Wpb2A4/ziAITWSEFCEbOtuNS2FBKsY/Lf6wsXFFiIfiy26KHgNH1w0bG2FrY7aITAltd14H7fuvzDZJoB79qEGr11l9dGR9Q+rYLAHNMqlJzhOMANtf7XyLCftlEvDRdDE+vCtuheIYbkplcVwRuw4RjFs8NZOioHDmZSK8X8T24uNrnXMzuKl3ChBx/FHH7wx1q20MghELRG/xIfTZR1GPUCLkpyAbGrklFFsetJ/XQPvx264sA2GKEZ5h+mwjmHjEImLqvvsaAq88C8vuk4zMlWR3RB1Xt6zg0pcNv6VUFyLy6zrucATtt9H8+cLNW5YeCAwJgjFIxlX5NoP3zYbZF8+8hbOviRjzZPMYgkHj6Vhcsmore4fDKTrvCuOjjFa07782QjAI+5a0FlVF3rGxE6+Fvv4cbXdfvznRmkiZYt3vcNgO/03MVCfBj95B2z03pG1YDG4lpr866j03pq3TLOhoyBCMmAuvq/JxAke2Rc+QCRNPwMOuvcfIQdSvhIIILX/fMIwLrvg4YpR/dfxOKL7o2vAezj2EiheY9kfq+hFUyqCw5aHwFBesBx4RI5gWo/XWKxAKF3+GCOp2E4wdjWXSoVCKh/VTd7DSzCrET5TUNWb8GkvZ/PYRPKQIZhPJnK+AaxlIS7aARCdSXKDmlf++K7KdSFD/3Vddz7Lvvg72N4E1LabovONOgjDZj1XEDqZz8aPofPmZWFUH9Ls4RhXOutJUilvxKiQMA4UxX+RCgM0G6577Iu+wY6FO2Nk4PolXpdZb/gzdCEyV/sKMeaX1nhnp7znzehxyBCOmYMM5vxunhDquI9A0gMNsEzJjoshR1vUxMne97Gxsjsveg/ILUXD6uTHDUHYxmGY4NYoYutrqVXHbskRDTMSrsey2D/KdpxovVbGKIIbWmy6NL0VsYZERaFwdNRrBT5bFFXs4lj7x/i5eKxVSrrLXLbo+3ra5Vn9IEkz3JHZUV+7YAVQz9JMUhUYzs22wXo1StbCUMeNQOP0i4wLWTDFiwHz0LjpfftrYCfR8rjbTvmcdI6XshF2R9xsnLDvsYgpa0Z/IYaR9k+0PM+QHbBMd7n+n8ikr3ilJe/0hTTA90RbGdITgaWD91zp4PAh2gAoEQCLTY88i8oSSTiEd8CuEZhC/qTPtRcy7ZVqcGKG3OG4VTL/IMJAzXUIhhL74BMEP3ja8oY3XJuFBvcmrOqwcRQHZ8qE4ygyzf+v+h0HddoLpLkWsmLa5f+8VHsJ848yrSYTb7XWe2ZmnWfo0kgQTA+vujI+9/jKjf5LztRecskV+e8eng+qjFGUs6g47G9H+xfNwIkXf2GLEgBGBqwLPeXrvbIgMXyXbxIOgbLlVwkZzHYseQud/FiWiXka2IcBnd3sy+q4v1cBJgkkiws2uyn/q4DOTKDKpooRlsMgeKSxzEy0iJ1L73L/3et1RykagcPa1xv1HQoUZHU89jsDTT0TfISUkfGCNRDBuaGpFMC+0QdFpAjTaQxUuI0yTGMIQM3Ih5g4VdGDxEHYpkAQzsPW3ubV3+jQnVO0R2uSWkCSxSRcjfIJEDF3LTnskJpvZSGwvLoS7i/DsLppda3hSx11CQbS6bzHufdLusBhz98oigfk9dnfjeT2ripTFG9fYt1dZ2TUI3MjM24dLKSwiOlhAFw1zN9wZNy450kASTBImsuXMqsM1a/BpAHFcciSh4wRFCEvh/BNONtwREiki/UnwvTd6EYwIjyl8juIp4nlc3LmEPu3t3R2PjFTWJcKn9jrPrrH68LkqrgfTuSA4+tel+x3uhrNiycjV3yXBDHBmxR2Nr7ryJyKO/f46wL6S3Vz4EBX8dnrkFCUROkwGwYhL49a7ru8KtZCBhYH2kBo8dOScp/pHJw+j7+ozpuxUaFMfAbB3r58JbzrqPAdl4BDTopIkmAHALOLz+te8vwpM5j3xBtBfKpoK58b8k6d3+QSZjEQxIILp7EDn843oeHZRRCvkVIwzLpksoFCusbsXdeXAjaP4a5zLmbFLdxMGf1zqbkzwPBpHxxlaVRLMACamuaZigc500gBEZExTdevxhtWvEXQ7BtEkRDDMhs+UCFBlGAxmcGHi/zlG730k1dYmlNSvyVWxRgFtKQzuSNcfdcxdPGQDU0mCSXChN1eXn8UK1TGTJUERmdfMYjUM8kT6VmEgR7bwT9rxEkzo0/fR+dIzEP8Wti6ZXnTQoWXuhtcS1bO5pmIKs+JhZmKi20vdDRclKivb20mCSWAGfzrtmFEFBYVvM7BNAs0zvolhgbv9jrAdcgwsO+0OEUN3c9H1rlefvq9IF11rGNhtPhqI+LlfrUDwnVcREqb7UcJxZhogoY7QViMeHFgwb191xWdMNJbBl5S5G+sybYzp0kcSTAJIN9U4b1AYlyfQNOuaWHbY2chaYJ14EKBajNi97Y/VQ/v8l2BVIvVJ0fl/MWLBoMXf5e392vMGwWRjUYl3HVbX2Dv+RZwD2TDjxJNIUY8KFhRePRQSrEWCRxJMnAtHVPe5nD8DyLpXowSG+ksTIlh32Qs0ZmuEROzbHgnQRDQ7EX5B5KwWcVhEytlsLgz916XuxS8NdAzvuiYWTnK/FzmS+kA7yIL2kmDinKT1M6ZUWEhtCGdY1VcUM4OIvtKgPwRN/9GiWu5joCscvywZiwAzXVta33B1xiqYRYpJgolzsryuig8JFPvZkbCeVP20klH7vND9GiGsfUnVHhf+h3F2K6unEQEGLSh1N5ycxi5ztitJMHFM7eNVVbajS4NtFH0XEmTiRq1duzDcRaHPVVEDpjtBmZXbOg4Ycr4qM3/aTvrhY9xL1uf8YFM8QEkwcQDsnzHteFa0pyI2YfisFuXUojmLItcRoTtrpswiXb1Vkkwc4KezKnNHPpQ982W2gAGjLgkmDgi91RUPENHpEZqs6ywo2N3si4G3puJMYnKL1EBxqCCrpgkBq6qcGOsPRZpUyepuJMGYnL6XJk/O32eCYxkTdu7bhEArS8bsuUu8lp9NNRVTiMlDEE67smQWAvyYw914SmbplH3aSIIxOWfrTz9xrKXAshLclSVyc2H47GP3GhkvuXS3b5059YRQSHuCiaLGFjGppqwWBQGRK86ku5XINfzDcz7L+JMXLNiUplJCmwgCkmBMoibi93YSf8I9XoBEQKFgsbbDiNsGaPXpqngMoN+aVEVWSwABnXmFoijzwXwFgP55TvrIJBH2XMUfy+Z4Hk6gO9lkEwKSYEwuhTU1FbvkM33U/YIkHNlYw41l8zx/NikiYjW/y3kVg6+J4+/rQLscUu0J1AE1dETJnCVvN9dUPsrMpp6gCfSO3d2QNRlBM3FSJcGYnJWWmopddCaxgzEwY8ZaR71njPhLZ1JExGpeV/lCgjJ1oHJk+/AIEBAMWvnQEfc0vvXzjBOPzyNLA5syEyBdYa26pH7xPyW2iSEgCcYkbk2uykMU8KuiuliwOvTfJMOcXMjzVVeuAvFWJlWR1RJCgL+y1zXuKJq21FQ26OByM2IY+MExZq/tEr1jM9NHLteRBGNydtdXT93XQvrbxu4F8JS6PZUmm8as5nc5OxjIi1lRVhgYAsSXOOoabxUpaoDOj8yGOCXQU3Z3w4kD63xotpYEY3LefedN2Y6C6hesQ1ct1mOGzVnwismmUautP7Nif9VKS+VEJAPNGDKIfujMz58kbJWMo5JieUrcpZkpIsfRSl51xVB3XjSDVc86cl2bRGy1a8qIQiifgeh9e5P1RErS86W/2vk0ExKLvm1Sd1ntFwRCpF81om6xkdLV63I2AHCa/QgIeFdRrRcn64/LUJgXs9gOBSyijlG43o/HuNc0VmpG1C96JxmAiGRteW0d4v4lHudHDURqpqX4SAYe8cowQlLG2UhkCiip8+zefTnvq3b+B8AxpgUR2sH0WGdB/uWjVoe8yfpDE+cwsqZ6vPOTNQNLhaK+s6fe67hv0TnJku2bUV4HRXGZlcc6/0/Lw6VqgKpBdBaBh/L8faFrykWKhXcD801mMQRoY1ANTO6ZLWCTC8hpcfEVg5nIq1n148XrlPn+h1bNobxA455pnl1VRrctaIq7YZgGPPv0sf7W5s/MGH2J5gS02N2eEvG/V846rmREp+0NAsXM2ZMMXTNJhnjBg4Lp9vs8D3Xr1VQ99RyV+C4Gm3G5YJ1wU1ldb/slf820CdD1B5mwH2LIIWC9DvKQLXSD4+4l32QSPpmmiySYQZoR3wznG1BwoMnudQvUi4vdC28T9cXHwKwvBfiXILgmBWV7NWa8U1rv6Wf8JjzUFVZvMxXQi/EfR73n2L5YcC0srWun7dIWDE3MU/lY6MpoFnZOCph0tIGUd1gLvNoRCHy85UPPiaiGssRAQBLMICwRf43zdtZxvpmoeGKCdKaG0vqGzYZ4XpfzQgIMshlqRQfeKnN7Dgg37g0zyq9WFSVmLiNm/ra0vnG7oYbdYIxXEkyaUfe5yi8FKzeAzIXOZOJPS+saex2FfDXOl8CYnGbVM6M7xvq2oHbomPlLwkYU97rK3yMo+8RQtsWx6biZGYPKXS0kwaRxbrtiwGCeWZ8jBi93uBv36OuO4Kup9IHZnkbVM6YrIgQ1aH8sq1vyaDilxMucrb19dbQQGCIt7GqvddSuCxZszJiB5agikmDSNLFNMyrOVRW6q9uXKVq34txPzLc46hv/1Ldey5lVh2vW0PNAXE/bv4gh/glQ2qAo20DTBi0A+aYn5vdVlecVWwIP+Tvz/w7wDDPToev6nLK5iyO+5vmqK24iosuiGNG1/ui1bikJxgzaA6sjCWZg+MVs3UUIwblE2EHEI4lZGF8obLm0ZO4TjeHq+l0VdzPTOWbub/q1JzwPzpu5Lq953Ui2DLcE1AkBcDmRchwxbx9Tt+RWCKpacJ9h854yEix9c8Zkx3Cb/RXdREB1hfiJkrrGqmjq+GoqmsBUGq4Og1tXe22SYJI7n2GlSYJJEciGvwsFriNGJYOjBpMiGBYtG0H00Dpr+58m3PVMxOTNflfl2wzeNwG1P7B7rftHMgzz11R+yczjzculDmZ9vUIkDP9CDP6ZGMOZMcEM+RFIhxo62D5nydLuPr3Tyw8jVRH5iKI+N0d6Seqpu7+64mEm+oMkGPMzmoqakmCSiCrXTs73rhlWqUKdBcZuOjAsMsDCTosCDP5GD1EDOZS60r8v+i6WOj6XU0S6Hx6rXs/fmbnVQVuMIrc7YhKwlprKqRqzSKkS89hEQKem8//5Q/5/bTf/ZV+vD9tV+SSDT4iln9jMKeB77O7G83q3d4qn5gujtWfgy1K3Z0K0Oi0zqw7XtOBzQP/sDXIHE2t2kve7JJjkYQlvtVMchf7YM5A3idAxxoUKX7olAAANg0lEQVQDg6B0MrgFTJ+oBM/6gPfBvh9oLHV8NRVBMJkPFM4kDNNOcNQ1PB9DttLkqvhUAf0qlg4A1rVsVA8e98jClX3rbtqFmHIEZejLSt2LJ/aV4XM5OxDFu5yIvrbXNcTcbXmrK74monDP0fIOxsQkJ6OKJJhkoNhHBtfWWoCXDRJ4+WVg3ciRetWCBSHx/wcSoGrDOb8bZ9E6v2U2ZbHapRXjz456z41mhrkp04GJ4EoUZPClpW7P7X3lil1c8+pSb6xj4aZ2vi+xamxfD+VmV+WTevRdkLBqdsTC0uuq/AeBZ4cZe/uP8hXJzJIYcB1JMAOGMH0CjJg0ir4UbDYLAa8PQt1jpHvRGjNa/lzt3MtGEDFvYjtfRiAurqqy+UuDywHsEKtPBjc78gLjqM+dkxEaI6B+FenFzWg3Zu/hsYJA+VyVVQA/1vdOhwFfqdsT9gI4ls7y9/gQkAQTH16DWru5uvwsHcpcM5eohqKbAiyZVZpdU0a0wPJfHbx7rDYMuq3U3XBRvx0MoPiqna8Q4ZBYMojIX9Jk2YrC2KP4XBVrANoyvAzy28fsOSI2wfx2PHPn60TYoqccYlpnr28YFUs/+fvAEZAEM3AM0yZBeHND12ea7NBnDzi2o/nze13CxmrrdVU+TuCoT8BdMmiRw90wLZw8b7VTpMadFWtx6aAfS8fsuW04ovDVlNdBV1zhwyiYIxihm7+m8jVmPrinnuGso2PhIn9PDIFYayAxqbJV0hEw7jZ+dCwyG5yKGHfb6z2z4lWk2VX5Nx18Sax2RPS6va4h7C7FSLFL2pMxd1oRnA5F377pJx4Ji+VZcP/Mlwz4HW5PWaw7GCGn2VVxnw6q6UUwOh4ones5I9YY5e8DR0ASzMAxTIsErqoqbh4efJx1E9HvGGx3eyxE8Wc82HDOSQepodDrMQfFvNRR3xjWG9wgB9Uinogj27MY79T0J0ddw82R+vK7KjdwOI9xhs9Rb+4OpaWm/GyNlTk9+tAYdFGpu+HOmGOUFQaMgCSYAUOYHgFxEQzxT466xtGJaGY4Y0KJ+NF3y4wWCNsgGMXyfLQdDBF3lIz2l1Lty+JJOmzxu5yfM2BkAuhZiPGdvd6zrZnxeWsqpxLzwh51faoWPLTbgtiMDFkncQQkwSSOXVpbxkUwujLHMTexyHt+l1P4S/Uyfgs7UF3/u2Pu4ovD/dYyo+JcTaG7owHEzC+V1jf+OlodX43zP2Ac068O0beOugZT4RZEat5ASH+yO2UsEX1qr2sYcoG60rpYe3QmCWawkI+z35cmT87fZ4KJOxgGqwrvNqyu8dM4uzCq+6qdz4Lwm+htKaizdn5Z/eL7wtXzupzzCDgrogzmDg3WI4fXP/FGtH68Lud8gmG42HsHo9BS+30NpoJ1NdVUTFFY8XRHqWPGXaX1nvMTwUa2iR8BSTDxYzYoLRhQmmucDzDj1GgKiJCSdrfHloiS3ulTt4Gqv0hAVCtZJrR3gCeNDkNiQk+fy/kuAXtH1IGowVH3SwCtSPUiGcoRcLvd7QlnQNdPlCAYFbSIGRaRQjYY1CePuF/G0E1kfSTSRhJMIqgNUpsN1eVnWUiZGz3kA3/lcDfGNHILNwRhyGcl/TkGHFGHSPytoy58RDix09p7R4eIW1wQTobwi7Io2M/MDqvFVXm+xnxHn6fqgAJylbgbHjAzDcYORqcGEeCLQZ84vJaJMhOAGeSSU0cSTHJwTIsUw4EvFHwp6uXpALIQrp8xpUJVFI/w7o66SyLcYa/zhHVIFIHRm1uD68ORoJCqEE0bVtewyAxgG2umnRJi7V+9ov0Tey2KZXLxnIUiM2PM0nVEInHJa2Vgdjj3hphCZIWEEZAEkzB06W+4zjV1tAX6DxGjtRF0Vafrh9U3XJ2Idr6ZFX+GRn+N3pY7Nbb+OtL9yaYn6hfC717wpcNn3dXsDqLNVVnVyfxv6sF4IvmZ3e0xHa6iaweDx0Gk2wsKtqc7Hl2bCDayTWIISIJJDLdBa+WrdoYixfMVYRTaiPcJdzdiRmFfdeUiEEfNua0wPVhS39Dv4rVbfkt15TUa8V/C9MehIB8Yz/2H3zX19zpr/6LuJyBjK6NcY3cvihnYu7t/r6v8CAWKB4zX7PWemGEkzOAk65hHQBKMeawyoqa32tlKhMJwyhi+PXUNpixcw7X3VlcsJ6JdIg1UXCAHoGwTyXlSWBv71zgWg3F0TxnGBoRwn72uwaybg9F8o8t5YYhxW/eJjcCdihaaFI8Ny+ozpuxUYFWXBDo7pm3x4LOmjlUZMdE5ooQkmCybSH+1862u5GD9C4O9pe7GhHIltc48YWJIsz7DwMjIkND9DndDxOdnkUyuubX5HQZ6Gfkx82rH2L23ieWc2Ldff03lHGY+u/u/M/MLpfWNvcgr1vSxy1Xow7rrwzlmxmorfx84ApJgBo5hWiX4qitvYeKLw02cyLtsr/MkZETWXFMxRWcSoQ3C7o4AxEz1sSn+sAh52VM91oPaH8ruD58FIBp4gmDAXNN9YdwGbeQY9xIR0S+u0nzetJ1K7l4YNs1JXIJk5bgRkAQTN2SD28BwJFS1xnBOgARebnc37paIhk2uihsVUL8sBkKWET9X4TN6pmsN10dTzZRTFFYf6fUb4UVHneeoRHTyuSoXAmwknCOmpfZ6c8Z1ifQl26QGAUkwqcE1pVJ9LqeI3bt1304GYgbf5Kp4VAH9LpziDFpc6m6oiDUo7wznhaT8knGSmAKKxXLMsDkLTIXQ7CtfGOyBMREKQvZOx8h4Q0/E0lf+nnoEJMGkHuOk9+CtrniAiE5PJsF4Z1S8Qgod1lemuD8prW8ca2YQfpfzKgau7a7LjFdL6z39ZJqRJep4q53fEmFrnaiuLM4LYrN9yHqpRUASTGrxTYl0cRRRoT4ozN97djCQHYzX5VxJfcJcEiEETa2wz134tJmB+F3ltQylywZH+AwoXF5S17jETNu+dWprYblwdcUKHQjdOaZxt9paGDGNZckuBCTBZNd8dX27IjZMWeiDvnmMkk4wwLslbs/+ZgI7Cb16Eox40g5a+dAR9yTm9+OdXr43qzS9I6DfHSkPdRZO3ZBTWRJMlk553/sOMYyBEIyvpmINuHcMXJ2030fKAR0ONq/LeSFh8x1MW1ANHjZyzlPvZSnEUu0kICAJJgkgDoYI4TZghbYCoJLu/gdEMNVOL+gXJ0ci+qmk0LIr3bZAOC6aKsKXyUKqx3ikJvaGLDgu0R2MqQ5lpYxHQBJMxk9RZAU3JXqbPlCC4VpY/KsrNvQkKx1cV+Zu3GzkZgYmkS6XueNDIipixlodlqmxYr6YkSvrZC8CkmCyd+7QMv2E3TTV+mF37FtifGav90Q09Y80VEEwzaud63qGadBBh5a5G16LFx5fjfMlMCYD/JPG1mmSYOJFMLfqS4LJ8vn0VVfcBKLLxDCY6OtSEylV+w65L8GI16MSHmWPlss6Emwbzq6sVnV2E7A2xHIHk+XLa8DqS4IZMISDL8BXU9EEplKR1L3U3Vgcr0aCYHyrnU0EDNvU9gOH2xM5Il2UDozMjo7QRoa+0maxnV40Z4G85I13QnKoviSYHJjM9TXlV1qgXENMbSXuBrvZZ+WeQ/e7nKs3OynGkc86HHyGIaBCEwqVvItsc/69NAcglkNIEAFJMAkCl2nN/NWVb4L0kSVFtv3iefnpHofP5VyGTXF0lYC6c8n8xJ0DRdgG32rHPQVMN+fXN3yRaVhJfdKHgCSY9GGd0p42nPO7cdA6XMFQ8N9bznvqk3g787nKF4KVqUSkl9Q1WBNJ2tazTxEmIZE7nHj1lvUzGwFJMJk9P3FrJyz0EzsilV/NUC8GeL3D7TGVcyhu5WSDIYeAJJghN+XhB7z+3Ir9rUHlLjA0GRZBLopkISAJJllI5oCc5urys3SoOzvqGy7JgeHIIWQAApJgMmASpAoSgVxFQBJMrs6sHJdEIAMQkASTAZMgVZAI5CoCkmBydWbluCQCGYCAJJgMmASpgkQgVxGQBJOrMyvHJRHIAAQkwWTAJEgVJAK5ioAkmFydWTkuiUAGICAJJgMmQaogEchVBCTB5OrMynFJBDIAAUkwGTAJUgWJQK4iIAkmV2dWjksikAEISILJgEmQKkgEchUBSTC5OrNyXBKBDEBAEkwGTIJUQSKQqwhIgsnVmZXjkghkAAKSYDJgEqQKEoFcRUASTK7OrByXRCADEJAEkwGTIFWQCOQqApJgcnVm5bgkAhmAgCSYDJgEqYJEIFcRkASTqzMrxyURyAAEJMFkwCRIFSQCuYqAJJhcnVk5LolABiAgCSYDJkGqIBHIVQQkweTqzMpxSQQyAAFJMBkwCVIFiUCuIiAJJldnVo5LIpABCEiCyYBJkCpIBHIVAUkwuTqzclwSgQxAQBJMBkyCVEEikKsISILJ1ZmV45IIZAACkmAyYBKkChKBXEVAEkyuzqwcl0QgAxCQBJMBkyBVkAjkKgKSYHJ1ZuW4JAIZgIAkmAyYBKmCRCBXEZAEk6szK8clEcgABCTBZMAkSBUkArmKgCSYXJ1ZOS6JQAYgIAkmAyZBqiARyFUEJMHk6szKcUkEMgABSTAZMAlSBYlAriLw/yQkS8FADfW/AAAAAElFTkSuQmCC"/>
          <p:cNvSpPr>
            <a:spLocks noChangeAspect="1" noChangeArrowheads="1"/>
          </p:cNvSpPr>
          <p:nvPr/>
        </p:nvSpPr>
        <p:spPr bwMode="auto">
          <a:xfrm>
            <a:off x="307975" y="-166688"/>
            <a:ext cx="666750" cy="676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307975" y="938786"/>
            <a:ext cx="9037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+mj-ea"/>
                <a:ea typeface="+mj-ea"/>
              </a:rPr>
              <a:t>Control Plane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4403" y="1529143"/>
            <a:ext cx="5904656" cy="2880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325" y="4630488"/>
            <a:ext cx="8187278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500" dirty="0">
                <a:latin typeface="+mj-ea"/>
                <a:ea typeface="+mj-ea"/>
              </a:rPr>
              <a:t>프록시를 자동으로 </a:t>
            </a:r>
            <a:r>
              <a:rPr lang="ko-KR" altLang="en-US" sz="1500" dirty="0" err="1">
                <a:latin typeface="+mj-ea"/>
                <a:ea typeface="+mj-ea"/>
              </a:rPr>
              <a:t>주입해줌</a:t>
            </a:r>
            <a:endParaRPr lang="en-US" altLang="ko-KR" sz="1500" dirty="0">
              <a:latin typeface="+mj-ea"/>
              <a:ea typeface="+mj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500" dirty="0">
              <a:latin typeface="+mj-ea"/>
              <a:ea typeface="+mj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500" dirty="0">
                <a:latin typeface="+mj-ea"/>
                <a:ea typeface="+mj-ea"/>
              </a:rPr>
              <a:t>각 서비스는 프록시를 통해 통신을 함</a:t>
            </a:r>
            <a:endParaRPr lang="en-US" altLang="ko-KR" sz="15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7211587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1BEF1B6D-EDD0-46B0-8C4B-4503BA8E5168}"/>
              </a:ext>
            </a:extLst>
          </p:cNvPr>
          <p:cNvSpPr txBox="1">
            <a:spLocks/>
          </p:cNvSpPr>
          <p:nvPr/>
        </p:nvSpPr>
        <p:spPr>
          <a:xfrm>
            <a:off x="294114" y="264068"/>
            <a:ext cx="7444968" cy="42862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400" b="1" kern="1200" baseline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</a:lstStyle>
          <a:p>
            <a:r>
              <a:rPr lang="en-US" altLang="ko-KR" sz="2000" dirty="0">
                <a:solidFill>
                  <a:prstClr val="black"/>
                </a:solidFill>
                <a:latin typeface="+mj-lt"/>
                <a:ea typeface="+mn-ea"/>
                <a:cs typeface="Arial" charset="0"/>
              </a:rPr>
              <a:t>7. </a:t>
            </a:r>
            <a:r>
              <a:rPr lang="en-US" altLang="ko-KR" sz="2000" dirty="0">
                <a:solidFill>
                  <a:prstClr val="black"/>
                </a:solidFill>
                <a:cs typeface="Arial" charset="0"/>
              </a:rPr>
              <a:t>Service Mesh</a:t>
            </a:r>
            <a:endParaRPr lang="ko-KR" altLang="en-US" sz="2200" dirty="0"/>
          </a:p>
        </p:txBody>
      </p:sp>
      <p:sp>
        <p:nvSpPr>
          <p:cNvPr id="9" name="AutoShape 2" descr="data:image/png;base64,iVBORw0KGgoAAAANSUhEUgAAARgAAAEcCAYAAAAcH6uaAAAAAXNSR0IArs4c6QAAAp50RVh0bXhmaWxlACUzQ214R3JhcGhNb2RlbCUzRSUzQ3Jvb3QlM0UlM0NteENlbGwlMjBpZCUzRCUyMjAlMjIlMkYlM0UlM0NteENlbGwlMjBpZCUzRCUyMjElMjIlMjBwYXJlbnQlM0QlMjIwJTIyJTJGJTNFJTNDbXhDZWxsJTIwaWQlM0QlMjIyJTIyJTIwdmFsdWUlM0QlMjIlMjIlMjBzdHlsZSUzRCUyMnZlcnRpY2FsTGFiZWxQb3NpdGlvbiUzRGJvdHRvbSUzQnNrZXRjaCUzRDAlM0JodG1sJTNEMSUzQmZpbGxDb2xvciUzRCUyM0YwNjY1MCUzQnN0cm9rZUNvbG9yJTNEJTIzZmZmZmZmJTNCdmVydGljYWxBbGlnbiUzRHRvcCUzQmFsaWduJTNEY2VudGVyJTNCcG9pbnRzJTNEJTVCJTVEJTNCcG9pbnRlckV2ZW50cyUzRDElM0JzaGFwZSUzRG14Z3JhcGguY2lzY29fc2FmZS5jb21wb3NpdGVJY29uJTNCYmdJY29uJTNEdGhyZWF0MSUzQnJlc0ljb24lM0RteGdyYXBoLmNpc2NvX3NhZmUudGhyZWF0LnRocmVhdF9hNiUzQiUyMiUyMHZlcnRleCUzRCUyMjElMjIlMjBwYXJlbnQlM0QlMjIxJTIyJTNFJTNDbXhHZW9tZXRyeSUyMHglM0QlMjItMjAwMCUyMiUyMHklM0QlMjI5NjAlMjIlMjB3aWR0aCUzRCUyMjQ5JTIyJTIwaGVpZ2h0JTNEJTIyNTAlMjIlMjBhcyUzRCUyMmdlb21ldHJ5JTIyJTJGJTNFJTNDJTJGbXhDZWxsJTNFJTNDJTJGcm9vdCUzRSUzQyUyRm14R3JhcGhNb2RlbCUzRV5Rg9QAACAASURBVHhe7V0HeFvV2X6/eyV5xpKdAUkIK4SyV8JeoYyyYssJpqUFCiSWCRAg/IxSoJhRRqFlEywnJYwCJSSWE1YZBcoKK8xAIOxAQkhiSXa8JN37/c+5joOHxpUsyZJ8zvPw0KJzvvOd95z7+oxvEGSRCEgEJAIpQoBSJFeKlQhIBCQCkAQjF4F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0BWI+CvmTbBXrdwZVYPIoeVlwSTw5M7FIbmrXYucRQWzKA7Hl07FMabbWOUBJNtMyb17YWA1+X8UgW/MMzdeA4BuoQnsxCQBJNZ8yG1iQMBBhS/q/J7AHbW9fNL5zbeH0dzWTUNCEiCSQPIsovUIMC1tRbv6g++V4DRAFY53J6tU9OTlJooApJgEkVOtht0BPoQDBNwtd3tuW7QFZMKbEZAEkwGLwaeXVW2trltTLFitbAeDMFi0UPFamsglNfR5l/TuW3ryDZasCCQwUNIqWp9CAYErLa7PWNT2qkUHhcCkmDigis9ldk1ZYSflcdBdETYHhkaEdoAtDDjEyLlgRL3oscy+ZKzqaZiSlld45JkIhiGYKCDLih1N9yZzH6krMQRkASTOHYpb+mrdl7OoNkgHhltohgQf70Z4BaF8Jwe0u5zzHvyxZQrGKMDrqoqbi4NPaYz78bES8vcjb9Lpk59CaZLNv3ocDdslcx+pKzEEZAEkzh2aWkpjkn+1sBFAF0KwGqmUyKEWMeHrGgPlNYtuctMm2TW4dqq4ubV2sU69IsIGEZApwqUF7s9zyW1H0DxVVesIqIxm+Uy0BbUdh4zf8mKZPYlZSWGgCSYxHBLe6ufZ5x4vFWx1BEQz19ncfG50gblmgL3okfSobR3evneiqo8qQNjeiyu7x1uzzap6N/nqvQBbO8pm5kfLK1v/GMq+pMy40NAEkx8eA1qba6dnO9f43gSjCPjUUTsaHQdzzrcngqi1Bmjbag+6SALaS8yOL+Hfkyk/MVet+j6eHQ2W9frcoYIUHsRDNDiCDi2pvnzfWblyHqpQUASTGpwTalU34zyW6GQODbFNX/ilaXE7RmXistg/4xpx7OiLwFY6Tl4AnW0IjRujHvJ+mSDIi7Dfayu64cCA2TRDrTPWbI02X1KefEhENcCjU+0rJ1KBHznnngkBy3PEdDrg47VJzO3QlFOL61rWBSrrtnffTWVR4PxFMD974gIbzrqPAeZlRVPveYZJ1WwGvKwuOXuW5huddQ3XBKPPFk3+QhIgkk+pmmT6KuuuAlElyXQYTtZ9Kn2exc/m0DbXk2WV1UVj3EE1xKhMKws4kscdY23DrSfcO391c6nmHB8WNnMSx31jQemol8p0zwCkmDMY5VxNZmhNJ9d/ijrysninTqeQqCm5iLLhHG3LWiKp13fur5q5/MgHBVOBgP+IGPyqHrPBwPpI6xsl6vQj59/AjAsPLHRD/k6jsyvb/gi2X1LeeYRiHNZmhcsa6YPAb+rci2DR8Xbo868uqy+MWHLV5+rsopZ/zdR+LsgJvqktK5h93j1MlO/ZfoJu2mq9eModYMBTS8fNW/guzQz+sg64RGQBJMDK8M/c8oBrFle73vBamZoBHrK7m440UzdnnW4qsrmLw2KQE8RHQwZ8JS6PZXxyjZT31ddeQuIL45al/FnR73nRjPyZJ3UICAJJjW4pl2qv6ZyDjOfnUDHDGvoaMc98Vn++qZPnQFVrx+MD3yda+poK+kfgTEiWv8EvdbuXnxNApjIJklCQBJMkoAcbDHrZ5841tpq+ZiB0nh10RmflY717UO1L3eYbet3OZcysH+0+opCrpL7GqKTkNkOe9Tzzaj4MxT6a6ymBNxtd3tmxaonf08dApJgUodtTMnGC0yJNrx03qLvYlY2UcHvct7GwIUmqvarwrpycencRX8307bJVXmISvrzzNTToK5XU7GwdOKzSuuSGwRqVVVVWbEjuIwIMS2DFeInSuoaq8yMSdZJDQKSYFKDa0yprTOrJgb14F0WRm2yfHS806duQ4r+AQiOmAr0qUDM35T4bDuZCf9g5v5D2KZYFJo2LIn2NkJls7sXY3iMFxz1nqPjxSKe+sLYj1JgRBiPDplcVxLMIM2O/2zn06zjaCsrBxXVL3onWWp4q8s9REpFAvJ0C6mnFtctfDRWW2+181UiHBKjXiAU5MNG3N/4Vix5Zn8XrhLe1Y6vN0Wwi92M8Zyj3vOb2BUTr7HR5bywCMq/yb1oTeJScrelJJhBmNuWmVWHa6Gg8Cy2tfisw8ctGJgtSs8h+Fy/HQ90fpnIsBhYUur2lMdq66upWAOmLaPVI6A1xJZjhtc/8UYseWZ/97oq/wHos8mk0Q+DFpS6G042Kz+Rel6Xcz4zWsrq5V1POPwkwSSyqgbYxldT+QqYDwOYHe7GuEz9Y3Vt3FGUBlcRIljWRhVATXZ3g4g9EzE6f+v08r2DqvIqgKKoohiBkI0PG3FPcnYwIv8RWF/BfXydoumggG4pcTeIMBcpKz5XxRqAfmrxWo9M5h+KlCmcZsGSYNIM+PrTTxxrybd8BSBPEIw34C/bbv7LSfP6FUGY/D++/yqIDoh3aATSFMLJ0e5NmlwVNRbQnTpgi7GDYY24IhlR7N51TSwcz1t/S8Qj4xlTiPSrRtQtTokXt9CDzzjD4bf5NwD6RpBykqOu4fl49BsKdSXBpHmW/dUVDzPRH7q6ZdahHFbmbngtmWr4XeVXM5TaRGQy8xOl9ZFfXsy+VCXzFak3ZuZGxWAEdZw1KoWpTLwznPNJwR9BCCGkzHTMWzTXnHZDp5YkmDTPta+moglMhq0KgXRd044onbf4f8lUY/25FftbgpRYqAKmHxz1DeMi6eOd4XyBFHPxaJJhByPcEQB+PG58GOutun5M0bzF78fd1kSD2lpYLlzt9AMoZEBnnc8vm9t4j4mmQ6qKJJg0TjdfcMoWvvb2n34BnZksfHwyvJr7DEPxVTs1k3ehfZqS7nA39Arg1LNCVA/mvpJIuWoggaa6wkDwM+gTUMrMlDHwhQPK5FS97mw4u7Ja1dndrYuu83mSYPrPjCQYM6s1SXXChVdIRXhHkfGw2eXsYJMxfHsNj4GOjrYttnzouZ97/nfxRLzuR8dONsITAMabgYRBi0vdDYk8maPlnKknaSFdPJlbzPTVt44CWlCSohcknjw53z+hdCWIN4cvlQQTfpYkwSSyehNoIy5ffas/+JSACb0+XOAHEa82mVHmNhHMBkb8BneGbsQrSEeeTlDBSgGI88mInsd5RLCGDfAUBhMCAgT6l0b6q2D+ttS9+CUz0HlrKs5UQG7mxMjFGIKC0+33eR4y01+8dXyuiusBuqJnO0kwkmDiXUdJrc+zjivxBfJ+JEZxL8HEIXuTrciMBa1ZhbgWFv+Pzh9A2MJsmxTXCzK4XcSgYcZqRcE7pFleYpU//U+T8t3Jm5LHCYz8nfl/J/B0EfUyUZ3E3RbDtqPD/W/xWpfU0mVn1LEMoBJJMLGhTXgSY4uWNXoi8NNpx4zKLyhcHe4+IZ/pV8kMjGTsYKqdqzlzCCbsYhCEozN/quuhB1TYQKpew8Ckga4cBi//4Av/pCNeNu+8abbPZlfl4zq4n3+T3MHIHYzZNZSSelEDJDFesdd7fp3MY1KTq2KNgujWtikZaEYI1S9zuBf/Ldmq+F2V1+vQr+hrSSxCArO85I3wRyTZsyDlhUVA5AsiVVkW7kdiCpQUB7en2578caDwrZt5wkQbW6/TdT62695kaBVxPPqP11LQfexK1uibayqm6EyNXUk0+5WAxvrM4fWL/5ms/nJFzpBbgIM1ca2zyvcOdoYnGKETMf/LXt94aiL6iSPRxpppLo21Cwk0IR5z+kT6y+Q2RPjUXufZNZk6Gl7qqi7Cc4aN/0vAWgqok0vmL5TZJPsALwkmmSsxiqyWmopddKbl4TJsiGY6c0eezgfFYxgmUrS2rdWPCmnabQzaOpGQmWkafnq6YbDGoZOHz31SPKUnpQgfKIb2IhgRjQ/FnU+pu3G3pHSYY0IkwaRpQjec87txaqhDBJaKjDnjP456z7GxVBJWpBesmnYiVO1vxNhBmATHajM0fuevHO7GHZI11o0zp+0RDIU8RLRdVJkm5y1ZemWTHLkw0zRbXU+weSJmSPj8QZv0iBXmsXX61BMCin47EZL2IaUJgtR2Q9AVXa8uSdI9SJehnzYfoOhe48ZfDOUau3tRQr5fqQVl8KVLgknTHBhezqs/+ATAr6J1KY5QShgjMRE5zc/qo6TgKLOGbmkaWkZ0I+5eVvKqfSe532sbqEIi7gyBZ5uRI17+dFWdVjpnocdM/aFWRxJMGmfcW+18UCGcFukeplsVQSC6Sq7hmwJmN9c4b9AYFyQW4yWNAxzUrigILXiOY96TCXs0r6+euq8K/XYCDjJ76BS5pUpJnZQqn6dBhTQJnUuCSQKIZkV4p5cfpqjKK7EIpkse6QR+h4HRBIwbiGWrWf1yoF6AGC+ErPlnD7/3sVVmx7MpSNctBDotbH7tKIIG8vpnVr9sricJJs2z53M5A0jECTHNemZ1d4T1FsYfYgVT59lVZd7WQJVCyp/AvG1CY9ZCRznmxZdTKqF+srSRJJg0T1yziOEK+qMIiCRLChEQABPPdLgb6/r2sto1ZUQ+lP9TgHP6+hTFo5GRiaG+cYdkWmDH03821JUEk+ZZWnvBKVvktbeL7bs1zV0Pze4Y79lJmQL3orXtrsppnaRfoLByAIMjxrwxC5QCOqPE3fCA2fpDsZ4kmEGYdW91xQNEdPogdD1Uu+w04sowVLOXt7GAEo6adnfD8Fj1hvrvkmAGYQWIXYytrW0ZEY0ZhO5llwNFgKCrujJrWP2iewcqKtfbS4IZpBn2VTsvB9H1Q968f5DwT7Rbw2iasdRe33BgojKGUjtJMIM02yK/M7H+YEwz9EHST3YbHgECvCXQdpTpYs2tEEkwMXASnsq+6VPH2YDdWNWDsZ4+zcAuZPpdlXMB/QwMwZAKZjDKzDoUtKjKpOI5Cz/KTP0yTytJMH3mZNXsqrKi1sAlKmgqE7YnQGFmAndBJf6XSMWoAx0K4xMQnizxWm82G/KyKzbvsncJyp6ZtxykRtEQsFksBxfem7xUuEMBbUkwm2bZP2Pa8aSEbtSJdjFeG8zEhBWmLCQM+ykA0Aqm0LzSuiV3RVs4flfl2wzedygsrlwZo7h10UG3l7obLsqVMaVrHEOeYDaFUbgTjONB0dOhxpwUNvY5K8DqxSXK8JfJ7e7leOevmXolWL9OmtjFRDJjKhBEgkhcWur23J4xSmWRIkOaYIRzm0XRnwZjRFLnTBAN0ZetgVD56PlLvvhy1nHFozvzzgox/pH62C0EKijoOs51dghf36QOLR3CyGIB8gqAYAAcECYsg1MY3GoFTU3GvdvgjGDwex2yBCN2E8z61Ykm9jI1dQxxe3M/KbqXdHV2qkNZqqPHwXrIUbDuPtFQT/vuKwSXvYngJ8uMjzXjCxFsh/0Glp33hLrlWOjNPoRWfIzQsjeg/TTgcMWmh298FAotLdFHHtl3F2paiKxoIDAkCcbrci5WgBM3eyizcXmbGjCMe5rUrjbxFz//5OmwHXQkYO3vgaD7vWi94xroP4qAeplZ1O13RMHva6CO276fghwKob3uZgQ/ejflyuvAGmhKddm8RU+lvLMh0EGKl37mIeitrryGwCdsCuD8jaaHniCydOSx4hU3MAHQ5i9UoWCHppGVmMaD9clEJIyrRmba07LtiBOQf9IfQZbI7k3aF8vReue14AzcydCIUSia8X9Qt9sx8oIJBbHxhkugpZgkdfDnpWP23o1qa0OZt3qzT6MhRzAtM6sOJy2Y12nJ/yyemCFiate5po7Op1CFzspVAMZkymVt8VW3Qd0qRrSBUBCtt9citPLTjFuleUeVI7/qzJh6dT69AB2Nj8SsN7AKzLqmTpE7mIGh2N16yBFMcmAD/DXOh3TGKQTjSXvQChUUYtiN9RD/jlqY0fH4P9H53ycHTddIHRe6LoF14kEx9Qq++zra6m+NWW/AFRjrNWv+PvH+ARpwvzkoQBLMACbVP3PKAawpLwOUNwAxA2pKefko/ut9UIbZY8rpeGI+Op8XucMyqxRddB0sv4qd9SOw9GW0339HWpQnoteDhcHfjuhKhqewy5WPOneHuE+T8V/MT4EkGPNYha25sdq5V5Dw/mACWTT7Wlh22j3mDmZj7fnQfvphgCNOfvO831Qif2rs6BXt/7oPgf/9J/kKhJEojOsY+JpZ/4QUZRR0TADBz4wfFPAPUJQW0SykBV9UlaL3He5/f5UWxbKsk8H8LrIMqsjqeqsrFxFx5WANSFyOFlZfDGX4yKgqhD56B20P3A3e2DxYqvbrV3GUoeiym6GURTdF0r77Eq23XJEhl9TcZVIpCrFIWyLeITUGtxPTh4qiLCiuW3SP3Omk/AE1Y9ZxShURzovNLqeXgZKUdhRFuGWHnWH7zVRYd90bUCNfCwXf+C/an5gPbjX+AA9qEce6oouuhTJm64h6iCd2beWnaH+sHtziH1R9zXQuwjmIpBAAt4LwtqpYrxs2Z8ErZtrmYh25g0nSrHpdlfUEnp56q5fIClN+IdRf7QZ17NbgQAB5hx8LZdTofg0Cr72AjoUPgNs2Jmn08YuhEgeKzr0C6rb988cF3n0dvPZH8MYWaD98i9DK5V0HluwsRqaDYGfINeJB4z5nSBVJMEma7g1nV1arzHeA0WWnnwFFvCwVzboK6vid+pPMW6+g46F7B+XIoZQ4UDjzT1C375+DLiguch+6B8K4LpcKgToooOxdMn/hilwaV6yxSIKJhZDJ3/2uyie5y4AvowrlF6Dw7MsM8/u+JfTh22i97+a0+ispxSUonH1NWLudwGvPo/3hOdm8W4kx96QT8Q32Oo+woxoSJasJRsRu2aq1tGOw/UXWn37iWGuB5VtmWDJx1YijU6HrYljE/UyfEvrsQ+N+Q4/L16fvsjF3fKGiYSi+5K9QRo/rp0fni0vQ2fDwoOyo0jlnRAhpuj6rrH7xfensd7D6ymqC8bkqrmfGuNL6xj8OFoCiX5/L2QCGM9U+RwMaY34Bis67EpYJu/QTI+45xM5B++aL3r+pKtRtJ8Aybjso2+wAKiruMugj6gqD012YobduhP7zGmjffwV93U/QVq8CQsHNVcSFbuHsa437ob4l8MISdCx5FNzRPqAhDn5j6gA4SMAGJu7QdTJAElfuTGwjUop01tZayDJvWN2iqHGDBn8sydEg2wnmUQIdWeL2bDlYT4LfnDHZUWpzrEupV3Zy5hrCKK/wgqthCXMnI0im86nHoX37JWiYHdbd9oa6wy7GC494So6n6OvXIvTlZwh9/B70H78FCopQ8HtXWEfGwMvPoGPRg12hJbKsiNciBfCzjhW6Qq9B549Um77efu/iZ7NsKClTN6sJxu9yLmXG/jrjtLK5nodThlIUwSKhPRFOG4y+E+nTIJnz/wLxrN2viJ2I3xs3oUTVQ+x0dA1Q+58ejSfzh+eAtey60CWQrrP+MCnKw466hucTmYeh0iarCcZX7fwchB0HKwnWylnHlYzozPuJkDkvR6YWbl6+8URsxjzflLwEKgVef9F4Lcq252cGfCEou4x0L1qTwLCHXJOsJhi/y/kOA5PErGmEO4bXeS5M5ww21ThvUBiXp7PPZPVFZSNQePp5YV+XktVHJDniGNZ2383QvetT3VXy5YtLWi10yvC5Tz6RfOG5JzG7Caba+RQTjhfTQoAW0kO/S9fEs2vKCD/U9wBENkPN4PVi2f5XyD/FBXXr/gGeUq62phk+RR1P/juj3BZMj5voUUddw+9N1x/CFbObYFwVdzPo3O75I9DP7VrgyC3nPfVJqufUf075sRxSnkl1P6mQr249HgUnnwU1zItSKvoLK5MZoa9WoH3eP6A3Zd1OZoPD7UluHOe0AZ/ejrKaYDZMP3GGqlrqe0FGWMUh5dDSeYtSGh8yWxPYi8BUBWdeEDtAVZrWob5hHTbeegW4STzEZU1hnZXzymRu6pgTltUE01FduWMHsciy1ysei9jJ/JzXMWHCXc+kxG3Yf7bzNNZx/yYTh5ggZ0oFZeSWKLrgaoh/Z1LRfU1ovfUKw34mWwoBb9ndngP66ltbC8vhL0+2TJ7cfyQLlo/UP911gX51LfTBMqtIN75ZTTAvTZ6cv8+Ojle7L3p7gicsJsG42+72zE4GqN7p5YcpVuVPuo7JJPyNsgw5stpQfNU/oGwxNhlwJF2G9tUKIzB5FtnDaKRqh+iaZT8CHwHmnUDKKDDbjfgNYYybxZIRmUEhwjoQNWma/prFynfa5yxZmnRAM0Rgln0m/VFrqik/W2FlTkQ8GesJeKykuOQmuu1B096s66ord7SSfgQznagQDmSGsDYT3vhZWay7TUThrCszV/f2VrTe9zeEVmRP2mci6MwiIgwL2+b4sTUyTpAu8i8R83KLqj5RVKDeT7ctaIpfWGa2SACVzBoIV1UV+0uDqzdlCQivnJhIBe3EWMXE70PHtyqUzqDCm8PwM+sBYioj0HYKMJ6JxgBcnG3HoEizQ8LJ8PTzQKPHQi0dGTa9yWDMrIjxIi55A2+9gsCrzwGDmGhtMMbfs08RxgqAn4jvCUK9JxdsbbKeYMQEbahxXmdhXGnO5W6wl9Hg9U+KApSNgHXH3WHZY5IRLkH4Fonjk/AvSksRZ4fODmi+DdBWfIzgO68abgWy9EBAHKJA68B8Q+nc7E5Zm6ZVldrlIy7WLljt/IaArVLbU3ZJF97TyvBRCH74DtgfZtetWiDsYSx77QfLr3Y3Ln+FK4FRkkU43ZcR4ln6848R/Pg9hD79ALqIDRwhiFS+81TDCC/4+ovgHg6T2YV+crQlpqUlHcUV9NBDPydHYnql5ATBCMjWnn7sHnn5+cty5Ugz0GUgIsYV/+X2rmwDoSBEOITAGy91fdiRii0PqnBuLBsBdZsdjEBVIs6vIUPsckwUcUkr8klrn39sRKPj9T8j9ON30Nesiu4WoFqQd+gxsB56NNSx24DbWtF629XQVn1totdcr0IbdZ1nDpa/3UDQzRmCESD4XOWXgpWbsvcq9pepJHtpV57m8TuBVAtCq79DcOkr/UMqRJj9glNnwnboMb1+FR+/9uVnCLzzGkQA8IhxeUVMX3FtKTJFWqwgq9XwsI4awpl1cDDY9Qokdh0d7WBN63J0jFDEbkkc06x77w/LbhOhlPVOminuZdr/eXv09U1kZIS07rW/8W+y2RD471PGnU4uFQJpOvMjpfWe2OkXMmjgOUUwm0kGyl+zIXxC5HVARoAo694HAOLeZFMRyeD1dWsQ+uhd46ihr/4+7K5AxG0pubEe6D7u9OlIpI/lpvXQ1qxCaPn70NeuNo4kvH4tWNdTtjzFXQ8NHwl1y62MWLzqDjtDHbONEWcmXNF9G9A25yYjhETfIo5zwlnTsuf+sGy/I8Ql9uaiaWi96zqIYFrZVHp+jH3vE40Tq7gEZrxur/ccmi3jyjmCEcALM36ElIcZGJ4tE9FTT3KUYdi19/xyHxJmEHrTOoRWfIzQB28h9PUKcIvIEtC1LPOOcSJ/WhwxuAKdCH3/NfSfV3cFi/r6c6CzE3qnkWesi3Q628Ht7eCOtsg7ksIikC0fIkyn+BLEDkjsUsRxTexUlNLhRjS7mGlue/TQMxeSseMZvxOse+4Hy467QRnTPzJed9PgsjfRVve3zJl+AYgCDYxOYmwk4rU6k7hX0Znoe2L+2kJoDxFbmKEpRGWk09Y62LCKJMK2DIxl4Kd2aAeMcS/JCv+KnCQYMSFcW2vxrf5gLoDTSDxSZ1FRRm6B4tq7oiaz7zkcQQrBt//XdSwIBVF04TVhswnEDYGuGcG3SQsZT8naTz8aux5xBOl1vFJViPzS4uNXy0aCRCYDccSyWgEaGPTB95eifd5tsB4w2fgnbBybMAMz4g3fe2PcQ052A4K4P9GXWVUs6WjXHh1qmQVylmC6F8ryqqri0fbOv5FCZxBT1ljgFp77Z1j32De+9R4luFN8giLX5vY2tNffiuDy9zdXEqlRiv98a+z82MlSwoSczqefQEfjv0zUTH4VkUGACc/k6/hTfn1Dnzikye8vkyXmPMF0g89VVTZ/qTJOQeBGjTCRmLfJ9BcncdTJO74qoz5cgac4eogjSHcR7geGj1OMzJLp+BD0Fj9Cb76EdhHgUFwyp7EQ4NVB8x0B+7U0f74vjV1nbFdDhmB6zgBfcMoWGwOhnTQtsJOqKmNCGsaAmXQFW6tMowj65viODEX4NH3NJDKD0lRKln2ImSVBBMUx3LjMtB58pPF8KyLzD3Zpc9+C4Htv9CIYseNStxgzaKqJJ3FxnAq+9QpETOA0R8rTSv9fwAAAIABJREFUGXjIUVBwGd3x6NpBAyEDOx6SBJPIPLDLVeindWvBhvtA2ot4aVHGbmtka1S33xGKvSxqitiUKcjctYN5/xf/PLGDKb7oWojL6XQWkZkytPLTrovuFR9DXHwPRiHgC7vb0z+L3GAok2F9SoIxOSHe/5u6DbXwSuAX/yWTTZNeTeQ5su1/GCwTD+669IySizrZnYuPuG3uPyC8nzcfkUpHdOWYDpOmNtn9C3nGMeiDtxF840WExIvX4JcvHJJgws6CJJgwsIhk9j3/s4jdIV6lmtd8sJG5d+yZwV7bZC+D7aAjkHf4caDSFL3Kd7RBW7vGsKo1jiJv/Ld3WAUi2CYdAnWn3Y28SyRekkxa/saDn0gO1/H0AoSWvZlRCdp0xmdl9Z7+CafiGVyO1h3SBLNx5rF7hLSCWcw8CWC7QjScCYWGxUKPQoYJKwm3/IxdBsLvyPCWTtIxRV+3FsFP3kXo7VcRWvW1iEnQlV4kWhJ6cT8lDAMVxXgBs+xzIGwTD06OX5OmoflyV3ifqkGeFUkwkSdgSBHM+nMr9reFqEIHTiWdRzKRVXwSHNUGfpBXr8nuhfFZwRnngwqLTLYIX01b/T2CrzyL4AdvQ2/2DihvtTC0U8Zth7yjphjGcWb9mSINoPlPM8DeDQMaXyoaS4IZ4gTTVDPlFBXqLJ2x56YcRjlHrOI5O79iAIHuO9oNQ73O5zxdrzDJLKoKy4RdDevigWQxaLv3RgQ/fDuZmiVFliSYIUowvprKo4n5Bh3YJ9useeNd+QVnXQjb/ofH28yoL+5VOp6Yn3LfHbLlIf/k6bAd/GtAERmb4yudTy9AR+Mj8TVKQ21JMEOQYHyuynowT88Fz2oz30jx5X8zEtXHW0SMljb3renLT0SE/MpTkXdMZdx3M8F3XkPb3L/HO8SU15cEM4QIRrgGjHWEPgPxkAk+RaqKoiv/YcRyiacI/6W2ebfF0yQ5dRUVecdNQ375KXHJEwTT/mgduHVjXO1SXVkSzBAhmLUXnLJFXnu7OKTH96WlegWmWL5h6PZ/10HEkDFbQl98gnb3rYZNyaAU1YKCqjNgO+IE092HvliO9vl3QORSyqjC+MJRLw3tws1Jzlx28uyqsubW4DIGhI/RkCrW3fZBYfXFQH6BqXELj+j2+++E9l3/OCsRBQi3hS3GGrFbehrZifoiPIOIgCdenYStilkzfRF+oUgc7UZHDrvQUx8jf9LNl2VcJkgCrSupa9hSZBkwNQEmKjFDaa6edqzOvDzVSQRNqJNwlZwhGJ/L+Q2AbRNGIkMaiiDcIm4KCooQy+9JhFIQYRPyK0+DdeJBpkYggk21P3Sv4bNjulhtRvArpXSEYWwnYur2LgTrfodCHTOuK0PAa8+bft4WaWyLxO7LJDl2LHwAoU+WxXyOZxGi37sBgpSiRdUzjUHUiszEeKSEtnCR2x05YI7JzkSmjKay4CKFsT3ZtKMddy8RazsrS04QjP9s59Os47jIMyCWG20kcCcDbdBpJam8Xhf5bHTkESm7ieBUBIiwaIrIcTMYRnXWPSYh76QzU+o0GPr4XbTOucm0pzEVFht3JSJQVOvd1wPBQESYlS3HIr/894ahnRHsKZpRXg8pha5LTBNkXF8Zs+H13eF5GPrPa+JqmlhlbobC9fYtm6+k2pc74pUhLMj91RU3gGgWgEKxVkvdnoEZNsWrRJLrZz3BeGsqp5LOT4R5LWoV4QVDrN07vCD0Eu56ZiNqaxWqrQ0ZrgC1wlq3FqitNdJ4drsH/HzBKSMLOjvKdY1PhsITwWT+YmMAkyPi0Radf5XxIaes6Dpa//EXhFYuN91FwannwHbA4dh402XGc3asIo474tgj7Gk6n3rcFMmI41XRuX+O6w4plh49fxfJ3EQA8TSWIDPeslmUmwrnLHomVppY33lTttMDymUK6FQAmwmFgQdK3Z4z0qh30rvKaoLh2sn5vh/tnxLRdgYywiRXIb/O+KcDI68cyHbVIJzZVY7OjaERHeBpAJ0D8NhUPXtbJx2MglNcvWPLJnm6ta8+Q+sd15pOzyqcFwvP+TOUEjuaL+oTa1pRoBQVg9vawCKwd/duRVFRfM2dhi9S6+3XRM9i0HMXM+tKiOyTqSgi4l/LlTNTITq6TLEeCUFmWsukNwGkEeNnVrgFzNsTlCKCEQpTpGzo9S0yod2qqAcUz1mYPakuw6CR1QTTfHZltaaze9MgmIgW6CG6NBWXYuurp+6rQPMoRsbH5Bd13HYoPPsyKCO2SL7wTRLbH74XgVefNy3fOukQiOwEIjdRy8VnGnFpxEuVuBsysp7m5Ru/CQM6BALQfvgG7Pei8Lwrjdg17Y/VI/C//5jqz3rI0Sg87RxTdeOtFHj5GbQ/6o632aDWJ+D2ZOVVH8yBZDXB+GY434CCAwHSWadLS+cuSqkVltflbCDAmaoJy/tNJfJOOLnrg01yYCvhqNhiOAt6Tasv4uzmVZ4GYkZL7SzjnoQ3tkAX/kAi+LdIVaKoUIpLjMDevLEZ3OwzCEb4RHV4/oXOZ54w1Z86equu3VISQz6IC22RpqXtvpvBHe2m9MiESgxe/hV+2G+S+70BXxgP9niylmDaXZWHdEAXQVeHWwj7Datr/DTVYG6sqbhYY+WWVF4Aq9uMNyLmGz47Ii9RNKIRH3ggAMvW46NG2Be4iOfjjbXng9n8S6rtwCNQIHYVqgWdSx5DxwuLjXxH0Ypl5z1RdGGtUaXt7r8i+PG7pqZFHKkKzrwg5mWv/v3XCP30Q8RwEN1ZENi3AaEvVyD44VumL7RNKZriSgR0UkDdq2T+wl8C7qS4z1SKz1qC8bkq/wnwEapqPWPYnAVxvLkmDqf/bOdprOPBxCXE2VKQS9QIEV0/Gvc3IlRDhDxIoo646Gy745q48h6JGLuF5//FyGMkdgOtt9caO4JIpecxTwQH33jtBXHZrOSf+FvkTfldRPniWb7l8mpjlxTdAT5zw2pEXQFGrhf6rcPdsCDOlZKx1bOWYNbPmFJhIctOjvqGm9OFblfg8GBnuvoz24/Y9RTNumpT9sXwrYw8Qe5bYr7qiJi/4rlc3Wo7WA6cDKVPDODAGy8i8Opz0L79arN9iQh0ZTtgsmGVq/SwJhbpX0Xys9DnnyD4/pubiCHyqMTxMJr7AHvXY+PfrzJyN+VaIUJIgTprWN3C+3JpbFlLMKtmV5XNsy9orq1FKJ0T4qt2doKMW/+MKcJWRaQNEfmUwhWRKzrw4pIuT+QotinW/Q5DQcUfuiLjRQrDqWmbM0KK4491171h3euArr7Fka5vEQZvgU5wix/tj/8TIl9RpGI7/FgU/L4m4u+GY+b9d2RkTJgBLoY2QL/G4V6cQZniBjiiTc2zlmCSM/z4pXhdFd8RKON8nYZd+Q8juFOiBGM79GjkC3IpLgG3t4IKiowdR+jblcDGlq6Ur2O2BhUPMy56RewY4SwpMjYW/K66665IZIP0rYf2/TdAYaFxlyQcMYV1r7ACFulpOx6p65VTqae+sQgmsPRltM+/M+YuLP5ZHbwWzPgOFvXC0jkLPYOnRep6lgQTJ7Zel3MxMab0tlqIU0gKqouXG+vuke1Ioh2RhBtA/u+qoRQUIrDsTXS+uAQFzj8AgU60L34U+pofDI2FEaAIaiUIo/PZhV1HHiIUX36LYb0b+O+TRs5ssVsRz+0ilQl3dhikIGxcbEeeCIRCaH98HkIfv9cPhVhHpMALi9G+4P4UoJd+keJ2TQO7O6BfmS1pYBNBSRJMnKj9PKPiTJtKc/vG7Y1TTNKrC3+kvGOnRj5eRLrkFQRx5T+MJ+eOpxYYKUDEMcp26DGw7nsoAi891StFiXhCN3Y5zV4jraxBPCO3hL7h517+R8IxUhCMJry2H55j1BPpVkRaW0FQrX+7HCLtSM8iyEtE5otU2h+8G4HXX0w6dmkVSGgnYGFHfsHFWwyBHEqSYOJcXSK7QMvqD1r1LuvLjCniklU880YqkZ6pRVaCollXIvDmS8YOpPuORjhcFs68HLpvA9rqbgFEwG/xYrXbRFj23Nd4+hUvS8JpMpwLQb7zD7Bs/6su0vr8481qiYtgy857IPi/5xD85JddjHB2LKy5FJZd9oowBEbLpdOhx2HHkwmTQ0Q6s/4Ng16zEP+tuK5xRSzXgUzQO1k6SIJJAMlM9NyORTCRDO3EUUYEf+p6GeodvsF28FGwHfRriEDgwmhOeG4L+5z8384wyEPsQFqEbU3PmDJEBkkImSK9SOfLz/byZhZP3iJLpe5vQuCFJZvRt4zfGYXn/Cmiq4TYIbVceU4aPKPNLwiRcA3g5wF1vaJy17cUAgKk6QpxE7Hlp5BV/779Z9vKcQsWNJmXnDs1JcEkMJf+syvfZJ0PSKBpUpuIC1SxAxFHGUEEwps5Wml/6B4EXnuhVxUaVoK830w1jh76mlW9m4v0I/sdZsjmZj8C7/wPpFqQV/F7wzZG7GL85528+WikDB8Fyx6TYBm/k7Gr6XzlWaC9jzGqLQ+2g4+EeMLuGTLCdnQFCk6K7Ncn7nva6m9F6OsvgFAwqTgmIkw8xmnFoa1G3Pbkj4m0HyptcppgRFwNWrAgqfEVReoTa1B5msHpzZPac0UKR8Mtxnbdk+wxEcrI0abWqwgwJexI0NkzkgAh74QqhJa9AW3TZW5fYda99oftGKcRqkFv9sO6y55dOw1m+C/4vXHfrWwzHqKeeC0Sr0vBD9+JuNsQtjbipQr6L1bFRRdcHeV41KWRcEUQl8MBkavpq8/6jMMUBEmrRIT19jrPyKQJzFFBOU0w3pqK5aQrn7NOs5PhAOk/p/xYDinCuWZQYnSIewrLr3aH7bBjYNl1n4T8lYQ1rjB+61lEiAVx1yKsbyMVslhg2esA5B05xSATsXsSpWPRgwi88V9j9ySM8oIfvRv3MUY8Zxed8ycjyJbZIgJJBd99zcgyKY5wZmPPmJUfsx7Ro466hgHkiYnZQ05UyG2CmVHxCil0qDC3Z+JPVCh/L3E3PBDvzPlcvx3P3PkgEQvHyrRjJo4jtqPLYd190oBjpoQ+ehet9/UOOCVcDISXdKygTOJupXDG/0FE3RPGc+JFyXiGfvAehN5fGtXPSRm91ebn7r74F519GSx7J37iFHqLS2qxc0p6Tqfwi0ULMCaNqvf0De0X79LK+fpp/1jSiWjzedN20gPaMgBGsNpNHiotpOMTTcWLwVDw31vOe+qTcDp5XeVHEOhIguJi8IgYzi8pGZZwHMw7usLI9wzhYZ2kIgJBdSx+tJc0yx77QvgeCWdCcX8iiKO7KFuMMchNXNyKXU7gpacRXPGRYXcjLoJpmN2w0BX2M8JmRrwuGUXE8R09zojQJ7yZ++6cRBUj5W3NpVH9qEwNW1gMt200fKU6nl0ITdzVpKgwc6uD1AnkXpSOMHkpGkV6xOY0wQgIfTOm3gtFDxNtiHQQd4KxEYQOYvqJwcLW3QFGMRQUgTl/MHYsQm/b5OOQd+JvoQyzJ30liLuM1rpbDBuV7iJ2McrYbbriAYvE9eIiVaR+FfFfxD95BUbc3M7/PQvti+VdRxJFgbrVtrAdfpxBEJrICClCNnS2G5fCglSMf1r8YWPjihAPxZfdFD0Gjq4bNjbC1sZsEZkS2u68Dtr3X5ltkkA9+lGDVq+z+ujI+obUsVkCmmVSk5wnGAG2v9r5FhP2yyTgo+lifHhX3ArFMdyUyuK4InYdIhi3eGomRUHhzMtEeL+I7cXH1zrnZnBT7xQg4vijjt8Z6lbbGAQjFoje4kPos4+iHqFEyE9BNjRySyi2PGg/r4H247ddWQbCFCM8w/TZRjDxiEXE1H33NQReeRaW3ScZmSvJ7og6rm5ZwaUvG35LqS5E5Nd13OEI2m+j+fOFm7csPRAYEgRjkIyr8m0G75sNsy+eeQtnXxMx5snmMQSDxtOxuGTVVvYOh1N03hXGRxmtaN9/bYRgEPYtaS2qirxjYydeC339Odruvn5zojWRMsW63+GwHf6bmKlOgh+9g7Z7bkjbsBjcSkx/ddR7bkxbp1nQ0ZAhGDEXXlfl4wSObIueIRMmnoCHXXuPkYOoXwkFEVr+vmEYF1zxccQo/+r4nVB80bXhPZx7CBUvMO2P1PUjqJRBYctD4SkuWA88IkYwLUbrrVcgFC7+DBHU7SYYOxrLpEOhFA/rp+5gpZlViJ8oqWvM+DWWsvntI3hIEcwmkjlfAdcykJZsAYlOpLhAzSv/fVdkO5Gg/ruvup5l330d7G8Ca1pM0XnHnQRhsh+riB1M5+JH0fnyM7GqDuh3cYwqnHWlqRS34lVIGAYKY77IhQCbDdY990XeYcdCnbCzcXwSr0qtt/wZuhGYKv2FGfNK6z0z0t9z5vU45AhGTMGGc343Tgl1XEegaQCH2SZkxkSRo6zrY2TuetnZ2ByXvQflF6Lg9HNjhqHsYjDNcGoUMXS11avitmWJhpiIV2PZbR/kO081XqpiFUEMrTddGl+K2MIiI9C4Omo0gp8siyv2cCx94v1dvFYqpFxlr1t0fbxtc63+kCSY7knsqK7csQOoZugnKQqNZmbbYL0apWphKWPGoXD6RcYFrJlixID56F10vvy0sRPo+Vxtpn3POkZK2Qm7Iu83Tlh22MUUtKI/kcNI+ybbH2bID9gmOtz/TuVTVrxTkvb6Q5pgeqItjOkIwdPA+q918HgQ7AAVCIBEpseeReQJJZ1COuBXCM0gflNn2ouYd8u0ODFCb3HcKph+kWEgZ7qEQgh98QmCH7xteEMbr03Cg3qTV3VYOYoCsuVDcZQZZv/W/Q+Duu0E012KWDFtc//eKzyE+caZV5MIt9vrPLMzT7P0aSQJJgbW3Rkfe/1lRv8k52svOGWL/PaOTwfVRynKWNQddjai/Yvn4USKvrHFiAEjAlcFnvP03tkQGb5KtokHQdlyq4SN5joWPYTO/yxKRL2MbEOAz+72ZPRdX6qBkwSTRISbXZX/1MFnJlFkUkUJy2CRPVJY5iZaRE6k9rl/7/W6o5SNQOHsa437j4QKMzqeehyBp5+IvkNKSPjAGolg3NDUimBeaIOi0wRotIcqXEaYJjGEIWbkQswdKujA4iHsUiAJZmDrb3Nr7/RpTqjaI7TJLSFJYpMuRvgEiRi6lp32SEw2s5HYXlwIdxfh2V00u9bwpI67hIJodd9i3Puk3WEx5u6VRQLze+zuxvN6VhUpizeusW+vsrJrELiRmbcPl1JYRHSwgC4a5m64M25ccqSBJJgkTGTLmVWHa9bg0wDiuORIQscJihCWwvknnGy4IyRSRPqT4Htv9CIYER5T+BzFU8TzuLhzCX3a27s7HhmprEuET+11nl1j9eFzVVwPpnNBcPSvS/c73A1nxZKRq79LghngzIo7Gl915U9EHPv9dYB9Jbu58CEq+O30yClKInSYDIIRl8atd13fFWohAwsD7SE1eOjIOU/1j04eRt/VZ0zZqdCmPgJg714/E9501HkOysAhpkUlSTADgFnE5/WveX8VmMx74g2gv1Q0Fc6N+SdP7/IJMhmJYkAE09mBzucb0fHsoohWyKkYZ1wyWUChXGN3L+rKgRtH8dc4lzNjl+4mDP641N2Y4Hk0jo4ztKokmAFMTHNNxQKd6aQBiMiYpurW4w2rXyPodgyiSYhgmA2fKRGgyjAYzODCxP9zjN77SKqtTSipX5OrYo0C2lIY3JGuP+qYu3jIBqaSBJPgQm+uLj+LFapjJkuCIjKvmcVqGOSJ9K3CQI5s4Z+04yWY0Kfvo/OlZyD+LWxdMr3ooEPL3A2vJapnc03FFGbFw8zERLeXuhsuSlRWtreTBJPADP502jGjCgoK32ZgmwSaZ3wTwwJ3+x1hO+QYWHbaHSKG7uai612vPn1fkS661jCw23w0EPFzv1qB4DuvIiRM96OE48w0QEIdoa1GPDiwYN6+6orPmGgsgy8pczfWZdoY06WPJJgEkG6qcd6gMC5PoGnWNbHssLORtcA68SBAtRixe9sfq4f2+S/BqkTqk6Lz/2LEgkGLv8vb+7XnDYLJxqIS7zqsrrF3/Is4B7JhxoknkaIeFSwovHooJFiLBI8kmDgXjqjuczl/BpB1r0YJDPWXJkSw7rIXaMzWCInYtz0SoIlodiL8gshZLeKwiJSz2VwY+q9L3YtfGugY3nVNLJzkfi9yJPWBdpAF7SXBxDlJ62dMqbCQ2hDOsKqvKGYGEX2lQX8Imv6jRbXcx0BXOH5ZMhYBZrq2tL7h6oxVMIsUkwQT52R5XRUfEij2syNhPan6aSWj9nmh+zVCWPuSqj0u/A/j7FZWTyMCDFpQ6m44OY1d5mxXkmDimNrHq6psR5cG2yj6LiTIxI1au3ZhuItCn6uiBkx3gjIrt3UcMOR8VWb+tJ30w8e4l6zP+cGmeICSYOIA2D9j2vGsaE9FbMLwWS3KqUVzFkWuI0J31kyZRbp6qySZOMBPZ1Xmjnwoe+bLbAEDRl0STBwQeqsrHiCi0yM0WddZULC72RcDb03FmcTkFqmB4lBBVk0TAlZVOTHWH4o0qZLV3UiCMTl9L02enL/PBMcyJuzctwmBVpaM2XOXeC0/m2oqphCThyCcdmXJLAT4MYe78ZTM0in7tJEEY3LO1p9+4lhLgWUluCtL5ObC8NnH7jUyXnLpbt86c+oJoZD2BBNFjS1iUk1ZLQoCIlecSXcrkWv4h+d8lvEnL1iwKU2lhDYRBCTBmERNxO/tJP6Ee7wAiYBCwWJthxG3DdDq01XxGEC/NamKrJYAAjrzCkVR5oP5CgD985z0kUki7LmKP5bN8TycQHeyySYEJMGYXApraip2yWf6qPsFSTiysYYby+Z5/mxSRMRqfpfzKgZfE8ff14F2OaTaE6gDauiIkjlL3m6uqXyUmU09QRPoHbu7IWsygmbipEqCMTkrLTUVu+hMYgdjYMaMtY56zxjxl86kiIjVvK7yhQRl6kDlyPbhESAgGLTyoSPuaXzr5xknHp9HlgY2ZSZAusJadUn94n9KbBNDQBKMSdyaXJWHKOBXRXWxYHXov0mGObmQ56uuXAXirUyqIqslhAB/Za9r3FE0bampbNDB5WbEMPCDY8xe2yV6x2amj1yuIwnG5Oyur566r4X0t43dC+ApdXsqTTaNWc3vcnYwkBezoqwwMASIL3HUNd4qUtQAnR+ZDXFKoKfs7oYTB9b50GwtCcbkvPvOm7IdBdUvWIeuWqzHDJuz4BWTTaNWW39mxf6qlZbKiUgGmjFkEP3QmZ8/SdgqGUclxfKUuEszU0SOo5W86oqh7rxoBquedeS6NonYateUEYVQPgPR+/Ym64mUpOdLf7XzaSYkFn3bpO6y2i8IhEi/akTdYiOlq9flbADgNPsREPCuolovTtYfl6EwL2axHQpYRB2jcL0fj3GvaazUjKhf9E4yABHJ2vLaOsT9SzzOjxqI1ExL8ZEMPOKVYYSkjLORyBRQUufZvfty3lft/A+AY0wLIrSD6bHOgvzLR60OeZP1hybOYWRN9XjnJ2sGlgpFfWdPvddx36JzkiXbN6O8DoriMiuPdf6flodL1QBVg+gsAg/l+ftC15SLFAvvBuabzGII0MagGpjcM1vAJheQ0+LiKwYzkVez6seL1ynz/Q+tmkN5gcY90zy7qoxuW9AUd8MwDXj26WP9rc2fmTH6Es0JaLG7PSXif6+cdVzJiE7bGwSKmbMnGbpmkgzxggcF0+33eR7q1qupeuo5KvFdDDbjcsE64aayut72S/6aaROg6w8yYT/EkEPAeh3kIVvoBsfdS77JJHwyTRdJMIM0I74Zzjeg4ECT3esWqBcXuxfeJuqLj4FZXwrwL0FwTQrK9mrMeKe03tPP+E14qCus3mYqoBfjP456z7F9seBaWFrXTtulLRiamKfysdCV0SzsnBQw6WgDKe+wFni1IxD4eMuHnhNRDWWJgYAkmEFYIv4a5+2s43wzUfHEBOlMDaX1DZsN8bwu54UEGGQz1IoOvFXm9hwQbtwbZpRfrSpKzFxGzPxtaX3jdkMNu8EYrySYNKPuc5VfClZuAJkLncnEn5bWNfY6CvlqnC+BMTnNqmdGd4z1bUHt0DHzl4SNKO51lb9HUPaJoWyLY9NxMzMGlbtaSIJJ49x2xYDBPLM+Rwxe7nA37tHXHcFXU+kDsz2NqmdMV0QIatD+WFa35NFwSomXOVt7++poITBEWtjVXuuoXRcs2JgxA8tRRSTBpGlim2ZUnKsqdFe3L1O0bsW5n5hvcdQ3/qlvvZYzqw7XrKHngbietn8RQ/wToLRBUbaBpg1aAPJNT8zvqyrPK7YEHvJ35v8d4BlmpkPX9TllcxdHfM3zVVfcRESXRTGia/3Ra91SEowZtAdWRxLMwPCL2bqLEIJzibCDiEcSszC+UNhyacncJxrD1fW7Ku5mpnPM3N/0a094Hpw3c11e87qRbBluCagTAuByIuU4Yt4+pm7JrRBUteA+w+Y9ZSRY+uaMyY7hNvsruomA6grxEyV1jVXR1PHVVDSBqTRcHQa3rvbaJMEkdz7DSpMEkyKQDX8XClxHjEoGRw0mRTAsWjaC6KF11vY/TbjrmYjJm/2uyrcZvG8Can9g91r3j2QY5q+p/JKZx5uXSx3M+nqFSBj+hRj8MzGGM2OCGfIjkA41dLB9zpKl3X16p5cfRqoi8hFFfW6O9JLUU3d/dcXDTPQHSTDmZzQVNSXBJBFVrp2c710zrFKFOguM3XRgWGSAhZ0WBRj8jR6iBnIodaV/X/RdLHV8LqeIdD88Vr2evzNzq4O2GEVud8QkYC01lVM1ZpFSJeaxiYBOTef/84f8/9pu/su+Xh+2q/JJBp8QSz+xmVPA99jdjef1bu8UT80XRmvPwJelbs+EaHVaZlYdrmnB54D+2RvkDibW7CTvd0kwycMS3mqnOAr9sWcgbxKhY4xlpZgJAAANhUlEQVQLBwZB6WRwC5g+UQme9QHvg30/0Fjq+GoqgmAyHyicSRimneCoa3g+hmylyVXxqQL6VSwdAKxr2agePO6RhSv71t20CzHlCMrQl5W6F0/sK8PncnYginc5EX1tr2uIudvyVld8TUThnqPlHYyJSU5GFUkwyUCxjwyurbUALxsk8PLLwLqRI/WqBQtC4v8PJEDVhnN+N86idX7LbMpitUsrxp8d9Z4bzQxzU6YDE8GVKMjgS0vdntv7yhW7uObVpd5Yx8JN7XxfYtXYvh7Kza7KJ/XouyBh1eyIhaXXVfkPAs8OM/b2H+UrkpklMeA6kmAGDGH6BBgxaRR9KdhsFgJeH4S6x0j3ojVmtPy52rmXjSBi3sR2voxAXFxVZfOXBpcD2CFWnwxuduQFxlGfOycjNEZA/SrSi5vRbszew2MFgfK5KqsAfqzvnQ4DvlK3J+wFcCyd5e/xISAJJj68BrV2c3X5WTqUuWYuUQ1FNwVYMqs0u6aMaIHlvzp491htGHRbqbvhon47GEDxVTtfIcIhsWQQkb+kybIVhbFH8bkq1gC0ZXgZ5LeP2XNEbIL57XjmzteJsEVPOcS0zl7fMCqWfvL3gSMgCWbgGKZNgvDmhq7PNNmhzx5wbEfz5/e6hI3V1uuqfJzAUZ+Au2TQIoe7YVo4ed5qp0iNOyvW4tJBP5aO2XPbcEThqymvg664wodRMEcwQjd/TeVrzHxwTz3DWUfHwkX+nhgCsdZAYlJlq6QjYNxt/OhYZDY4FTHuttd7ZsWrSLOr8m86+JJY7YjodXtdQ9hdipFil7QnY+60Ijgdir590088EhbLs+D+mS8Z8DvcnrJYdzBCTrOr4j4dVNOLYHQ8UDrXc0asMcrfB46AJJiBY5gWCVxVVdw8PPg46yai3zHY7vZYiOLPeLDhnJMOUkOh12MOinmpo74xrDe4QQ6qRTwRR7ZnMd6p6U+OuoabI/Xld1Vu4HAe4wyfo97cHUpLTfnZGitzevShMeiiUnfDnTHHKCsMGAFJMAOGMD0C4iIY4p8cdY2jE9HMcMaEEvGj75YZLRC2QTCK5floOxgi7igZ7S+l2pfFk3TY4nc5P2fAyATQsxDjO3u9Z1sz4/PWVE4l5oU96vpULXhotwWxGRmyTuIISIJJHLu0toyLYHRljmNuYpH3/C6n8JfqZfwWdqC6/nfH3MUXh/utZUbFuZpCd0cDiJlfKq1v/HW0Or4a53/AOKZfHaJvHXUNpsItiNS8gZD+ZHfKWCL61F7XMOQCdaV1sfboTBLMYCEfZ78vTZ6cv88EE3cwDFYV3m1YXeOncXZhVPdVO58F4TfR21JQZ+38svrF94Wr53U55xFwVkQZzB0arEcOr3/ijWj9eF3O+QTDcLH3Dkahpfb7GkwF62qqqZiisOLpjlLHjLtK6z3nJ4KNbBM/ApJg4sdsUFowoDTXOB9gxqnRFBAhJe1ujy0RJb3Tp24DVX+RgKhWskxo7wBPGh2GxISePpfzXQL2jqgDUYOj7pcAWpHqRTKUI+B2u9sTzoCunyhBMCpoETMsIoVsMKhPHnG/jKGbyPpIpI0kmERQG6Q2G6rLz7KQMjd6yAf+yuFujGnkFm4IwpDPSvpzDDiiDpH4W0dd+IhwYqe1944OEbe4IJwM4RdlUbCfmR1Wi6vyfI35jj5P1QEF5CpxNzxgZhqMHYxODSLAF4M+cXgtE2UmADPIJaeOJJjk4JgWKYYDXyj4UtTL0wFkIVw/Y0qFqige4d0ddZdEuMNe5wnrkCgCoze3BteHI0EhVSGaNqyuYZEZwDbWTDslxNq/ekX7J/ZaFMvk4jkLRWbGmKXriETiktfKwOxw7g0xhcgKCSMgCSZh6NLfcJ1r6mgL9B8iRmsj6KpO1w+rb7g6Ee18Myv+DI3+Gr0td2ps/XWk+5NNT9QvhN+94EuHz7qr2R1Em6uyqpP539SD8UTyM7vbYzpcRdcOBo+DSLcXFGxPdzy6NhFsZJvEEJAEkxhug9bKV+0MRYrnK8IotBHvE+5uxIzCvurKRSCOmnNbYXqwpL6h38Vrt/yW6sprNOK/hOmPQ0E+MJ77D79r6u911v5F3U9AxlZGucbuXhQzsHd3/15X+REKFA8Yr9nrPTHDSJjBSdYxj4AkGPNYZURNb7WzlQiF4ZQxfHvqGkxZuIZr762uWE5Eu0QaqLhADkDZJpLzpLA29q9xLAbj6J4yjA0I4T57XYNZNwej+UaX88IQ47buExuBOxUtNCkeG5bVZ0zZqcCqLgl0dkzb4sFnTR2rMmKic0QJSTBZNpH+audbXcnB+hcGe0vdjQnlSmqdecLEkGZ9hoGRkSGh+x3uhojPzyKZXHNr8zsM9DLyY+bVjrF7bxPLObFvv/6ayjnMfHb3f2fmF0rrG3uRV6zpY5er0Id114dzzIzVVv4+cAQkwQwcw7RK8FVX3sLEF4ebOJF32V7nSciIrLmmYorOJEIbhN0dAYiZ6mNT/GER8rKneqwHtT+U3R8+C0A08ATBgLmm+8K4DdrIMe4lIqJfXKX5vGk7ldy9MGyak7gEycpxIyAJJm7IBreB4Uioao3hnAAJvNzubtwtEQ2bXBU3KqB+WQyELCN+rsJn9EzXGq6PppoppyisPtLrN8KLjjrPUYno5HNVLgTYSDhHTEvt9eaM6xLpS7ZJDQKSYFKDa0ql+lxOEbt3676dDMQMvslV8agC+l04xRm0uNTdUBFrUN4ZzgtJ+SXjJDEFFIvlmGFzFpgKodlXvjDYA2MiFITsnY6R8YaeiKWv/D31CEiCST3GSe/BW13xABGdnkyC8c6oeIUUOqyvTHF/UlrfONbMIPwu51UMXNtdlxmvltZ7+sk0I0vU8VY7vyXC1jpRXVmcF8Rm+5D1UouAJJjU4psS6eIookJ9UJi/9+xgIDsYr8u5kvqEuSRCCJpaYZ+78GkzA/G7ymsZSpcNjvAZULi8pK5xiZm2fevU1sJy4eqKFToQunNM4261tTBiGsuSXQhIgsmu+er6dkVsmLLQB33zGCWdYIB3S9ye/c0EdhJ69SQY8aQdtPKhI+5JzO/HO718b1ZpekdAvztSHuosnLohp7IkmCyd8r73HWIYAyEYX03FGnDvGLg6ab+PlAM6HGxel/NCwuY7mLagGjxs5Jyn3stSiKXaSUBAEkwSQBwMEcJtwAptBUAl3f0PiGCqnV7QL06ORPRTSaFlV7ptgXBcNFWEL5OFVI/xSE3sDVlwXKI7GFMdykoZj4AkmIyfosgKbkr0Nn2gBMO1sPhXV2zoSVY6uK7M3bjZyM0MTCJdLnPHh0RUxIy1OixTY8V8MSNX1sleBCTBZO/coWX6CbtpqvXD7ti3xPjMXu+JaOofaaiCYJpXO9f1DNOggw4tcze8Fi88vhrnS2BMBvgnja3TJMHEi2Bu1ZcEk+Xz6auuuAlEl4lhMNHXpSZSqvYdcl+CEa9HJTzKHi2XdSTYNpxdWa3q7CZgbYjlDibLl9eA1ZcEM2AIB1+Ar6aiCUylIql7qbuxOF6NBMH4VjubCBi2qe0HDrcnckS6KB0YmR0doY0MfaXNYju9aM4Ceckb74TkUH1JMDkwmetryq+0QLmGmNpK3A12s8/KPYfudzlXb3ZSjCOfdTj4DENAhSYUKnkX2eb8e2kOQCyHkCACkmASBC7TmvmrK98E6SNLimz7xfPy0z0On8u5DJvi6CoBdeeS+Yk7B4qwDb7VjnsKmG7Or2/4ItOwkvqkDwFJMOnDOqU9bTjnd+OgdbiCoeC/t5z31CfxduZzlS8EK1OJSC+pa7AmkrStZ58iTEIidzjx6i3rZzYCkmAye37i1k5Y6Cd2RCq/mqFeDPB6h9tjKudQ3MrJBkMOAUkwQ27Kww94/bkV+1uDyl1gaDIsglwUyUJAEkyykMwBOc3V5WfpUHd21DdckgPDkUPIAAQkwWTAJEgVJAK5ioAkmFydWTkuiUAGICAJJgMmQaogEchVBCTB5OrMynFJBDIAAUkwGTAJUgWJQK4iIAkmV2dWjksikAEISILJgEmQKkgEchUBSTC5OrNyXBKBDEBAEkwGTIJUQSKQqwhIgsnVmZXjkghkAAKSYDJgEqQKEoFcRUASTK7OrByXRCADEJAEkwGTIFWQCOQqApJgcnVm5bgkAhmAgCSYDJgEqYJEIFcRkASTqzMrxyURyAAEJMFkwCRIFSQCuYqAJJhcnVk5LolABiAgCSYDJkGqIBHIVQQkweTqzMpxSQQyAAFJMBkwCVIFiUCuIiAJJldnVo5LIpABCEiCyYBJkCpIBHIVAUkwuTqzclwSgQxAQBJMBkyCVEEikKsISILJ1ZmV45IIZAACkmAyYBKkChKBXEVAEkyuzqwcl0QgAxCQBJMBkyBVkAjkKgKSYHJ1ZuW4JAIZgIAkmAyYBKmCRCBXEZAEk6szK8clEcgABCTBZMAkSBUkArmKgCSYXJ1ZOS6JQAYgIAkmAyZBqiARyFUEJMHk6szKcUkEMgABSTAZMAlSBYlAriIgCSZXZ1aOSyKQAQhIgsmASZAqSARyFQFJMLk6s3JcEoEMQEASTAZMglRBIpCrCEiCydWZleOSCGQAApJgMmASpAoSgVxF4P8BJDBLwZvO5hIAAAAASUVORK5CYII="/>
          <p:cNvSpPr>
            <a:spLocks noChangeAspect="1" noChangeArrowheads="1"/>
          </p:cNvSpPr>
          <p:nvPr/>
        </p:nvSpPr>
        <p:spPr bwMode="auto">
          <a:xfrm>
            <a:off x="155575" y="-319088"/>
            <a:ext cx="666750" cy="676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" name="AutoShape 6" descr="data:image/png;base64,iVBORw0KGgoAAAANSUhEUgAAARgAAAEcCAYAAAAcH6uaAAAAAXNSR0IArs4c6QAAAp50RVh0bXhmaWxlACUzQ214R3JhcGhNb2RlbCUzRSUzQ3Jvb3QlM0UlM0NteENlbGwlMjBpZCUzRCUyMjAlMjIlMkYlM0UlM0NteENlbGwlMjBpZCUzRCUyMjElMjIlMjBwYXJlbnQlM0QlMjIwJTIyJTJGJTNFJTNDbXhDZWxsJTIwaWQlM0QlMjIyJTIyJTIwdmFsdWUlM0QlMjIlMjIlMjBzdHlsZSUzRCUyMnZlcnRpY2FsTGFiZWxQb3NpdGlvbiUzRGJvdHRvbSUzQnNrZXRjaCUzRDAlM0JodG1sJTNEMSUzQmZpbGxDb2xvciUzRCUyM0YwNjY1MCUzQnN0cm9rZUNvbG9yJTNEJTIzZmZmZmZmJTNCdmVydGljYWxBbGlnbiUzRHRvcCUzQmFsaWduJTNEY2VudGVyJTNCcG9pbnRzJTNEJTVCJTVEJTNCcG9pbnRlckV2ZW50cyUzRDElM0JzaGFwZSUzRG14Z3JhcGguY2lzY29fc2FmZS5jb21wb3NpdGVJY29uJTNCYmdJY29uJTNEdGhyZWF0MSUzQnJlc0ljb24lM0RteGdyYXBoLmNpc2NvX3NhZmUudGhyZWF0LnRocmVhdF9hNiUzQiUyMiUyMHZlcnRleCUzRCUyMjElMjIlMjBwYXJlbnQlM0QlMjIxJTIyJTNFJTNDbXhHZW9tZXRyeSUyMHglM0QlMjItMjAwMCUyMiUyMHklM0QlMjI5NjAlMjIlMjB3aWR0aCUzRCUyMjQ5JTIyJTIwaGVpZ2h0JTNEJTIyNTAlMjIlMjBhcyUzRCUyMmdlb21ldHJ5JTIyJTJGJTNFJTNDJTJGbXhDZWxsJTNFJTNDJTJGcm9vdCUzRSUzQyUyRm14R3JhcGhNb2RlbCUzRV5Rg9QAACAASURBVHhe7V0HeFvV2X6/eyV5xpKdAUkIK4SyV8JeoYyyYssJpqUFCiSWCRAg/IxSoJhRRqFlEywnJYwCJSSWE1YZBcoKK8xAIOxAQkhiSXa8JN37/c+5joOHxpUsyZJ8zvPw0KJzvvOd95z7+oxvEGSRCEgEJAIpQoBSJFeKlQhIBCQCkAQjF4F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0BWI+CvmTbBXrdwZVYPIoeVlwSTw5M7FIbmrXYucRQWzKA7Hl07FMabbWOUBJNtMyb17YWA1+X8UgW/MMzdeA4BuoQnsxCQBJNZ8yG1iQMBBhS/q/J7AHbW9fNL5zbeH0dzWTUNCEiCSQPIsovUIMC1tRbv6g++V4DRAFY53J6tU9OTlJooApJgEkVOtht0BPoQDBNwtd3tuW7QFZMKbEZAEkwGLwaeXVW2trltTLFitbAeDMFi0UPFamsglNfR5l/TuW3ryDZasCCQwUNIqWp9CAYErLa7PWNT2qkUHhcCkmDigis9ldk1ZYSflcdBdETYHhkaEdoAtDDjEyLlgRL3oscy+ZKzqaZiSlld45JkIhiGYKCDLih1N9yZzH6krMQRkASTOHYpb+mrdl7OoNkgHhltohgQf70Z4BaF8Jwe0u5zzHvyxZQrGKMDrqoqbi4NPaYz78bES8vcjb9Lpk59CaZLNv3ocDdslcx+pKzEEZAEkzh2aWkpjkn+1sBFAF0KwGqmUyKEWMeHrGgPlNYtuctMm2TW4dqq4ubV2sU69IsIGEZApwqUF7s9zyW1H0DxVVesIqIxm+Uy0BbUdh4zf8mKZPYlZSWGgCSYxHBLe6ufZ5x4vFWx1BEQz19ncfG50gblmgL3okfSobR3evneiqo8qQNjeiyu7x1uzzap6N/nqvQBbO8pm5kfLK1v/GMq+pMy40NAEkx8eA1qba6dnO9f43gSjCPjUUTsaHQdzzrcngqi1Bmjbag+6SALaS8yOL+Hfkyk/MVet+j6eHQ2W9frcoYIUHsRDNDiCDi2pvnzfWblyHqpQUASTGpwTalU34zyW6GQODbFNX/ilaXE7RmXistg/4xpx7OiLwFY6Tl4AnW0IjRujHvJ+mSDIi7Dfayu64cCA2TRDrTPWbI02X1KefEhENcCjU+0rJ1KBHznnngkBy3PEdDrg47VJzO3QlFOL61rWBSrrtnffTWVR4PxFMD974gIbzrqPAeZlRVPveYZJ1WwGvKwuOXuW5huddQ3XBKPPFk3+QhIgkk+pmmT6KuuuAlElyXQYTtZ9Kn2exc/m0DbXk2WV1UVj3EE1xKhMKws4kscdY23DrSfcO391c6nmHB8WNnMSx31jQemol8p0zwCkmDMY5VxNZmhNJ9d/ijrysninTqeQqCm5iLLhHG3LWiKp13fur5q5/MgHBVOBgP+IGPyqHrPBwPpI6xsl6vQj59/AjAsPLHRD/k6jsyvb/gi2X1LeeYRiHNZmhcsa6YPAb+rci2DR8Xbo868uqy+MWHLV5+rsopZ/zdR+LsgJvqktK5h93j1MlO/ZfoJu2mq9eModYMBTS8fNW/guzQz+sg64RGQBJMDK8M/c8oBrFle73vBamZoBHrK7m440UzdnnW4qsrmLw2KQE8RHQwZ8JS6PZXxyjZT31ddeQuIL45al/FnR73nRjPyZJ3UICAJJjW4pl2qv6ZyDjOfnUDHDGvoaMc98Vn++qZPnQFVrx+MD3yda+poK+kfgTEiWv8EvdbuXnxNApjIJklCQBJMkoAcbDHrZ5841tpq+ZiB0nh10RmflY717UO1L3eYbet3OZcysH+0+opCrpL7GqKTkNkOe9Tzzaj4MxT6a6ymBNxtd3tmxaonf08dApJgUodtTMnGC0yJNrx03qLvYlY2UcHvct7GwIUmqvarwrpycencRX8307bJVXmISvrzzNTToK5XU7GwdOKzSuuSGwRqVVVVWbEjuIwIMS2DFeInSuoaq8yMSdZJDQKSYFKDa0yprTOrJgb14F0WRm2yfHS806duQ4r+AQiOmAr0qUDM35T4bDuZCf9g5v5D2KZYFJo2LIn2NkJls7sXY3iMFxz1nqPjxSKe+sLYj1JgRBiPDplcVxLMIM2O/2zn06zjaCsrBxXVL3onWWp4q8s9REpFAvJ0C6mnFtctfDRWW2+181UiHBKjXiAU5MNG3N/4Vix5Zn8XrhLe1Y6vN0Wwi92M8Zyj3vOb2BUTr7HR5bywCMq/yb1oTeJScrelJJhBmNuWmVWHa6Gg8Cy2tfisw8ctGJgtSs8h+Fy/HQ90fpnIsBhYUur2lMdq66upWAOmLaPVI6A1xJZjhtc/8UYseWZ/97oq/wHos8mk0Q+DFpS6G042Kz+Rel6Xcz4zWsrq5V1POPwkwSSyqgbYxldT+QqYDwOYHe7GuEz9Y3Vt3FGUBlcRIljWRhVATXZ3g4g9EzE6f+v08r2DqvIqgKKoohiBkI0PG3FPcnYwIv8RWF/BfXydoumggG4pcTeIMBcpKz5XxRqAfmrxWo9M5h+KlCmcZsGSYNIM+PrTTxxrybd8BSBPEIw34C/bbv7LSfP6FUGY/D++/yqIDoh3aATSFMLJ0e5NmlwVNRbQnTpgi7GDYY24IhlR7N51TSwcz1t/S8Qj4xlTiPSrRtQtTokXt9CDzzjD4bf5NwD6RpBykqOu4fl49BsKdSXBpHmW/dUVDzPRH7q6ZdahHFbmbngtmWr4XeVXM5TaRGQy8xOl9ZFfXsy+VCXzFak3ZuZGxWAEdZw1KoWpTLwznPNJwR9BCCGkzHTMWzTXnHZDp5YkmDTPta+moglMhq0KgXRd044onbf4f8lUY/25FftbgpRYqAKmHxz1DeMi6eOd4XyBFHPxaJJhByPcEQB+PG58GOutun5M0bzF78fd1kSD2lpYLlzt9AMoZEBnnc8vm9t4j4mmQ6qKJJg0TjdfcMoWvvb2n34BnZksfHwyvJr7DEPxVTs1k3ehfZqS7nA39Arg1LNCVA/mvpJIuWoggaa6wkDwM+gTUMrMlDHwhQPK5FS97mw4u7Ja1dndrYuu83mSYPrPjCQYM6s1SXXChVdIRXhHkfGw2eXsYJMxfHsNj4GOjrYttnzouZ97/nfxRLzuR8dONsITAMabgYRBi0vdDYk8maPlnKknaSFdPJlbzPTVt44CWlCSohcknjw53z+hdCWIN4cvlQQTfpYkwSSyehNoIy5ffas/+JSACb0+XOAHEa82mVHmNhHMBkb8BneGbsQrSEeeTlDBSgGI88mInsd5RLCGDfAUBhMCAgT6l0b6q2D+ttS9+CUz0HlrKs5UQG7mxMjFGIKC0+33eR4y01+8dXyuiusBuqJnO0kwkmDiXUdJrc+zjivxBfJ+JEZxL8HEIXuTrciMBa1ZhbgWFv+Pzh9A2MJsmxTXCzK4XcSgYcZqRcE7pFleYpU//U+T8t3Jm5LHCYz8nfl/J/B0EfUyUZ3E3RbDtqPD/W/xWpfU0mVn1LEMoBJJMLGhTXgSY4uWNXoi8NNpx4zKLyhcHe4+IZ/pV8kMjGTsYKqdqzlzCCbsYhCEozN/quuhB1TYQKpew8Ckga4cBi//4Av/pCNeNu+8abbPZlfl4zq4n3+T3MHIHYzZNZSSelEDJDFesdd7fp3MY1KTq2KNgujWtikZaEYI1S9zuBf/Ldmq+F2V1+vQr+hrSSxCArO85I3wRyTZsyDlhUVA5AsiVVkW7kdiCpQUB7en2578caDwrZt5wkQbW6/TdT62695kaBVxPPqP11LQfexK1uibayqm6EyNXUk0+5WAxvrM4fWL/5ms/nJFzpBbgIM1ca2zyvcOdoYnGKETMf/LXt94aiL6iSPRxpppLo21Cwk0IR5z+kT6y+Q2RPjUXufZNZk6Gl7qqi7Cc4aN/0vAWgqok0vmL5TZJPsALwkmmSsxiqyWmopddKbl4TJsiGY6c0eezgfFYxgmUrS2rdWPCmnabQzaOpGQmWkafnq6YbDGoZOHz31SPKUnpQgfKIb2IhgRjQ/FnU+pu3G3pHSYY0IkwaRpQjec87txaqhDBJaKjDnjP456z7GxVBJWpBesmnYiVO1vxNhBmATHajM0fuevHO7GHZI11o0zp+0RDIU8RLRdVJkm5y1ZemWTHLkw0zRbXU+weSJmSPj8QZv0iBXmsXX61BMCin47EZL2IaUJgtR2Q9AVXa8uSdI9SJehnzYfoOhe48ZfDOUau3tRQr5fqQVl8KVLgknTHBhezqs/+ATAr6J1KY5QShgjMRE5zc/qo6TgKLOGbmkaWkZ0I+5eVvKqfSe532sbqEIi7gyBZ5uRI17+dFWdVjpnocdM/aFWRxJMGmfcW+18UCGcFukeplsVQSC6Sq7hmwJmN9c4b9AYFyQW4yWNAxzUrigILXiOY96TCXs0r6+euq8K/XYCDjJ76BS5pUpJnZQqn6dBhTQJnUuCSQKIZkV4p5cfpqjKK7EIpkse6QR+h4HRBIwbiGWrWf1yoF6AGC+ErPlnD7/3sVVmx7MpSNctBDotbH7tKIIG8vpnVr9sricJJs2z53M5A0jECTHNemZ1d4T1FsYfYgVT59lVZd7WQJVCyp/AvG1CY9ZCRznmxZdTKqF+srSRJJg0T1yziOEK+qMIiCRLChEQABPPdLgb6/r2sto1ZUQ+lP9TgHP6+hTFo5GRiaG+cYdkWmDH03821JUEk+ZZWnvBKVvktbeL7bs1zV0Pze4Y79lJmQL3orXtrsppnaRfoLByAIMjxrwxC5QCOqPE3fCA2fpDsZ4kmEGYdW91xQNEdPogdD1Uu+w04sowVLOXt7GAEo6adnfD8Fj1hvrvkmAGYQWIXYytrW0ZEY0ZhO5llwNFgKCrujJrWP2iewcqKtfbS4IZpBn2VTsvB9H1Q968f5DwT7Rbw2iasdRe33BgojKGUjtJMIM02yK/M7H+YEwz9EHST3YbHgECvCXQdpTpYs2tEEkwMXASnsq+6VPH2YDdWNWDsZ4+zcAuZPpdlXMB/QwMwZAKZjDKzDoUtKjKpOI5Cz/KTP0yTytJMH3mZNXsqrKi1sAlKmgqE7YnQGFmAndBJf6XSMWoAx0K4xMQnizxWm82G/KyKzbvsncJyp6ZtxykRtEQsFksBxfem7xUuEMBbUkwm2bZP2Pa8aSEbtSJdjFeG8zEhBWmLCQM+ykA0Aqm0LzSuiV3RVs4flfl2wzedygsrlwZo7h10UG3l7obLsqVMaVrHEOeYDaFUbgTjONB0dOhxpwUNvY5K8DqxSXK8JfJ7e7leOevmXolWL9OmtjFRDJjKhBEgkhcWur23J4xSmWRIkOaYIRzm0XRnwZjRFLnTBAN0ZetgVD56PlLvvhy1nHFozvzzgox/pH62C0EKijoOs51dghf36QOLR3CyGIB8gqAYAAcECYsg1MY3GoFTU3GvdvgjGDwex2yBCN2E8z61Ykm9jI1dQxxe3M/KbqXdHV2qkNZqqPHwXrIUbDuPtFQT/vuKwSXvYngJ8uMjzXjCxFsh/0Glp33hLrlWOjNPoRWfIzQsjeg/TTgcMWmh298FAotLdFHHtl3F2paiKxoIDAkCcbrci5WgBM3eyizcXmbGjCMe5rUrjbxFz//5OmwHXQkYO3vgaD7vWi94xroP4qAeplZ1O13RMHva6CO276fghwKob3uZgQ/ejflyuvAGmhKddm8RU+lvLMh0EGKl37mIeitrryGwCdsCuD8jaaHniCydOSx4hU3MAHQ5i9UoWCHppGVmMaD9clEJIyrRmba07LtiBOQf9IfQZbI7k3aF8vReue14AzcydCIUSia8X9Qt9sx8oIJBbHxhkugpZgkdfDnpWP23o1qa0OZt3qzT6MhRzAtM6sOJy2Y12nJ/yyemCFiate5po7Op1CFzspVAMZkymVt8VW3Qd0qRrSBUBCtt9citPLTjFuleUeVI7/qzJh6dT69AB2Nj8SsN7AKzLqmTpE7mIGh2N16yBFMcmAD/DXOh3TGKQTjSXvQChUUYtiN9RD/jlqY0fH4P9H53ycHTddIHRe6LoF14kEx9Qq++zra6m+NWW/AFRjrNWv+PvH+ARpwvzkoQBLMACbVP3PKAawpLwOUNwAxA2pKefko/ut9UIbZY8rpeGI+Op8XucMyqxRddB0sv4qd9SOw9GW0339HWpQnoteDhcHfjuhKhqewy5WPOneHuE+T8V/MT4EkGPNYha25sdq5V5Dw/mACWTT7Wlh22j3mDmZj7fnQfvphgCNOfvO831Qif2rs6BXt/7oPgf/9J/kKhJEojOsY+JpZ/4QUZRR0TADBz4wfFPAPUJQW0SykBV9UlaL3He5/f5UWxbKsk8H8LrIMqsjqeqsrFxFx5WANSFyOFlZfDGX4yKgqhD56B20P3A3e2DxYqvbrV3GUoeiym6GURTdF0r77Eq23XJEhl9TcZVIpCrFIWyLeITUGtxPTh4qiLCiuW3SP3Omk/AE1Y9ZxShURzovNLqeXgZKUdhRFuGWHnWH7zVRYd90bUCNfCwXf+C/an5gPbjX+AA9qEce6oouuhTJm64h6iCd2beWnaH+sHtziH1R9zXQuwjmIpBAAt4LwtqpYrxs2Z8ErZtrmYh25g0nSrHpdlfUEnp56q5fIClN+IdRf7QZ17NbgQAB5hx8LZdTofg0Cr72AjoUPgNs2Jmn08YuhEgeKzr0C6rb988cF3n0dvPZH8MYWaD98i9DK5V0HluwsRqaDYGfINeJB4z5nSBVJMEma7g1nV1arzHeA0WWnnwFFvCwVzboK6vid+pPMW6+g46F7B+XIoZQ4UDjzT1C375+DLiguch+6B8K4LpcKgToooOxdMn/hilwaV6yxSIKJhZDJ3/2uyie5y4AvowrlF6Dw7MsM8/u+JfTh22i97+a0+ispxSUonH1NWLudwGvPo/3hOdm8W4kx96QT8Q32Oo+woxoSJasJRsRu2aq1tGOw/UXWn37iWGuB5VtmWDJx1YijU6HrYljE/UyfEvrsQ+N+Q4/L16fvsjF3fKGiYSi+5K9QRo/rp0fni0vQ2fDwoOyo0jlnRAhpuj6rrH7xfensd7D6ymqC8bkqrmfGuNL6xj8OFoCiX5/L2QCGM9U+RwMaY34Bis67EpYJu/QTI+45xM5B++aL3r+pKtRtJ8Aybjso2+wAKiruMugj6gqD012YobduhP7zGmjffwV93U/QVq8CQsHNVcSFbuHsa437ob4l8MISdCx5FNzRPqAhDn5j6gA4SMAGJu7QdTJAElfuTGwjUop01tZayDJvWN2iqHGDBn8sydEg2wnmUQIdWeL2bDlYT4LfnDHZUWpzrEupV3Zy5hrCKK/wgqthCXMnI0im86nHoX37JWiYHdbd9oa6wy7GC494So6n6OvXIvTlZwh9/B70H78FCopQ8HtXWEfGwMvPoGPRg12hJbKsiNciBfCzjhW6Qq9B549Um77efu/iZ7NsKClTN6sJxu9yLmXG/jrjtLK5nodThlIUwSKhPRFOG4y+E+nTIJnz/wLxrN2viJ2I3xs3oUTVQ+x0dA1Q+58ejSfzh+eAtey60CWQrrP+MCnKw466hucTmYeh0iarCcZX7fwchB0HKwnWylnHlYzozPuJkDkvR6YWbl6+8URsxjzflLwEKgVef9F4Lcq252cGfCEou4x0L1qTwLCHXJOsJhi/y/kOA5PErGmEO4bXeS5M5ww21ThvUBiXp7PPZPVFZSNQePp5YV+XktVHJDniGNZ2383QvetT3VXy5YtLWi10yvC5Tz6RfOG5JzG7Caba+RQTjhfTQoAW0kO/S9fEs2vKCD/U9wBENkPN4PVi2f5XyD/FBXXr/gGeUq62phk+RR1P/juj3BZMj5voUUddw+9N1x/CFbObYFwVdzPo3O75I9DP7VrgyC3nPfVJqufUf075sRxSnkl1P6mQr249HgUnnwU1zItSKvoLK5MZoa9WoH3eP6A3Zd1OZoPD7UluHOe0AZ/ejrKaYDZMP3GGqlrqe0FGWMUh5dDSeYtSGh8yWxPYi8BUBWdeEDtAVZrWob5hHTbeegW4STzEZU1hnZXzymRu6pgTltUE01FduWMHsciy1ysei9jJ/JzXMWHCXc+kxG3Yf7bzNNZx/yYTh5ggZ0oFZeSWKLrgaoh/Z1LRfU1ovfUKw34mWwoBb9ndngP66ltbC8vhL0+2TJ7cfyQLlo/UP911gX51LfTBMqtIN75ZTTAvTZ6cv8+Ojle7L3p7gicsJsG42+72zE4GqN7p5YcpVuVPuo7JJPyNsgw5stpQfNU/oGwxNhlwJF2G9tUKIzB5FtnDaKRqh+iaZT8CHwHmnUDKKDDbjfgNYYybxZIRmUEhwjoQNWma/prFynfa5yxZmnRAM0Rgln0m/VFrqik/W2FlTkQ8GesJeKykuOQmuu1B096s66ord7SSfgQznagQDmSGsDYT3vhZWay7TUThrCszV/f2VrTe9zeEVmRP2mci6MwiIgwL2+b4sTUyTpAu8i8R83KLqj5RVKDeT7ctaIpfWGa2SACVzBoIV1UV+0uDqzdlCQivnJhIBe3EWMXE70PHtyqUzqDCm8PwM+sBYioj0HYKMJ6JxgBcnG3HoEizQ8LJ8PTzQKPHQi0dGTa9yWDMrIjxIi55A2+9gsCrzwGDmGhtMMbfs08RxgqAn4jvCUK9JxdsbbKeYMQEbahxXmdhXGnO5W6wl9Eg9i/+zg4fCeuOu8OyxyQjXILwLRLHJ+FflJYizg6dHdB8G6Ct+BjBd1413Apk6YGAOESB1oH5htK52Z2yNk2rKrXLR1ysXbDa+Q0BW6W2p+ySLrynleGjEPzwHbA/zK5btUDYw1j22g+WX+1uXP4KVwKjJItwui8jxLP05x8j+PF7CH36AXQRGzhCEKl856mGEV7w9RfBPRwmswv95GhLTEtLOoor6KGHfk6OxPRKyQmCEZCtPf3YPfLy85flypFmoMtARIwr/svtXdkGQkGIcAiBN17q+rAjFVseVOHcWDYC6jY7GIGqRJxfQ4bY5Zgo4pJW5JPWPv/YiEbH639G6MfvoK9ZFd0tQLUg79BjYD30aKhjtwG3taL1tquhrfraRK+5XoU26jrPHCx/u4GgmzMEI0DwucovBSs3Ze9V7C9TSfbSrjzN43cCqRaEVn+H4NJX+odUiDD7BafOhO3QY3r9Kj5+7cvPEHjnNYgA4BHj8oqYvuI4JTJFWqwgq9XwsI4awpl1cDDY9Qokdh0d7WBN63J0jFDEbkkc06x77w/LbhOhlPVOminuZdr/eXv09U1kZIS07rW/8W+y2RD471PGnU4uFQJpOvMjpfWe2OkXMmjgOUUwm0kGyl+zIXxC5HVARoAo694HAIqyuZpIBq+vW4PQR+8aRw199fdhdwUibkvJjfVA93GnT0cifSw3rYe2ZhVCy9+Hvna1cSTh9WvBup6y5SnuesQdkLrlVkYsXnWHnaGO2caIMxOu6L4NaJtzkxFCom8RxznhrGnZc39Ytt8R4hJ7c9E0tN51HUQwrWwqPT/GvveJxolVXAIzXrfXew7NlnHlHMEI4IUZP0LKwwwMz5aJ6KknOcow7Np7frkPCTMIvWkdQis+RuiDtxD6egW4RWQJ6FqWecc4kT8tjhhcgU6Evv8a+s+ru4JFff050NkJvdPIM9ZFOp3t4PZ2cEdb5B1JYRHIlg8RplN8CWIHJHYp4rgmdipK6XAjml3MNLc9euiZC8nY8YzfCdY994Nlx92gjOkfGa+7aXDZm2ir+1vmTL8ARIEGRicxNhLxWp1J3KvoTPQ9MX9tIbSHiC3M0BSiMtJpax1sWEUSYVsGxjLwUzu0A8a4l2SFf0VOEoyYEK6ttfhWfzAXwGkkHqmzqCgjt0Bx7V1Rk9n3HI4gheDb/+s6FoSCKLrwmrDZBOKGQNeM4NukhYynZO2nH41djziC9DpeqSpEfmnx8atlI0Eik4E4YlmtAA0M+uD7S9E+7zZYD5hs/BM2jk2YgRnxhu+9Me4hJ7sBQdyf6MusKpZ0tGuPDrXMAjlLMN0LZXlVVfFoe+ffSKEziClrLHALz/0zrHvsG996jxLcKT5BkWtzexva629FcPn7myuJ1CjFf741dn7sZClhQk7n00+go/FfJmomv4rIIMCEZ/J1/Cm/vqFPHNLk95fJEnOeYLrB56oqm79UGacgcKNGmEjM22T6i5M46uQdX5VRH67AUxw9xBGkuwj3A8PHKUZmyXR8CHqLH6E3X0K7CHAoLpnTWAjw6qD5joD9Wpo/35fGrjO2qyFDMD1ngC84ZYuNgdBOmhbYSVWVMSENY8BMuoKtVaZRBH1zfEeGInyavmYSmUFpKiXLPsTMkiCC4hhuXGZaDz7SeL4VkfkHu7S5b0HwvTd6EYzYcalbjBk01cSTuDhOBd96BSImcJoj5ekMnL5NPgAAIABJREFUPOQoKLiM7nh07aCBkIEdD0mCSWQe2OUq9NO6tWDDfSDtRby0KGO3NbI1qtvvCMVeFjVFbMoUZO7awbz/i3+e2MEUX3QtxOV0OovITBla+WnXRfeKjyEuvgejEPCF3e3pn0VuMJTJsD4lwZicEO//Td2GWngl8Iv/ksmmSa8m8hzZ9j8MlokHd116RslFnezOxUfcNvcfEN7Pm49IpSO6ckyHSVOb7P6FPOMY9MHbCL7xIkLixWvwyxcOSTBhZ0ESTBhYRDL7nv9ZxO4Qr1LNaz7YyNw79sxgr22yl8F20BHIO/w4UGmKXuU72qCtXWNY1RpHkTf+2zusAhFskw6ButPuRt4lEi9JJi1/48FPJIfreHoBQsvezKgEbTrjs7J6T/+EU/EMLkfrDmmC2Tjz2D1CWsEsZp4EsF0hGs6EQsNioUchw4SVhFt+xi4D4XdkeEsn6Ziir1uL4CfvIvT2qwit+lrEJOhKLxItCb24nxKGgYpivIBZ9jkQtokHJ8evSdPQfLkrvE/VIM+KJJjIEzCkCGb9uRX720JUoQOnks4jmcgqPgmOagM/yKvXZPfC+KzgjPNBhUUmW4Svpq3+HsFXnkXwg7ehN3sHlLdaGNop47ZD3lFTDOM4s/5MkQbQ/KcZYO+GAY0vFY0lwQxxgmmqmXKKCnWWzthzUw6jnCNW8ZydXzGAQPcd7YahXudznq5XmGQWVYVlwq6GdfFAshi03Xsjgh++nUzNkiJLEswQJRhfTeXRxHyDDuyTbda88a78grMuhG3/w+NtZtQX9yodT8xPue8O2fKQf/J02A7+NaCIjM3xlc6nF6Cj8ZH4GqWhtiSYIUgwPldlPZin54JntZlvpPjyvxmJ6uMtIkZLm/vW9OUnIkJ+5anIO6Yy7ruZ4DuvoW3u3+MdYsrrS4IZQgQjXAPGOkKfgXjIBJ8iVUXRlf8wYrnEU4T/Utu82+Jpkpy6ioq846Yhv/yUuOQJgml/tA7cujGudqmuLAlmiBDM2gtO2SKvvV0c0uP70lK9AlMs3zB0+7/rIGLImC2hLz5Bu/tWw6ZkUIpqQUHVGbAdcYLp7kNfLEf7/DsgcillVGF84aiXhnbh5iRnLjt5dlVZc2twGQPCx2hIFetu+6Cw+mIgv8DUuIVHdPv9d0L7rn+clYgChNvCFmON2C09jexEfRGeQUTAE69OwlbFrJm+CL9QJI52oyOHXeipj5E/6ebLMi4TJIHWldQ1bCmyDJiaABOVmKE0V087VmdenuokgibUSbhKzhCMz+X8BsC2CSORIQ1FEG4RNwUFRYjl9yRCKYiwCfmVp8E68SBTIxDBptofutfw2TFdrDYj+JVSOsIwthMxdXsXgnW/Q6GOGdeVIeC1500/b4s0tkVi92WSHDsWPoDQJ8tiPsezCNHv3QBBStGi6pnGIGpFZmI8UkJbuMjtjhwwx2RnIlNGU1lwkcLYnmza0Y67l4i1nZUlJwjGf7bzadZxXOQZEMuNNhK4k4E26LSSVF6vi3w2OvKIlN1EcCoCRFg0ReS4GQyjOusek5B30pkpdRoMffwuWufcZNrTmAqLjbsSESiq9e7rgWAgIszKlmORX/57w9DOCPYUzSivh5RC1yWmCTKur4zZ8Pru8DwM/ec1cTVNrDI3Q+F6+5bNV1Ltyx3xyhAW5P7qihtANAtAoVirpW7PwAyb4lUiyfWznmC8NZVTSecnwrwWtYrwgiHW7h1eEHoJdz2zEbW1CtXWhgxXgFphrVsL1NYaaTy73QN+vuCUkQWdHeW6xidD4YlgMn+xMYDJEfFoi86/yviQU1Z0Ha3/+AtCK5eb7qLg1HNgO+BwbLzpMuM5O1YRxx1x7BH2NJ1PPW6KZMTxqujcP8d1hxRLj56/i2RuIoB4GkuQGW/ZLMpNhXMWPRMrTazvvCnb6QHlMgV0KoDNhMLAA6Vuzxlp1DvpXWU1wXDt5Hzfj/ZPiWg7AxlhkquQX2f804GRVw5ku2oQzuwqR+fG0IgO8DSAzgF4bKqeva2TDkbBKa7esWWTPN3aV5+h9Y5rTadnFc6Lhef8GUqJHc0X9Yk1rShQiorBbW1gEdi7e7eiqCi+5k7DF6n19muiZzHouYuZdSVE9slUFBHxr+XKmakQHV2mWI+EIDOtZdKbANKI8TMr3ALm7QlKEcEIhSlSNvT6FpnQblXUA4rnLMyeVJdh0Mhqgmk+u7Ja09m9aRBMRAv0EF2aikux9dVT91WgeRQj42PyizpuOxSefRmUEVskX/gmie0P34vAq8+blm+ddAhEdgKRm6jl4jONuDTipUrcDRlZT/Pyjd+EAR0CAWg/fAP2e1F43pVG7Jr2x+oR+N9/TPVnPeRoFJ52jqm68VYKvPwM2h91x9tsUOsTcHuy8qoP5kCymmB8M5xvQMGBAOms06Wlcxel1ArL63I2EOBM1YTl/aYSeSec3PXBJjmwlXBUbDGcBb2m1RdxdvMqTwMxo6V2lnFPwhtboAt/IBH8W6QqUVQoxSVGYG/e2Axu9hkEI3yiOjz/QuczT5jqTx29VdduKYkhH8SFtkjT0nbfzeCOdlN6ZEIlBi//Cj/sN8n93oAvjAd7PFlLMO2uykM6oIugq8MthP2G1TV+mmowN9ZUXKyxcksqL4DVbcYbEfMNnx2Rlyga0YgPPBCAZevxUSPsC1zE8/HG2vPBbP4l1XbgESgQuwrVgs4lj6HjhcVGvqNoxbLznii6sNao0nb3XxH8+F1T0yKOVAVnXhDzslf//muEfvohYjiI7iwI7NuA0JcrEPzwLdMX2qYUTXElAjopoO5VMn/hLwF3UtxnKsVnLcH4XJX/BPgIVbWeMWzOgjjeXBOH03+28zTW8WDiEuJsKcglaoSIrh+N+xsRqiFCHiRRR1x0tt1xTVx5j0SM3cLz/2LkMRK7gdbba40dQaTS85gngoNvvPaCuGxW8k/8LfKm/C6ifPEs33J5tbFLiu4An7lhNaKuACPXC/3W4W5YEOdKydjqWUsw62dMqbCQZSdHfcPN6UK3K3B4sDNd/ZntR+x6imZdtSn7YvhWRp4g9y0xX3VEzF/xXK5utR0sB06G0icGcOCNFxF49Tlo33612b5EBLqyHTDZsMpVelgTi/SvIvlZ6PNPEHz/zU3EEHlU4ngYzX2Aveux8e9XGbmbcq0QIaRAnTWsbuF9uTS2rCWYVbOryubZFzTX1iKUzgnxVTs7Qcatf8YUYasi0oaIfErhisgVHXhxSZcnchTbFOt+h6Gg4g9dkfEiheHUtM0ZIcXxx7rr3rDudUBX3+JI17cIg7dAJ7jFj/bH/wmRryhSsR1+LAp+XxPxd8Mx8/47MjImzAAXQxugX+NwL86gTHEDHNGm5llLMMkZfvxSvK6K7wiUcb5Ow678hxHcKVGCsR16NPIFuRSXgNtbQQVFxo4j9O1KYGNLV8rXMVuDiocZF70idoxwlhQZGwt+V911VySyQfrWQ/v+G6Cw0LhLEo6YwrpXWAGL9LQdj9T1yqnUU99YBBNY+jLa598ZcxcW/6wOXgtmfAeLemHpnIWewdMidT1LgokTW6/LuZgYU3pbLcQpJAXVxcuNdffIdiTRjkjCDSD/d9VQCgoRWPYmOl9cggLnH4BAJ9oXPwp9zQ+GxsIIUAS1EoTR+ezCriMPEYovv8Ww3g3890kjZ7bYrYjndpHKhDs7DFIQNi62I08EQiG0Pz4PoY/f64dCrCNS4IXFaF9wfwrQS79Icbumgd0d0K/MljSwiaAkCSZO1H6eUXGmTaW5feP2xikm6dWFP1LesVMjHy8iXfIKgrjyH8aTc8dTC4wUIOIYZTv0GFj3PRSBl57qlaJEPKEbu5xmr5FW1iCekVtC3/BzL/8j4RgpCEYTXtsPzzHqiXQrIq2tIKjWv10OkXakZxHkJSLzRSrtD96NwOsvJh27tAoktBOwsCO/4OIthkAOJUkwca4ukV2gZfUHrXqX9WXGFHHJKp55I5VIz9QiK0HRrCsRePMlYwfSfUcjHC4LZ14O3bcBbXW3ACLgt3ix2m0iLHvuazz9ipcl4TQZzoUg3/kHWLb/VRdpff7xZrXERbBl5z0Q/N9zCH7yyy5GODsW1lwKyy57RRgCo+XS6dDjsOPJhMkhIp1Z/4ZBr1mI/1Zc17gilutAJuidLB0kwSSAZCZ6bscimEiGduIoI4I/db0M9Q7fYDv4KNgO+jVEIHBhNCc8t4V9Tv5vZxjkIXYgLcK2pmdMGSKDJIRMkV6k8+Vne3kziydvkaVS9zch8MKSzehbxu+MwnP+FNFVQuyQWq48Jw2e0eYXhEi4BvDzgLpeUbnrWwoBAdJ0hbiJ2PJTyKp/3/6zbeW4BQuazEvOnZqSYBKYS//ZlW+yzgck0DSpTcQFqtiBiKOMIALhzRyttD90DwKvvdCrCg0rQd5vphpHD33Nqt7NRfqR/Q4zZHOzH4F3/gdSLcir+L1hGyN2Mf7zTt58NFKGj4Jlj0mwjN/J2NV0vvIs0N7HGNWWB9vBR0I8YfcMGWE7ugIFJ0X26xP3PW31tyL09RdAKJhUHBMRJh7jtOLQViNue/LHRNoPlTY5TTAirgYtWJDU+Ioi9Yk1qDzN4PTmSe25IoWj4RZju+5J9pgIZeRoU+tVBJgSdiTo7BlJgJB3QhVCy96Atukyt68w6177w3aM0wjVoDf7Yd1lz66dBjP8F/zeuO9WthkPUU+8FonXpeCH70TcbQhbG/FSBf0Xq+KiC66Ocjzq0ki4IojL4YDI1fTVZ33GYQqCpFUiwnp7nWdk0gTmqKCcJhhvTcVy0pXPWafZyXCA9J9TfiyHFOFcMygxOsQ9heVXu8N22DGw7LpPQv5KwhpXGL/1LCLEgrhrEda3kQpZLLDsdQDyjpxikInYPYnSsehBBN74r7F7EkZ5wY/ejfsYI56zi875kxFky2wRgaSC775mZJkURzizsWfMyo9Zj+hRR13DAPLExOwhJyrkNsHMqHiFFDpUmNsz8ScqlL+XuBseiHfmfK7fjmfufJCIhWNl2jETxxHb0eWw7j5pwDFTQh+9i9b7egecEi4Gwks6VlAmcbdSOOP/IKLuCeM58aJkPEM/eA9C7y+N6uekjN5q83N3X/yLzr4Mlr0TP3EKvcUltdg5JT2nU/jFogUYk0bVe/qG9ot3aeV8/bR/LOlEtPm8aTvpAW0ZACNY7SYPlRbS8Ymm4sVgKPjvLec99Uk4nbyu8iMIdCRBcTF4RAznl5QMSzgO5h1dYeR7hvCwTlIRgaA6Fj/aS5plj30hfI+EM6G4PxHE0V2ULcYY5CYubsUuJ/DS0wiu+MiwuxEXwTTMbljoCvsZYTMjXpeMIuL4jh5nROgT3sx9d06iipHytubSqH5UpoYtLIbbNhq+Uh3PLoQm7mpSVJi51UHqBHIvSkeYvBSNIj1ic5pgBIS+GVPvhaKHiTZEOog7wdgIQgcx/cRgYevuAKMYCorAnD8YOxaht23yccg78bdQhtmTvhLEXUZr3S2GjUp3EbsYZew2XfGAReJ6cZEqUr+K+C/in7wCI25u5/+ehfbF8q4jiaJA3Wpb2A4/ziAITWSEFCEbOtuNS2FBKsY/Lf6wsXFFiIfiy26KHgNH1w0bG2FrY7aITAltd14H7fuvzDZJoB79qEGr11l9dGR9Q+rYLAHNMqlJzhOMANtf7XyLCftlEvDRdDE+vCtuheIYbkplcVwRuw4RjFs8NZOioHDmZSK8X8T24uNrnXMzuKl3ChBx/FHH7wx1q20MghELRG/xIfTZR1GPUCLkpyAbGrklFFsetJ/XQPvx264sA2GKEZ5h+mwjmHjEImLqvvsaAq88C8vuk4zMlWR3RB1Xt6zg0pcNv6VUFyLy6zrucATtt9H8+cLNW5YeCAwJgjFIxlX5NoP3zYbZF8+8hbOviRjzZPMYgkHj6Vhcsmore4fDKTrvCuOjjFa07782QjAI+5a0FlVF3rGxE6+Fvv4cbXdfvznRmkiZYt3vcNgO/03MVCfBj95B2z03pG1YDG4lpr866j03pq3TLOhoyBCMmAuvq/JxAke2Rc+QCRNPwMOuvcfIQdSvhIIILX/fMIwLrvg4YpR/dfxOKL7o2vAezj2EiheY9kfq+hFUyqCw5aHwFBesBx4RI5gWo/XWKxAKF3+GCOp2E4wdjWXSoVCKh/VTd7DSzCrET5TUNWb8GkvZ/PYRPKQIZhPJnK+AaxlIS7aARCdSXKDmlf++K7KdSFD/3Vddz7Lvvg72N4E1LabovONOgjDZj1XEDqZz8aPofPmZWFUH9Ls4RhXOutJUilvxKiQMA4UxX+RCgM0G6577Iu+wY6FO2Nk4PolXpdZb/gzdCEyV/sKMeaX1nhnp7znzehxyBCOmYMM5vxunhDquI9A0gMNsEzJjoshR1vUxMne97Gxsjsveg/ILUXD6uTHDUHYxmGY4NYoYutrqVXHbskRDTMSrsey2D/KdpxovVbGKIIbWmy6NL0VsYZERaFwdNRrBT5bFFXs4lj7x/i5eKxVSrrLXLbo+3ra5Vn9IEkz3JHZUV+7YAVQz9JMUhUYzs22wXo1StbCUMeNQOP0i4wLWTDFiwHz0LjpfftrYCfR8rjbTvmcdI6XshF2R9xsnLDvsYgpa0Z/IYaR9k+0PM+QHbBMd7n+n8ikr3ilJe/0hTTA90RbGdITgaWD91zp4PAh2gAoEQCLTY88i8oSSTiEd8CuEZhC/qTPtRcy7ZVqcGKG3OG4VTL/IMJAzXUIhhL74BMEP3ja8oY3XJuFBvcmrOqwcRQHZ8qE4ygyzf+v+h0HddoLpLkWsmLa5f+8VHsJ848yrSYTb7XWe2ZmnWfo0kgQTA+vujI+9/jKjf5LztRecskV+e8eng+qjFGUs6g47G9H+xfNwIkXf2GLEgBGBqwLPeXrvbIgMXyXbxIOgbLlVwkZzHYseQud/FiWiXka2IcBnd3sy+q4v1cBJgkkiws2uyn/q4DOTKDKpooRlsMgeKSxzEy0iJ1L73L/3et1RykagcPa1xv1HQoUZHU89jsDTT0TfISUkfGCNRDBuaGpFMC+0QdFpAjTaQxUuI0yTGMIQM3Ih5g4VdGDxEHYpkAQzsPW3ubV3+jQnVO0R2uSWkCSxSRcjfIJEDF3LTnskJpvZSGwvLoS7i/DsLppda3hSx11CQbS6bzHufdLusBhz98oigfk9dnfjeT2ripTFG9fYt1dZ2TUI3MjM24dLKSwiOlhAFw1zN9wZNy450kASTBImsuXMqsM1a/BpAHFcciSh4wRFCEvh/BNONtwREiki/UnwvTd6EYwIjyl8juIp4nlc3LmEPu3t3R2PjFTWJcKn9jrPrrH68LkqrgfTuSA4+tel+x3uhrNiycjV3yXBDHBmxR2Nr7ryJyKO/f46wL6S3Vz4EBX8dnrkFCUROkwGwYhL49a7ru8KtZCBhYH2kBo8dOScp/pHJw+j7+ozpuxUaFMfAbB3r58JbzrqPAdl4BDTopIkmAHALOLz+te8vwpM5j3xBtBfKpoK58b8k6d3+QSZjEQxIILp7EDn843oeHZRRCvkVIwzLpksoFCusbsXdeXAjaP4a5zLmbFLdxMGf1zqbkzwPBpHxxlaVRLMACamuaZigc500gBEZExTdevxhtWvEXQ7BtEkRDDMhs+UCFBlGAxmcGHi/zlG730k1dYmlNSvyVWxRgFtKQzuSNcfdcxdPGQDU0mCSXChN1eXn8UK1TGTJUERmdfMYjUM8kT6VmEgR7bwT9rxEkzo0/fR+dIzEP8Wti6ZXnTQoWXuhtcS1bO5pmIKs+JhZmKi20vdDRclKivb20mCSWAGfzrtmFEFBYVvM7BNAs0zvolhgbv9jrAdcgwsO+0OEUN3c9H1rlefvq9IF11rGNhtPhqI+LlfrUDwnVcREqb7UcJxZhogoY7QViMeHFgwb191xWdMNJbBl5S5G+sybYzp0kcSTAJIN9U4b1AYlyfQNOuaWHbY2chaYJ14EKBajNi97Y/VQ/v8l2BVIvVJ0fl/MWLBoMXf5e392vMGwWRjUYl3HVbX2Dv+RZwD2TDjxJNIUY8KFhRePRQSrEWCRxJMnAtHVPe5nD8DyLpXowSG+ksTIlh32Qs0ZmuEROzbHgnQRDQ7EX5B5KwWcVhEytlsLgz916XuxS8NdAzvuiYWTnK/FzmS+kA7yIL2kmDinKT1M6ZUWEhtCGdY1VcUM4OIvtKgPwRN/9GiWu5joCscvywZiwAzXVta33B1xiqYRYpJgolzsryuig8JFPvZkbCeVP20klH7vND9GiGsfUnVHhf+h3F2K6unEQEGLSh1N5ycxi5ztitJMHFM7eNVVbajS4NtFH0XEmTiRq1duzDcRaHPVVEDpjtBmZXbOg4Ycr4qM3/aTvrhY9xL1uf8YFM8QEkwcQDsnzHteFa0pyI2YfisFuXUojmLItcRoTtrpswiXb1Vkkwc4KezKnNHPpQ982W2gAGjLgkmDgi91RUPENHpEZqs6ywo2N3si4G3puJMYnKL1EBxqCCrpgkBq6qcGOsPRZpUyepuJMGYnL6XJk/O32eCYxkTdu7bhEArS8bsuUu8lp9NNRVTiMlDEE67smQWAvyYw914SmbplH3aSIIxOWfrTz9xrKXAshLclSVyc2H47GP3GhkvuXS3b5059YRQSHuCiaLGFjGppqwWBQGRK86ku5XINfzDcz7L+JMXLNiUplJCmwgCkmBMoibi93YSf8I9XoBEQKFgsbbDiNsGaPXpqngMoN+aVEVWSwABnXmFoijzwXwFgP55TvrIJBH2XMUfy+Z4Hk6gO9lkEwKSYEwuhTU1FbvkM33U/YIkHNlYw41l8zx/NikiYjW/y3kVg6+J4+/rQLscUu0J1AE1dETJnCVvN9dUPsrMpp6gCfSO3d2QNRlBM3FSJcGYnJWWmopddCaxgzEwY8ZaR71njPhLZ1JExGpeV/lCgjJ1oHJk+/AIEBAMWvnQEfc0vvXzjBOPzyNLA5syEyBdYa26pH7xPyW2iSEgCcYkbk2uykMU8KuiuliwOvTfJMOcXMjzVVeuAvFWJlWR1RJCgL+y1zXuKJq21FQ26OByM2IY+MExZq/tEr1jM9NHLteRBGNydtdXT93XQvrbxu4F8JS6PZUmm8as5nc5OxjIi1lRVhgYAsSXOOoabxUpaoDOj8yGOCXQU3Z3w4kD63xotpYEY3LefedN2Y6C6hesQ1ct1mOGzVnwismmUautP7Nif9VKS+VEJAPNGDKIfujMz58kbJWMo5JieUrcpZkpIsfRSl51xVB3XjSDVc86cl2bRGy1a8qIQiifgeh9e5P1RErS86W/2vk0ExKLvm1Sd1ntFwRCpF81om6xkdLV63I2AHCa/QgIeFdRrRcn64/LUJgXs9gOBSyijlG43o/HuNc0VmpG1C96JxmAiGRteW0d4v4lHudHDURqpqX4SAYe8cowQlLG2UhkCiip8+zefTnvq3b+B8AxpgUR2sH0WGdB/uWjVoe8yfpDE+cwsqZ6vPOTNQNLhaK+s6fe67hv0TnJku2bUV4HRXGZlcc6/0/Lw6VqgKpBdBaBh/L8faFrykWKhXcD801mMQRoY1ANTO6ZLWCTC8hpcfEVg5nIq1n148XrlPn+h1bNobxA455pnl1VRrctaIq7YZgGPPv0sf7W5s/MGH2J5gS02N2eEvG/V846rmREp+0NAsXM2ZMMXTNJhnjBg4Lp9vs8D3Xr1VQ99RyV+C4Gm3G5YJ1wU1ldb/slf820CdD1B5mwH2LIIWC9DvKQLXSD4+4l32QSPpmmiySYQZoR3wznG1BwoMnudQvUi4vdC28T9cXHwKwvBfiXILgmBWV7NWa8U1rv6Wf8JjzUFVZvMxXQi/EfR73n2L5YcC0srWun7dIWDE3MU/lY6MpoFnZOCph0tIGUd1gLvNoRCHy85UPPiaiGssRAQBLMICwRf43zdtZxvpmoeGKCdKaG0vqGzYZ4XpfzQgIMshlqRQfeKnN7Dgg37g0zyq9WFSVmLiNm/ra0vnG7oYbdYIxXEkyaUfe5yi8FKzeAzIXOZOJPS+saex2FfDXOl8CYnGbVM6M7xvq2oHbomPlLwkYU97rK3yMo+8RQtsWx6biZGYPKXS0kwaRxbrtiwGCeWZ8jBi93uBv36OuO4Kup9IHZnkbVM6YrIgQ1aH8sq1vyaDilxMucrb19dbQQGCIt7GqvddSuCxZszJiB5agikmDSNLFNMyrOVRW6q9uXKVq34txPzLc46hv/1Ldey5lVh2vW0PNAXE/bv4gh/glQ2qAo20DTBi0A+aYn5vdVlecVWwIP+Tvz/w7wDDPToev6nLK5iyO+5vmqK24iosuiGNG1/ui1bikJxgzaA6sjCWZg+MVs3UUIwblE2EHEI4lZGF8obLm0ZO4TjeHq+l0VdzPTOWbub/q1JzwPzpu5Lq953Ui2DLcE1AkBcDmRchwxbx9Tt+RWCKpacJ9h854yEix9c8Zkx3Cb/RXdREB1hfiJkrrGqmjq+GoqmsBUGq4Og1tXe22SYJI7n2GlSYJJEciGvwsFriNGJYOjBpMiGBYtG0H00Dpr+58m3PVMxOTNflfl2wzeNwG1P7B7rftHMgzz11R+yczjzculDmZ9vUIkDP9CDP6ZGMOZMcEM+RFIhxo62D5nydLuPr3Tyw8jVRH5iKI+N0d6Seqpu7+64mEm+oMkGPMzmoqakmCSiCrXTs73rhlWqUKdBcZuOjAsMsDCTosCDP5GD1EDOZS60r8v+i6WOj6XU0S6Hx6rXs/fmbnVQVuMIrc7YhKwlprKqRqzSKkS89hEQKem8//5Q/5/bTf/ZV+vD9tV+SSDT4iln9jMKeB77O7G83q3d4qn5gujtWfgy1K3Z0K0Oi0zqw7XtOBzQP/sDXIHE2t2kve7JJjkYQlvtVMchf7YM5A3idAxxoUKX7olAAANg0lEQVQDg6B0MrgFTJ+oBM/6gPfBvh9oLHV8NRVBMJkPFM4kDNNOcNQ1PB9DttLkqvhUAf0qlg4A1rVsVA8e98jClX3rbtqFmHIEZejLSt2LJ/aV4XM5OxDFu5yIvrbXNcTcbXmrK74monDP0fIOxsQkJ6OKJJhkoNhHBtfWWoCXDRJ4+WVg3ciRetWCBSHx/wcSoGrDOb8bZ9E6v2U2ZbHapRXjz456z41mhrkp04GJ4EoUZPClpW7P7X3lil1c8+pSb6xj4aZ2vi+xamxfD+VmV+WTevRdkLBqdsTC0uuq/AeBZ4cZe/uP8hXJzJIYcB1JMAOGMH0CjJg0ir4UbDYLAa8PQt1jpHvRGjNa/lzt3MtGEDFvYjtfRiAurqqy+UuDywHsEKtPBjc78gLjqM+dkxEaI6B+FenFzWg3Zu/hsYJA+VyVVQA/1vdOhwFfqdsT9gI4ls7y9/gQkAQTH16DWru5uvwsHcpcM5eohqKbAiyZVZpdU0a0wPJfHbx7rDYMuq3U3XBRvx0MoPiqna8Q4ZBYMojIX9Jk2YrC2KP4XBVrANoyvAzy28fsOSI2wfx2PHPn60TYoqccYlpnr28YFUs/+fvAEZAEM3AM0yZBeHND12ea7NBnDzi2o/nze13CxmrrdVU+TuCoT8BdMmiRw90wLZw8b7VTpMadFWtx6aAfS8fsuW04ovDVlNdBV1zhwyiYIxihm7+m8jVmPrinnuGso2PhIn9PDIFYayAxqbJV0hEw7jZ+dCwyG5yKGHfb6z2z4lWk2VX5Nx18Sax2RPS6va4h7C7FSLFL2pMxd1oRnA5F377pJx4Ji+VZcP/Mlwz4HW5PWaw7GCGn2VVxnw6q6UUwOh4ones5I9YY5e8DR0ASzMAxTIsErqoqbh4efJx1E9HvGGx3eyxE8Wc82HDOSQepodDrMQfFvNRR3xjWG9wgB9Uinogj27MY79T0J0ddw82R+vK7KjdwOI9xhs9Rb+4OpaWm/GyNlTk9+tAYdFGpu+HOmGOUFQaMgCSYAUOYHgFxEQzxT466xtGJaGY4Y0KJ+NF3y4wWCNsgGMXyfLQdDBF3lIz2l1Lty+JJOmzxu5yfM2BkAuhZiPGdvd6zrZnxeWsqpxLzwh51faoWPLTbgtiMDFkncQQkwSSOXVpbxkUwujLHMTexyHt+l1P4S/Uyfgs7UF3/u2Pu4ovD/dYyo+JcTaG7owHEzC+V1jf+OlodX43zP2Ac068O0beOugZT4RZEat5ASH+yO2UsEX1qr2sYcoG60rpYe3QmCWawkI+z35cmT87fZ4KJOxgGqwrvNqyu8dM4uzCq+6qdz4Lwm+htKaizdn5Z/eL7wtXzupzzCDgrogzmDg3WI4fXP/FGtH68Lud8gmG42HsHo9BS+30NpoJ1NdVUTFFY8XRHqWPGXaX1nvMTwUa2iR8BSTDxYzYoLRhQmmucDzDj1GgKiJCSdrfHloiS3ulTt4Gqv0hAVCtZJrR3gCeNDkNiQk+fy/kuAXtH1IGowVH3SwCtSPUiGcoRcLvd7QlnQNdPlCAYFbSIGRaRQjYY1CePuF/G0E1kfSTSRhJMIqgNUpsN1eVnWUiZGz3kA3/lcDfGNHILNwRhyGcl/TkGHFGHSPytoy58RDix09p7R4eIW1wQTobwi7Io2M/MDqvFVXm+xnxHn6fqgAJylbgbHjAzDcYORqcGEeCLQZ84vJaJMhOAGeSSU0cSTHJwTIsUw4EvFHwp6uXpALIQrp8xpUJVFI/w7o66SyLcYa/zhHVIFIHRm1uD68ORoJCqEE0bVtewyAxgG2umnRJi7V+9ov0Tey2KZXLxnIUiM2PM0nVEInHJa2Vgdjj3hphCZIWEEZAEkzB06W+4zjV1tAX6DxGjtRF0Vafrh9U3XJ2Idr6ZFX+GRn+N3pY7Nbb+OtL9yaYn6hfC717wpcNn3dXsDqLNVVnVyfxv6sF4IvmZ3e0xHa6iaweDx0Gk2wsKtqc7Hl2bCDayTWIISIJJDLdBa+WrdoYixfMVYRTaiPcJdzdiRmFfdeUiEEfNua0wPVhS39Dv4rVbfkt15TUa8V/C9MehIB8Yz/2H3zX19zpr/6LuJyBjK6NcY3cvihnYu7t/r6v8CAWKB4zX7PWemGEkzOAk65hHQBKMeawyoqa32tlKhMJwyhi+PXUNpixcw7X3VlcsJ6JdIg1UXCAHoGwTyXlSWBv71zgWg3F0TxnGBoRwn72uwaybg9F8o8t5YYhxW/eJjcCdihaaFI8Ny+ozpuxUYFWXBDo7pm3x4LOmjlUZMdE5ooQkmCybSH+1862u5GD9C4O9pe7GhHIltc48YWJIsz7DwMjIkND9DndDxOdnkUyuubX5HQZ6Gfkx82rH2L23ieWc2Ldff03lHGY+u/u/M/MLpfWNvcgr1vSxy1Xow7rrwzlmxmorfx84ApJgBo5hWiX4qitvYeKLw02cyLtsr/MkZETWXFMxRWcSoQ3C7o4AxEz1sSn+sAh52VM91oPaH8ruD58FIBp4gmDAXNN9YdwGbeQY9xIR0S+u0nzetJ1K7l4YNs1JXIJk5bgRkAQTN2SD28BwJFS1xnBOgARebnc37paIhk2uihsVUL8sBkKWET9X4TN6pmsN10dTzZRTFFYf6fUb4UVHneeoRHTyuSoXAmwknCOmpfZ6c8Z1ifQl26QGAUkwqcE1pVJ9LqeI3bt1304GYgbf5Kp4VAH9LpziDFpc6m6oiDUo7wznhaT8knGSmAKKxXLMsDkLTIXQ7CtfGOyBMREKQvZOx8h4Q0/E0lf+nnoEJMGkHuOk9+CtrniAiE5PJsF4Z1S8Qgod1lemuD8prW8ca2YQfpfzKgau7a7LjFdL6z39ZJqRJep4q53fEmFrnaiuLM4LYrN9yHqpRUASTGrxTYl0cRRRoT4ozN97djCQHYzX5VxJfcJcEiEETa2wz134tJmB+F3ltQylywZH+AwoXF5S17jETNu+dWprYblwdcUKHQjdOaZxt9paGDGNZckuBCTBZNd8dX27IjZMWeiDvnmMkk4wwLslbs/+ZgI7Cb16Eox40g5a+dAR9yTm9+OdXr43qzS9I6DfHSkPdRZO3ZBTWRJMlk553/sOMYyBEIyvpmINuHcMXJ2030fKAR0ONq/LeSFh8x1MW1ANHjZyzlPvZSnEUu0kICAJJgkgDoYI4TZghbYCoJLu/gdEMNVOL+gXJ0ci+qmk0LIr3bZAOC6aKsKXyUKqx3ikJvaGLDgu0R2MqQ5lpYxHQBJMxk9RZAU3JXqbPlCC4VpY/KsrNvQkKx1cV+Zu3GzkZgYmkS6XueNDIipixlodlqmxYr6YkSvrZC8CkmCyd+7QMv2E3TTV+mF37FtifGav90Q09Y80VEEwzaud63qGadBBh5a5G16LFx5fjfMlMCYD/JPG1mmSYOJFMLfqS4LJ8vn0VVfcBKLLxDCY6OtSEylV+w65L8GI16MSHmWPlss6Emwbzq6sVnV2E7A2xHIHk+XLa8DqS4IZMISDL8BXU9EEplKR1L3U3Vgcr0aCYHyrnU0EDNvU9gOH2xM5Il2UDozMjo7QRoa+0maxnV40Z4G85I13QnKoviSYHJjM9TXlV1qgXENMbSXuBrvZZ+WeQ/e7nKs3OynGkc86HHyGIaBCEwqVvItsc/69NAcglkNIEAFJMAkCl2nN/NWVb4L0kSVFtv3iefnpHofP5VyGTXF0lYC6c8n8xJ0DRdgG32rHPQVMN+fXN3yRaVhJfdKHgCSY9GGd0p42nPO7cdA6XMFQ8N9bznvqk3g787nKF4KVqUSkl9Q1WBNJ2tazTxEmIZE7nHj1lvUzGwFJMJk9P3FrJyz0EzsilV/NUC8GeL3D7TGVcyhu5WSDIYeAJJghN+XhB7z+3Ir9rUHlLjA0GRZBLopkISAJJllI5oCc5urys3SoOzvqGy7JgeHIIWQAApJgMmASpAoSgVxFQBJMrs6sHJdEIAMQkASTAZMgVZAI5CoCkmBydWbluCQCGYCAJJgMmASpgkQgVxGQBJOrMyvHJRHIAAQkwWTAJEgVJAK5ioAkmFydWTkuiUAGICAJJgMmQaogEchVBCTB5OrMynFJBDIAAUkwGTAJUgWJQK4iIAkmV2dWjksikAEISILJgEmQKkgEchUBSTC5OrNyXBKBDEBAEkwGTIJUQSKQqwhIgsnVmZXjkghkAAKSYDJgEqQKEoFcRUASTK7OrByXRCADEJAEkwGTIFWQCOQqApJgcnVm5bgkAhmAgCSYDJgEqYJEIFcRkASTqzMrxyURyAAEJMFkwCRIFSQCuYqAJJhcnVk5LolABiAgCSYDJkGqIBHIVQQkweTqzMpxSQQyAAFJMBkwCVIFiUCuIiAJJldnVo5LIpABCEiCyYBJkCpIBHIVAUkwuTqzclwSgQxAQBJMBkyCVEEikKsISILJ1ZmV45IIZAACkmAyYBKkChKBXEVAEkyuzqwcl0QgAxCQBJMBkyBVkAjkKgKSYHJ1ZuW4JAIZgIAkmAyYBKmCRCBXEZAEk6szK8clEcgABCTBZMAkSBUkArmKgCSYXJ1ZOS6JQAYgIAkmAyZBqiARyFUEJMHk6szKcUkEMgABSTAZMAlSBYlAriLw/yQkS8FADfW/AAAAAElFTkSuQmCC"/>
          <p:cNvSpPr>
            <a:spLocks noChangeAspect="1" noChangeArrowheads="1"/>
          </p:cNvSpPr>
          <p:nvPr/>
        </p:nvSpPr>
        <p:spPr bwMode="auto">
          <a:xfrm>
            <a:off x="307975" y="-166688"/>
            <a:ext cx="666750" cy="676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307975" y="938786"/>
            <a:ext cx="9037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+mj-ea"/>
                <a:ea typeface="+mj-ea"/>
              </a:rPr>
              <a:t>Traffic Splitting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6006" y="1308118"/>
            <a:ext cx="6421449" cy="37817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132614" y="2386800"/>
            <a:ext cx="7081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  <a:latin typeface="+mj-ea"/>
                <a:ea typeface="+mj-ea"/>
              </a:rPr>
              <a:t>90%</a:t>
            </a:r>
            <a:endParaRPr lang="ko-KR" altLang="en-US" b="1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133177" y="4265570"/>
            <a:ext cx="7081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0070C0"/>
                </a:solidFill>
                <a:latin typeface="+mj-ea"/>
                <a:ea typeface="+mj-ea"/>
              </a:rPr>
              <a:t>10%</a:t>
            </a:r>
            <a:endParaRPr lang="ko-KR" altLang="en-US" b="1" dirty="0">
              <a:solidFill>
                <a:srgbClr val="0070C0"/>
              </a:solidFill>
              <a:latin typeface="+mj-ea"/>
              <a:ea typeface="+mj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22324" y="5065658"/>
            <a:ext cx="830713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500" dirty="0">
                <a:latin typeface="+mj-ea"/>
                <a:ea typeface="+mj-ea"/>
              </a:rPr>
              <a:t>Traffic splitting</a:t>
            </a:r>
            <a:r>
              <a:rPr lang="ko-KR" altLang="en-US" sz="1500" dirty="0">
                <a:latin typeface="+mj-ea"/>
                <a:ea typeface="+mj-ea"/>
              </a:rPr>
              <a:t>을 하여 새로운 </a:t>
            </a:r>
            <a:r>
              <a:rPr lang="en-US" altLang="ko-KR" sz="1500" dirty="0">
                <a:latin typeface="+mj-ea"/>
                <a:ea typeface="+mj-ea"/>
              </a:rPr>
              <a:t>version</a:t>
            </a:r>
            <a:r>
              <a:rPr lang="ko-KR" altLang="en-US" sz="1500" dirty="0">
                <a:latin typeface="+mj-ea"/>
                <a:ea typeface="+mj-ea"/>
              </a:rPr>
              <a:t>에 </a:t>
            </a:r>
            <a:r>
              <a:rPr lang="en-US" altLang="ko-KR" sz="1500" dirty="0">
                <a:latin typeface="+mj-ea"/>
                <a:ea typeface="+mj-ea"/>
              </a:rPr>
              <a:t>traffic</a:t>
            </a:r>
            <a:r>
              <a:rPr lang="ko-KR" altLang="en-US" sz="1500" dirty="0">
                <a:latin typeface="+mj-ea"/>
                <a:ea typeface="+mj-ea"/>
              </a:rPr>
              <a:t>의 </a:t>
            </a:r>
            <a:r>
              <a:rPr lang="en-US" altLang="ko-KR" sz="1500" dirty="0">
                <a:latin typeface="+mj-ea"/>
                <a:ea typeface="+mj-ea"/>
              </a:rPr>
              <a:t>10%</a:t>
            </a:r>
            <a:r>
              <a:rPr lang="ko-KR" altLang="en-US" sz="1500" dirty="0">
                <a:latin typeface="+mj-ea"/>
                <a:ea typeface="+mj-ea"/>
              </a:rPr>
              <a:t>만 가도록 하여 운영 환경에서도 잘 돌아가는지 확인할 수 있다</a:t>
            </a:r>
            <a:r>
              <a:rPr lang="en-US" altLang="ko-KR" sz="1500" dirty="0">
                <a:latin typeface="+mj-ea"/>
                <a:ea typeface="+mj-ea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500" dirty="0">
              <a:latin typeface="+mj-ea"/>
              <a:ea typeface="+mj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500" dirty="0">
                <a:latin typeface="+mj-ea"/>
                <a:ea typeface="+mj-ea"/>
              </a:rPr>
              <a:t>Canary </a:t>
            </a:r>
            <a:r>
              <a:rPr lang="ko-KR" altLang="en-US" sz="1500" dirty="0">
                <a:latin typeface="+mj-ea"/>
                <a:ea typeface="+mj-ea"/>
              </a:rPr>
              <a:t>배포가 가능</a:t>
            </a:r>
            <a:endParaRPr lang="en-US" altLang="ko-KR" sz="15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2738502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1BEF1B6D-EDD0-46B0-8C4B-4503BA8E5168}"/>
              </a:ext>
            </a:extLst>
          </p:cNvPr>
          <p:cNvSpPr txBox="1">
            <a:spLocks/>
          </p:cNvSpPr>
          <p:nvPr/>
        </p:nvSpPr>
        <p:spPr>
          <a:xfrm>
            <a:off x="294114" y="264068"/>
            <a:ext cx="7444968" cy="42862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400" b="1" kern="1200" baseline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</a:lstStyle>
          <a:p>
            <a:r>
              <a:rPr lang="en-US" altLang="ko-KR" sz="2000" dirty="0">
                <a:solidFill>
                  <a:prstClr val="black"/>
                </a:solidFill>
                <a:latin typeface="+mj-lt"/>
                <a:ea typeface="+mn-ea"/>
                <a:cs typeface="Arial" charset="0"/>
              </a:rPr>
              <a:t>8. </a:t>
            </a:r>
            <a:r>
              <a:rPr lang="en-US" altLang="ko-KR" sz="2000" dirty="0">
                <a:solidFill>
                  <a:prstClr val="black"/>
                </a:solidFill>
                <a:cs typeface="Arial" charset="0"/>
              </a:rPr>
              <a:t>ISTIO Architecture</a:t>
            </a:r>
            <a:endParaRPr lang="ko-KR" altLang="en-US" sz="2200" dirty="0"/>
          </a:p>
        </p:txBody>
      </p:sp>
      <p:sp>
        <p:nvSpPr>
          <p:cNvPr id="9" name="AutoShape 2" descr="data:image/png;base64,iVBORw0KGgoAAAANSUhEUgAAARgAAAEcCAYAAAAcH6uaAAAAAXNSR0IArs4c6QAAAp50RVh0bXhmaWxlACUzQ214R3JhcGhNb2RlbCUzRSUzQ3Jvb3QlM0UlM0NteENlbGwlMjBpZCUzRCUyMjAlMjIlMkYlM0UlM0NteENlbGwlMjBpZCUzRCUyMjElMjIlMjBwYXJlbnQlM0QlMjIwJTIyJTJGJTNFJTNDbXhDZWxsJTIwaWQlM0QlMjIyJTIyJTIwdmFsdWUlM0QlMjIlMjIlMjBzdHlsZSUzRCUyMnZlcnRpY2FsTGFiZWxQb3NpdGlvbiUzRGJvdHRvbSUzQnNrZXRjaCUzRDAlM0JodG1sJTNEMSUzQmZpbGxDb2xvciUzRCUyM0YwNjY1MCUzQnN0cm9rZUNvbG9yJTNEJTIzZmZmZmZmJTNCdmVydGljYWxBbGlnbiUzRHRvcCUzQmFsaWduJTNEY2VudGVyJTNCcG9pbnRzJTNEJTVCJTVEJTNCcG9pbnRlckV2ZW50cyUzRDElM0JzaGFwZSUzRG14Z3JhcGguY2lzY29fc2FmZS5jb21wb3NpdGVJY29uJTNCYmdJY29uJTNEdGhyZWF0MSUzQnJlc0ljb24lM0RteGdyYXBoLmNpc2NvX3NhZmUudGhyZWF0LnRocmVhdF9hNiUzQiUyMiUyMHZlcnRleCUzRCUyMjElMjIlMjBwYXJlbnQlM0QlMjIxJTIyJTNFJTNDbXhHZW9tZXRyeSUyMHglM0QlMjItMjAwMCUyMiUyMHklM0QlMjI5NjAlMjIlMjB3aWR0aCUzRCUyMjQ5JTIyJTIwaGVpZ2h0JTNEJTIyNTAlMjIlMjBhcyUzRCUyMmdlb21ldHJ5JTIyJTJGJTNFJTNDJTJGbXhDZWxsJTNFJTNDJTJGcm9vdCUzRSUzQyUyRm14R3JhcGhNb2RlbCUzRV5Rg9QAACAASURBVHhe7V0HeFvV2X6/eyV5xpKdAUkIK4SyV8JeoYyyYssJpqUFCiSWCRAg/IxSoJhRRqFlEywnJYwCJSSWE1YZBcoKK8xAIOxAQkhiSXa8JN37/c+5joOHxpUsyZJ8zvPw0KJzvvOd95z7+oxvEGSRCEgEJAIpQoBSJFeKlQhIBCQCkAQjF4F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0BWI+CvmTbBXrdwZVYPIoeVlwSTw5M7FIbmrXYucRQWzKA7Hl07FMabbWOUBJNtMyb17YWA1+X8UgW/MMzdeA4BuoQnsxCQBJNZ8yG1iQMBBhS/q/J7AHbW9fNL5zbeH0dzWTUNCEiCSQPIsovUIMC1tRbv6g++V4DRAFY53J6tU9OTlJooApJgEkVOtht0BPoQDBNwtd3tuW7QFZMKbEZAEkwGLwaeXVW2trltTLFitbAeDMFi0UPFamsglNfR5l/TuW3ryDZasCCQwUNIqWp9CAYErLa7PWNT2qkUHhcCkmDigis9ldk1ZYSflcdBdETYHhkaEdoAtDDjEyLlgRL3oscy+ZKzqaZiSlld45JkIhiGYKCDLih1N9yZzH6krMQRkASTOHYpb+mrdl7OoNkgHhltohgQf70Z4BaF8Jwe0u5zzHvyxZQrGKMDrqoqbi4NPaYz78bES8vcjb9Lpk59CaZLNv3ocDdslcx+pKzEEZAEkzh2aWkpjkn+1sBFAF0KwGqmUyKEWMeHrGgPlNYtuctMm2TW4dqq4ubV2sU69IsIGEZApwqUF7s9zyW1H0DxVVesIqIxm+Uy0BbUdh4zf8mKZPYlZSWGgCSYxHBLe6ufZ5x4vFWx1BEQz19ncfG50gblmgL3okfSobR3evneiqo8qQNjeiyu7x1uzzap6N/nqvQBbO8pm5kfLK1v/GMq+pMy40NAEkx8eA1qba6dnO9f43gSjCPjUUTsaHQdzzrcngqi1Bmjbag+6SALaS8yOL+Hfkyk/MVet+j6eHQ2W9frcoYIUHsRDNDiCDi2pvnzfWblyHqpQUASTGpwTalU34zyW6GQODbFNX/ilaXE7RmXistg/4xpx7OiLwFY6Tl4AnW0IjRujHvJ+mSDIi7Dfayu64cCA2TRDrTPWbI02X1KefEhENcCjU+0rJ1KBHznnngkBy3PEdDrg47VJzO3QlFOL61rWBSrrtnffTWVR4PxFMD974gIbzrqPAeZlRVPveYZJ1WwGvKwuOXuW5huddQ3XBKPPFk3+QhIgkk+pmmT6KuuuAlElyXQYTtZ9Kn2exc/m0DbXk2WV1UVj3EE1xKhMKws4kscdY23DrSfcO391c6nmHB8WNnMSx31jQemol8p0zwCkmDMY5VxNZmhNJ9d/ijrysninTqeQqCm5iLLhHG3LWiKp13fur5q5/MgHBVOBgP+IGPyqHrPBwPpI6xsl6vQj59/AjAsPLHRD/k6jsyvb/gi2X1LeeYRiHNZmhcsa6YPAb+rci2DR8Xbo868uqy+MWHLV5+rsopZ/zdR+LsgJvqktK5h93j1MlO/ZfoJu2mq9eModYMBTS8fNW/guzQz+sg64RGQBJMDK8M/c8oBrFle73vBamZoBHrK7m440UzdnnW4qsrmLw2KQE8RHQwZ8JS6PZXxyjZT31ddeQuIL45al/FnR73nRjPyZJ3UICAJJjW4pl2qv6ZyDjOfnUDHDGvoaMc98Vn++qZPnQFVrx+MD3yda+poK+kfgTEiWv8EvdbuXnxNApjIJklCQBJMkoAcbDHrZ5841tpq+ZiB0nh10RmflY717UO1L3eYbet3OZcysH+0+opCrpL7GqKTkNkOe9Tzzaj4MxT6a6ymBNxtd3tmxaonf08dApJgUodtTMnGC0yJNrx03qLvYlY2UcHvct7GwIUmqvarwrpycencRX8307bJVXmISvrzzNTToK5XU7GwdOKzSuuSGwRqVVVVWbEjuIwIMS2DFeInSuoaq8yMSdZJDQKSYFKDa0yprTOrJgb14F0WRm2yfHS806duQ4r+AQiOmAr0qUDM35T4bDuZCf9g5v5D2KZYFJo2LIn2NkJls7sXY3iMFxz1nqPjxSKe+sLYj1JgRBiPDplcVxLMIM2O/2zn06zjaCsrBxXVL3onWWp4q8s9REpFAvJ0C6mnFtctfDRWW2+181UiHBKjXiAU5MNG3N/4Vix5Zn8XrhLe1Y6vN0Wwi92M8Zyj3vOb2BUTr7HR5bywCMq/yb1oTeJScrelJJhBmNuWmVWHa6Gg8Cy2tfisw8ctGJgtSs8h+Fy/HQ90fpnIsBhYUur2lMdq66upWAOmLaPVI6A1xJZjhtc/8UYseWZ/97oq/wHos8mk0Q+DFpS6G042Kz+Rel6Xcz4zWsrq5V1POPwkwSSyqgbYxldT+QqYDwOYHe7GuEz9Y3Vt3FGUBlcRIljWRhVATXZ3g4g9EzE6f+v08r2DqvIqgKKoohiBkI0PG3FPcnYwIv8RWF/BfXydoumggG4pcTeIMBcpKz5XxRqAfmrxWo9M5h+KlCmcZsGSYNIM+PrTTxxrybd8BSBPEIw34C/bbv7LSfP6FUGY/D++/yqIDoh3aATSFMLJ0e5NmlwVNRbQnTpgi7GDYY24IhlR7N51TSwcz1t/S8Qj4xlTiPSrRtQtTokXt9CDzzjD4bf5NwD6RpBykqOu4fl49BsKdSXBpHmW/dUVDzPRH7q6ZdahHFbmbngtmWr4XeVXM5TaRGQy8xOl9ZFfXsy+VCXzFak3ZuZGxWAEdZw1KoWpTLwznPNJwR9BCCGkzHTMWzTXnHZDp5YkmDTPta+moglMhq0KgXRd044onbf4f8lUY/25FftbgpRYqAKmHxz1DeMi6eOd4XyBFHPxaJJhByPcEQB+PG58GOutun5M0bzF78fd1kSD2lpYLlzt9AMoZEBnnc8vm9t4j4mmQ6qKJJg0TjdfcMoWvvb2n34BnZksfHwyvJr7DEPxVTs1k3ehfZqS7nA39Arg1LNCVA/mvpJIuWoggaa6wkDwM+gTUMrMlDHwhQPK5FS97mw4u7Ja1dndrYuu83mSYPrPjCQYM6s1SXXChVdIRXhHkfGw2eXsYJMxfHsNj4GOjrYttnzouZ97/nfxRLzuR8dONsITAMabgYRBi0vdDYk8maPlnKknaSFdPJlbzPTVt44CWlCSohcknjw53z+hdCWIN4cvlQQTfpYkwSSyehNoIy5ffas/+JSACb0+XOAHEa82mVHmNhHMBkb8BneGbsQrSEeeTlDBSgGI88mInsd5RLCGDfAUBhMCAgT6l0b6q2D+ttS9+CUz0HlrKs5UQG7mxMjFGIKC0+33eR4y01+8dXyuiusBuqJnO0kwkmDiXUdJrc+zjivxBfJ+JEZxL8HEIXuTrciMBa1ZhbgWFv+Pzh9A2MJsmxTXCzK4XcSgYcZqRcE7pFleYpU//U+T8t3Jm5LHCYz8nfl/J/B0EfUyUZ3E3RbDtqPD/W/xWpfU0mVn1LEMoBJJMLGhTXgSY4uWNXoi8NNpx4zKLyhcHe4+IZ/pV8kMjGTsYKqdqzlzCCbsYhCEozN/quuhB1TYQKpew8Ckga4cBi//4Av/pCNeNu+8abbPZlfl4zq4n3+T3MHIHYzZNZSSelEDJDFesdd7fp3MY1KTq2KNgujWtikZaEYI1S9zuBf/Ldmq+F2V1+vQr+hrSSxCArO85I3wRyTZsyDlhUVA5AsiVVkW7kdiCpQUB7en2578caDwrZt5wkQbW6/TdT62695kaBVxPPqP11LQfexK1uibayqm6EyNXUk0+5WAxvrM4fWL/5ms/nJFzpBbgIM1ca2zyvcOdoYnGKETMf/LXt94aiL6iSPRxpppLo21Cwk0IR5z+kT6y+Q2RPjUXufZNZk6Gl7qqi7Cc4aN/0vAWgqok0vmL5TZJPsALwkmmSsxiqyWmopddKbl4TJsiGY6c0eezgfFYxgmUrS2rdWPCmnabQzaOpGQmWkafnq6YbDGoZOHz31SPKUnpQgfKIb2IhgRjQ/FnU+pu3G3pHSYY0IkwaRpQjec87txaqhDBJaKjDnjP456z7GxVBJWpBesmnYiVO1vxNhBmATHajM0fuevHO7GHZI11o0zp+0RDIU8RLRdVJkm5y1ZemWTHLkw0zRbXU+weSJmSPj8QZv0iBXmsXX61BMCin47EZL2IaUJgtR2Q9AVXa8uSdI9SJehnzYfoOhe48ZfDOUau3tRQr5fqQVl8KVLgknTHBhezqs/+ATAr6J1KY5QShgjMRE5zc/qo6TgKLOGbmkaWkZ0I+5eVvKqfSe532sbqEIi7gyBZ5uRI17+dFWdVjpnocdM/aFWRxJMGmfcW+18UCGcFukeplsVQSC6Sq7hmwJmN9c4b9AYFyQW4yWNAxzUrigILXiOY96TCXs0r6+euq8K/XYCDjJ76BS5pUpJnZQqn6dBhTQJnUuCSQKIZkV4p5cfpqjKK7EIpkse6QR+h4HRBIwbiGWrWf1yoF6AGC+ErPlnD7/3sVVmx7MpSNctBDotbH7tKIIG8vpnVr9sricJJs2z53M5A0jECTHNemZ1d4T1FsYfYgVT59lVZd7WQJVCyp/AvG1CY9ZCRznmxZdTKqF+srSRJJg0T1yziOEK+qMIiCRLChEQABPPdLgb6/r2sto1ZUQ+lP9TgHP6+hTFo5GRiaG+cYdkWmDH03821JUEk+ZZWnvBKVvktbeL7bs1zV0Pze4Y79lJmQL3orXtrsppnaRfoLByAIMjxrwxC5QCOqPE3fCA2fpDsZ4kmEGYdW91xQNEdPogdD1Uu+w04sowVLOXt7GAEo6adnfD8Fj1hvrvkmAGYQWIXYytrW0ZEY0ZhO5llwNFgKCrujJrWP2iewcqKtfbS4IZpBn2VTsvB9H1Q968f5DwT7Rbw2iasdRe33BgojKGUjtJMIM02yK/M7H+YEwz9EHST3YbHgECvCXQdpTpYs2tEEkwMXASnsq+6VPH2YDdWNWDsZ4+zcAuZPpdlXMB/QwMwZAKZjDKzDoUtKjKpOI5Cz/KTP0yTytJMH3mZNXsqrKi1sAlKmgqE7YnQGFmAndBJf6XSMWoAx0K4xMQnizxWm82G/KyKzbvsncJyp6ZtxykRtEQsFksBxfem7xUuEMBbUkwm2bZP2Pa8aSEbtSJdjFeG8zEhBWmLCQM+ykA0Aqm0LzSuiV3RVs4flfl2wzedygsrlwZo7h10UG3l7obLsqVMaVrHEOeYDaFUbgTjONB0dOhxpwUNvY5K8DqxSXK8JfJ7e7leOevmXolWL9OmtjFRDJjKhBEgkhcWur23J4xSmWRIkOaYIRzm0XRnwZjRFLnTBAN0ZetgVD56PlLvvhy1nHFozvzzgox/pH62C0EKijoOs51dghf36QOLR3CyGIB8gqAYAAcECYsg1MY3GoFTU3GvdvgjGDwex2yBCN2E8z61Ykm9jI1dQxxe3M/KbqXdHV2qkNZqqPHwXrIUbDuPtFQT/vuKwSXvYngJ8uMjzXjCxFsh/0Glp33hLrlWOjNPoRWfIzQsjeg/TTgcMWmh298FAotLdFHHtl3F2paiKxoIDAkCcbrci5WgBM3eyizcXmbGjCMe5rUrjbxFz//5OmwHXQkYO3vgaD7vWi94xroP4qAeplZ1O13RMHva6CO276fghwKob3uZgQ/ejflyuvAGmhKddm8RU+lvLMh0EGKl37mIeitrryGwCdsCuD8jaaHniCydOSx4hU3MAHQ5i9UoWCHppGVmMaD9clEJIyrRmba07LtiBOQf9IfQZbI7k3aF8vReue14AzcydCIUSia8X9Qt9sx8oIJBbHxhkugpZgkdfDnpWP23o1qa0OZt3qzT6MhRzAtM6sOJy2Y12nJ/yyemCFiate5po7Op1CFzspVAMZkymVt8VW3Qd0qRrSBUBCtt9citPLTjFuleUeVI7/qzJh6dT69AB2Nj8SsN7AKzLqmTpE7mIGh2N16yBFMcmAD/DXOh3TGKQTjSXvQChUUYtiN9RD/jlqY0fH4P9H53ycHTddIHRe6LoF14kEx9Qq++zra6m+NWW/AFRjrNWv+PvH+ARpwvzkoQBLMACbVP3PKAawpLwOUNwAxA2pKefko/ut9UIbZY8rpeGI+Op8XucMyqxRddB0sv4qd9SOw9GW0339HWpQnoteDhcHfjuhKhqewy5WPOneHuE+T8V/MT4EkGPNYha25sdq5V5Dw/mACWTT7Wlh22j3mDmZj7fnQfvphgCNOfvO831Qif2rs6BXt/7oPgf/9J/kKhJEojOsY+JpZ/4QUZRR0TADBz4wfFPAPUJQW0SykBV9UlaL3He5/f5UWxbKsk8H8LrIMqsjqeqsrFxFx5WANSFyOFlZfDGX4yKgqhD56B20P3A3e2DxYqvbrV3GUoeiym6GURTdF0r77Eq23XJEhl9TcZVIpCrFIWyLeITUGtxPTh4qiLCiuW3SP3Omk/AE1Y9ZxShURzovNLqeXgZKUdhRFuGWHnWH7zVRYd90bUCNfCwXf+C/an5gPbjX+AA9qEce6oouuhTJm64h6iCd2beWnaH+sHtziH1R9zXQuwjmIpBAAt4LwtqpYrxs2Z8ErZtrmYh25g0nSrHpdlfUEnp56q5fIClN+IdRf7QZ17NbgQAB5hx8LZdTofg0Cr72AjoUPgNs2Jmn08YuhEgeKzr0C6rb988cF3n0dvPZH8MYWaD98i9DK5V0HluwsRqaDYGfINeJB4z5nSBVJMEma7g1nV1arzHeA0WWnnwFFvCwVzboK6vid+pPMW6+g46F7B+XIoZQ4UDjzT1C375+DLiguch+6B8K4LpcKgToooOxdMn/hilwaV6yxSIKJhZDJ3/2uyie5y4AvowrlF6Dw7MsM8/u+JfTh22i97+a0+ispxSUonH1NWLudwGvPo/3hOdm8W4kx96QT8Q32Oo+woxoSJasJRsRu2aq1tGOw/UXWn37iWGuB5VtmWDJx1YijU6HrYljE/UyfEvrsQ+N+Q4/L16fvsjF3fKGiYSi+5K9QRo/rp0fni0vQ2fDwoOyo0jlnRAhpuj6rrH7xfensd7D6ymqC8bkqrmfGuNL6xj8OFoCiX5/L2QCGM9U+RwMaY34Bis67EpYJu/QTI+45xM5B++aL3r+pKtRtJ8Aybjso2+wAKiruMugj6gqD012YobduhP7zGmjffwV93U/QVq8CQsHNVcSFbuHsa437ob4l8MISdCx5FNzRPqAhDn5j6gA4SMAGJu7QdTJAElfuTGwjUop01tZayDJvWN2iqHGDBn8sydEg2wnmUQIdWeL2bDlYT4LfnDHZUWpzrEupV3Zy5hrCKK/wgqthCXMnI0im86nHoX37JWiYHdbd9oa6wy7GC494So6n6OvXIvTlZwh9/B70H78FCopQ8HtXWEfGwMvPoGPRg12hJbKsiNciBfCzjhW6Qq9B549Um77efu/iZ7NsKClTN6sJxu9yLmXG/jrjtLK5nodThlIUwSKhPRFOG4y+E+nTIJnz/wLxrN2viJ2I3xs3oUTVQ+x0dA1Q+58ejSfzh+eAtey60CWQrrP+MCnKw466hucTmYeh0iarCcZX7fwchB0HKwnWylnHlYzozPuJkDkvR6YWbl6+8URsxjzflLwEKgVef9F4Lcq252cGfCEou4x0L1qTwLCHXJOsJhi/y/kOA5PErGmEO4bXeS5M5ww21ThvUBiXp7PPZPVFZSNQePp5YV+XktVHJDniGNZ2383QvetT3VXy5YtLWi10yvC5Tz6RfOG5JzG7Caba+RQTjhfTQoAW0kO/S9fEs2vKCD/U9wBENkPN4PVi2f5XyD/FBXXr/gGeUq62phk+RR1P/juj3BZMj5voUUddw+9N1x/CFbObYFwVdzPo3O75I9DP7VrgyC3nPfVJqufUf075sRxSnkl1P6mQr249HgUnnwU1zItSKvoLK5MZoa9WoH3eP6A3Zd1OZoPD7UluHOe0AZ/ejrKaYDZMP3GGqlrqe0FGWMUh5dDSeYtSGh8yWxPYi8BUBWdeEDtAVZrWob5hHTbeegW4STzEZU1hnZXzymRu6pgTltUE01FduWMHsciy1ysei9jJ/JzXMWHCXc+kxG3Yf7bzNNZx/yYTh5ggZ0oFZeSWKLrgaoh/Z1LRfU1ovfUKw34mWwoBb9ndngP66ltbC8vhL0+2TJ7cfyQLlo/UP911gX51LfTBMqtIN75ZTTAvTZ6cv8+Ojle7L3p7gicsJsG42+72zE4GqN7p5YcpVuVPuo7JJPyNsgw5stpQfNU/oGwxNhlwJF2G9tUKIzB5FtnDaKRqh+iaZT8CHwHmnUDKKDDbjfgNYYybxZIRmUEhwjoQNWma/prFynfa5yxZmnRAM0Rgln0m/VFrqik/W2FlTkQ8GesJeKykuOQmuu1B096s66ord7SSfgQznagQDmSGsDYT3vhZWay7TUThrCszV/f2VrTe9zeEVmRP2mci6MwiIgwL2+b4sTUyTpAu8i8R83KLqj5RVKDeT7ctaIpfWGa2SACVzBoIV1UV+0uDqzdlCQivnJhIBe3EWMXE70PHtyqUzqDCm8PwM+sBYioj0HYKMJ6JxgBcnG3HoEizQ8LJ8PTzQKPHQi0dGTa9yWDMrIjxIi55A2+9gsCrzwGDmGhtMMbfs08RxgqAn4jvCUK9JxdsbbKeYMQEbahxXmdhXGnO5W6wl9Hg9U+KApSNgHXH3WHZY5IRLkH4Fonjk/AvSksRZ4fODmi+DdBWfIzgO68abgWy9EBAHKJA68B8Q+nc7E5Zm6ZVldrlIy7WLljt/IaArVLbU3ZJF97TyvBRCH74DtgfZtetWiDsYSx77QfLr3Y3Ln+FK4FRkkU43ZcR4ln6848R/Pg9hD79ALqIDRwhiFS+81TDCC/4+ovgHg6T2YV+crQlpqUlHcUV9NBDPydHYnql5ATBCMjWnn7sHnn5+cty5Ugz0GUgIsYV/+X2rmwDoSBEOITAGy91fdiRii0PqnBuLBsBdZsdjEBVIs6vIUPsckwUcUkr8klrn39sRKPj9T8j9ON30Nesiu4WoFqQd+gxsB56NNSx24DbWtF629XQVn1totdcr0IbdZ1nDpa/3UDQzRmCESD4XOWXgpWbsvcq9pepJHtpV57m8TuBVAtCq79DcOkr/UMqRJj9glNnwnboMb1+FR+/9uVnCLzzGkQA8IhxeUVMX3FtKTJFWqwgq9XwsI4awpl1cDDY9Qokdh0d7WBN63J0jFDEbkkc06x77w/LbhOhlPVOminuZdr/eXv09U1kZIS07rW/8W+y2RD471PGnU4uFQJpOvMjpfWe2OkXMmjgOUUwm0kGyl+zIXxC5HVARoAo694HAOLeZFMRyeD1dWsQ+uhd46ihr/4+7K5AxG0pubEe6D7u9OlIpI/lpvXQ1qxCaPn70NeuNo4kvH4tWNdTtjzFXQ8NHwl1y62MWLzqDjtDHbONEWcmXNF9G9A25yYjhETfIo5zwlnTsuf+sGy/I8Ql9uaiaWi96zqIYFrZVHp+jH3vE40Tq7gEZrxur/ccmi3jyjmCEcALM36ElIcZGJ4tE9FTT3KUYdi19/xyHxJmEHrTOoRWfIzQB28h9PUKcIvIEtC1LPOOcSJ/WhwxuAKdCH3/NfSfV3cFi/r6c6CzE3qnkWesi3Q628Ht7eCOtsg7ksIikC0fIkyn+BLEDkjsUsRxTexUlNLhRjS7mGlue/TQMxeSseMZvxOse+4Hy467QRnTPzJed9PgsjfRVve3zJl+AYgCDYxOYmwk4rU6k7hX0Znoe2L+2kJoDxFbmKEpRGWk09Y62LCKJMK2DIxl4Kd2aAeMcS/JCv+KnCQYMSFcW2vxrf5gLoDTSDxSZ1FRRm6B4tq7oiaz7zkcQQrBt//XdSwIBVF04TVhswnEDYGuGcG3SQsZT8naTz8aux5xBOl1vFJViPzS4uNXy0aCRCYDccSyWgEaGPTB95eifd5tsB4w2fgnbBybMAMz4g3fe2PcQ052A4K4P9GXWVUs6WjXHh1qmQVylmC6F8ryqqri0fbOv5FCZxBT1ljgFp77Z1j32De+9R4luFN8giLX5vY2tNffiuDy9zdXEqlRiv98a+z82MlSwoSczqefQEfjv0zUTH4VkUGACc/k6/hTfn1Dnzikye8vkyXmPMF0g89VVTZ/qTJOQeBGjTCRmLfJ9BcncdTJO74qoz5cgac4eogjSHcR7geGj1OMzJLp+BD0Fj9Cb76EdhHgUFwyp7EQ4NVB8x0B+7U0f74vjV1nbFdDhmB6zgBfcMoWGwOhnTQtsJOqKmNCGsaAmXQFW6tMowj65viODEX4NH3NJDKD0lRKln2ImSVBBMUx3LjMtB58pPF8KyLzD3Zpc9+C4Htv9CIYseNStxgzaKqJJ3FxnAq+9QpETOA0R8rTSv9fwAAAIABJREFUGXjIUVBwGd3x6NpBAyEDOx6SBJPIPLDLVeindWvBhvtA2ot4aVHGbmtka1S33xGKvSxqitiUKcjctYN5/xf/PLGDKb7oWojL6XQWkZkytPLTrovuFR9DXHwPRiHgC7vb0z+L3GAok2F9SoIxOSHe/5u6DbXwSuAX/yWTTZNeTeQ5su1/GCwTD+669IySizrZnYuPuG3uPyC8nzcfkUpHdOWYDpOmNtn9C3nGMeiDtxF840WExIvX4JcvHJJgws6CJJgwsIhk9j3/s4jdIV6lmtd8sJG5d+yZwV7bZC+D7aAjkHf4caDSFL3Kd7RBW7vGsKo1jiJv/Ld3WAUi2CYdAnWn3Y28SyRekkxa/saDn0gO1/H0AoSWvZlRCdp0xmdl9Z7+CafiGVyO1h3SBLNx5rF7hLSCWcw8CWC7QjScCYWGxUKPQoYJKwm3/IxdBsLvyPCWTtIxRV+3FsFP3kXo7VcRWvW1iEnQlV4kWhJ6cT8lDAMVxXgBs+xzIGwTD06OX5OmoflyV3ifqkGeFUkwkSdgSBHM+nMr9reFqEIHTiWdRzKRVXwSHNUGfpBXr8nuhfFZwRnngwqLTLYIX01b/T2CrzyL4AdvQ2/2DihvtTC0U8Zth7yjphjGcWb9mSINoPlPM8DeDQMaXyoaS4IZ4gTTVDPlFBXqLJ2x56YcRjlHrOI5O79iAIHuO9oNQ73O5zxdrzDJLKoKy4RdDevigWQxaLv3RgQ/fDuZmiVFliSYIUowvprKo4n5Bh3YJ9useeNd+QVnXQjb/ofH28yoL+5VOp6Yn3LfHbLlIf/k6bAd/GtAERmb4yudTy9AR+Mj8TVKQ21JMEOQYHyuynowT88Fz2oz30jx5X8zEtXHW0SMljb3renLT0SE/MpTkXdMZdx3M8F3XkPb3L/HO8SU15cEM4QIRrgGjHWEPgPxkAk+RaqKoiv/YcRyiacI/6W2ebfF0yQ5dRUVecdNQ375KXHJEwTT/mgduHVjXO1SXVkSzBAhmLUXnLJFXnu7OKTH96WlegWmWL5h6PZ/10HEkDFbQl98gnb3rYZNyaAU1YKCqjNgO+IE092HvliO9vl3QORSyqjC+MJRLw3tws1Jzlx28uyqsubW4DIGhI/RkCrW3fZBYfXFQH6BqXELj+j2+++E9l3/OCsRBQi3hS3GGrFbehrZifoiPIOIgCdenYStilkzfRF+oUgc7UZHDrvQUx8jf9LNl2VcJkgCrSupa9hSZBkwNQEmKjFDaa6edqzOvDzVSQRNqJNwlZwhGJ/L+Q2AbRNGIkMaiiDcIm4KCooQy+9JhFIQYRPyK0+DdeJBpkYggk21P3Sv4bNjulhtRvArpXSEYWwnYur2LgTrfodCHTOuK0PAa8+bft4WaWyLxO7LJDl2LHwAoU+WxXyOZxGi37sBgpSiRdUzjUHUiszEeKSEtnCR2x05YI7JzkSmjKay4CKFsT3ZtKMddy8RazsrS04QjP9s59Os47jIMyCWG20kcCcDbdBpJam8Xhf5bHTkESm7ieBUBIiwaIrIcTMYRnXWPSYh76QzU+o0GPr4XbTOucm0pzEVFht3JSJQVOvd1wPBQESYlS3HIr/894ahnRHsKZpRXg8pha5LTBNkXF8Zs+H13eF5GPrPa+JqmlhlbobC9fYtm6+k2pc74pUhLMj91RU3gGgWgEKxVkvdnoEZNsWrRJLrZz3BeGsqp5LOT4R5LWoV4QVDrN07vCD0Eu56ZiNqaxWqrQ0ZrgC1wlq3FqitNdJ4drsH/HzBKSMLOjvKdY1PhsITwWT+YmMAkyPi0Radf5XxIaes6Dpa//EXhFYuN91FwannwHbA4dh402XGc3asIo474tgj7Gk6n3rcFMmI41XRuX+O6w4plh49fxfJ3EQA8TSWIDPeslmUmwrnLHomVppY33lTttMDymUK6FQAmwmFgQdK3Z4z0qh30rvKaoLh2sn5vh/tnxLRdgYywiRXIb/O+KcDI68cyHbVIJzZVY7OjaERHeBpAJ0D8NhUPXtbJx2MglNcvWPLJnm6ta8+Q+sd15pOzyqcFwvP+TOUEjuaL+oTa1pRoBQVg9vawCKwd/duRVFRfM2dhi9S6+3XRM9i0HMXM+tKiOyTqSgi4l/LlTNTITq6TLEeCUFmWsukNwGkEeNnVrgFzNsTlCKCEQpTpGzo9S0yod2qqAcUz1mYPakuw6CR1QTTfHZltaaze9MgmIgW6CG6NBWXYuurp+6rQPMoRsbH5Bd13HYoPPsyKCO2SL7wTRLbH74XgVefNy3fOukQiOwEIjdRy8VnGnFpxEuVuBsysp7m5Ru/CQM6BALQfvgG7Pei8Lwrjdg17Y/VI/C//5jqz3rI0Sg87RxTdeOtFHj5GbQ/6o632aDWJ+D2ZOVVH8yBZDXB+GY434CCAwHSWadLS+cuSqkVltflbCDAmaoJy/tNJfJOOLnrg01yYCvhqNhiOAt6Tasv4uzmVZ4GYkZL7SzjnoQ3tkAX/kAi+LdIVaKoUIpLjMDevLEZ3OwzCEb4RHV4/oXOZ54w1Z86equu3VISQz6IC22RpqXtvpvBHe2m9MiESgxe/hV+2G+S+70BXxgP9niylmDaXZWHdEAXQVeHWwj7Datr/DTVYG6sqbhYY+WWVF4Aq9uMNyLmGz47Ii9RNKIRH3ggAMvW46NG2Be4iOfjjbXng9n8S6rtwCNQIHYVqgWdSx5DxwuLjXxH0Ypl5z1RdGGtUaXt7r8i+PG7pqZFHKkKzrwg5mWv/v3XCP30Q8RwEN1ZENi3AaEvVyD44VumL7RNKZriSgR0UkDdq2T+wl8C7qS4z1SKz1qC8bkq/wnwEapqPWPYnAVxvLkmDqf/bOdprOPBxCXE2VKQS9QIEV0/Gvc3IlRDhDxIoo646Gy745q48h6JGLuF5//FyGMkdgOtt9caO4JIpecxTwQH33jtBXHZrOSf+FvkTfldRPniWb7l8mpjlxTdAT5zw2pEXQFGrhf6rcPdsCDOlZKx1bOWYNbPmFJhIctOjvqGm9OFblfg8GBnuvoz24/Y9RTNumpT9sXwrYw8Qe5bYr7qiJi/4rlc3Wo7WA6cDKVPDODAGy8i8Opz0L79arN9iQh0ZTtgsmGVq/SwJhbpX0Xys9DnnyD4/pubiCHyqMTxMJr7AHvXY+PfrzJyN+VaIUJIgTprWN3C+3JpbFlLMKtmV5XNsy9orq1FKJ0T4qt2doKMW/+MKcJWRaQNEfmUwhWRKzrw4pIuT+QotinW/Q5DQcUfuiLjRQrDqWmbM0KK4491171h3euArr7Fka5vEQZvgU5wix/tj/8TIl9RpGI7/FgU/L4m4u+GY+b9d2RkTJgBLoY2QL/G4V6cQZniBjiiTc2zlmCSM/z4pXhdFd8RKON8nYZd+Q8juFOiBGM79GjkC3IpLgG3t4IKiowdR+jblcDGlq6Ur2O2BhUPMy56RewY4SwpMjYW/K66665IZIP0rYf2/TdAYaFxlyQcMYV1r7ACFulpOx6p65VTqae+sQgmsPRltM+/M+YuLP5ZHbwWzPgOFvXC0jkLPYOnRep6lgQTJ7Zel3MxMab0tlqIU0gKqouXG+vuke1Ioh2RhBtA/u+qoRQUIrDsTXS+uAQFzj8AgU60L34U+pofDI2FEaAIaiUIo/PZhV1HHiIUX36LYb0b+O+TRs5ssVsRz+0ilQl3dhikIGxcbEeeCIRCaH98HkIfv9cPhVhHpMALi9G+4P4UoJd+keJ2TQO7O6BfmS1pYBNBSRJMnKj9PKPiTJtKc/vG7Y1TTNKrC3+kvGOnRj5eRLrkFQRx5T+MJ+eOpxYYKUDEMcp26DGw7nsoAi891StFiXhCN3Y5zV4jraxBPCO3hL7h517+R8IxUhCMJry2H55j1BPpVkRaW0FQrX+7HCLtSM8iyEtE5otU2h+8G4HXX0w6dmkVSGgnYGFHfsHFWwyBHEqSYOJcXSK7QMvqD1r1LuvLjCniklU880YqkZ6pRVaCollXIvDmS8YOpPuORjhcFs68HLpvA9rqbgFEwG/xYrXbRFj23Nd4+hUvS8JpMpwLQb7zD7Bs/6su0vr8481qiYtgy857IPi/5xD85JddjHB2LKy5FJZd9oowBEbLpdOhx2HHkwmTQ0Q6s/4Ng16zEP+tuK5xRSzXgUzQO1k6SIJJAMlM9NyORTCRDO3EUUYEf+p6GeodvsF28FGwHfRriEDgwmhOeG4L+5z8384wyEPsQFqEbU3PmDJEBkkImSK9SOfLz/byZhZP3iJLpe5vQuCFJZvRt4zfGYXn/Cmiq4TYIbVceU4aPKPNLwiRcA3g5wF1vaJy17cUAgKk6QpxE7Hlp5BV/779Z9vKcQsWNJmXnDs1JcEkMJf+syvfZJ0PSKBpUpuIC1SxAxFHGUEEwps5Wml/6B4EXnuhVxUaVoK830w1jh76mlW9m4v0I/sdZsjmZj8C7/wPpFqQV/F7wzZG7GL85528+WikDB8Fyx6TYBm/k7Gr6XzlWaC9jzGqLQ+2g4+EeMLuGTLCdnQFCk6K7Ncn7nva6m9F6OsvgFAwqTgmIkw8xmnFoa1G3Pbkj4m0HyptcppgRFwNWrAgqfEVReoTa1B5msHpzZPac0UKR8Mtxnbdk+wxEcrI0abWqwgwJexI0NkzkgAh74QqhJa9AW3TZW5fYda99oftGKcRqkFv9sO6y55dOw1m+C/4vXHfrWwzHqKeeC0Sr0vBD9+JuNsQtjbipQr6L1bFRRdcHeV41KWRcEUQl8MBkavpq8/6jMMUBEmrRIT19jrPyKQJzFFBOU0w3pqK5aQrn7NOs5PhAOk/p/xYDinCuWZQYnSIewrLr3aH7bBjYNl1n4T8lYQ1rjB+61lEiAVx1yKsbyMVslhg2esA5B05xSATsXsSpWPRgwi88V9j9ySM8oIfvRv3MUY8Zxed8ycjyJbZIgJJBd99zcgyKY5wZmPPmJUfsx7Ro466hgHkiYnZQ05UyG2CmVHxCil0qDC3Z+JPVCh/L3E3PBDvzPlcvx3P3PkgEQvHyrRjJo4jtqPLYd190oBjpoQ+ehet9/UOOCVcDISXdKygTOJupXDG/0FE3RPGc+JFyXiGfvAehN5fGtXPSRm91ebn7r74F519GSx7J37iFHqLS2qxc0p6Tqfwi0ULMCaNqvf0De0X79LK+fpp/1jSiWjzedN20gPaMgBGsNpNHiotpOMTTcWLwVDw31vOe+qTcDp5XeVHEOhIguJi8IgYzi8pGZZwHMw7usLI9wzhYZ2kIgJBdSx+tJc0yx77QvgeCWdCcX8iiKO7KFuMMchNXNyKXU7gpacRXPGRYXcjLoJpmN2w0BX2M8JmRrwuGUXE8R09zojQJ7yZ++6cRBUj5W3NpVH9qEwNW1gMt200fKU6nl0ITdzVpKgwc6uD1AnkXpSOMHkpGkV6xOY0wQgIfTOm3gtFDxNtiHQQd4KxEYQOYvqJwcLW3QFGMRQUgTl/MHYsQm/b5OOQd+JvoQyzJ30liLuM1rpbDBuV7iJ2McrYbbriAYvE9eIiVaR+FfFfxD95BUbc3M7/PQvti+VdRxJFgbrVtrAdfpxBEJrICClCNnS2G5fCglSMf1r8YWPjihAPxZfdFD0Gjq4bNjbC1sZsEZkS2u68Dtr3X5ltkkA9+lGDVq+z+ujI+obUsVkCmmVSk5wnGAG2v9r5FhP2yyTgo+lifHhX3ArFMdyUyuK4InYdIhi3eGomRUHhzMtEeL+I7cXH1zrnZnBT7xQg4vijjt8Z6lbbGAQjFoje4kPos4+iHqFEyE9BNjRySyi2PGg/r4H247ddWQbCFCM8w/TZRjDxiEXE1H33NQReeRaW3ScZmSvJ7og6rm5ZwaUvG35LqS5E5Nd13OEI2m+j+fOFm7csPRAYEgRjkIyr8m0G75sNsy+eeQtnXxMx5snmMQSDxtOxuGTVVvYOh1N03hXGRxmtaN9/bYRgEPYtaS2qirxjYydeC339Odruvn5zojWRMsW63+GwHf6bmKlOgh+9g7Z7bkjbsBjcSkx/ddR7bkxbp1nQ0ZAhGDEXXlfl4wSObIueIRMmnoCHXXuPkYOoXwkFEVr+vmEYF1zxccQo/+r4nVB80bXhPZx7CBUvMO2P1PUjqJRBYctD4SkuWA88IkYwLUbrrVcgFC7+DBHU7SYYOxrLpEOhFA/rp+5gpZlViJ8oqWvM+DWWsvntI3hIEcwmkjlfAdcykJZsAYlOpLhAzSv/fVdkO5Gg/ruvup5l330d7G8Ca1pM0XnHnQRhsh+riB1M5+JH0fnyM7GqDuh3cYwqnHWlqRS34lVIGAYKY77IhQCbDdY990XeYcdCnbCzcXwSr0qtt/wZuhGYKv2FGfNK6z0z0t9z5vU45AhGTMGGc343Tgl1XEegaQCH2SZkxkSRo6zrY2TuetnZ2ByXvQflF6Lg9HNjhqHsYjDNcGoUMXS11avitmWJhpiIV2PZbR/kO081XqpiFUEMrTddGl+K2MIiI9C4Omo0gp8siyv2cCx94v1dvFYqpFxlr1t0fbxtc63+kCSY7knsqK7csQOoZugnKQqNZmbbYL0apWphKWPGoXD6RcYFrJlixID56F10vvy0sRPo+Vxtpn3POkZK2Qm7Iu83Tlh22MUUtKI/kcNI+ybbH2bID9gmOtz/TuVTVrxTkvb6Q5pgeqItjOkIwdPA+q918HgQ7AAVCIBEpseeReQJJZ1COuBXCM0gflNn2ouYd8u0ODFCb3HcKph+kWEgZ7qEQgh98QmCH7xteEMbr03Cg3qTV3VYOYoCsuVDcZQZZv/W/Q+Duu0E012KWDFtc//eKzyE+caZV5MIt9vrPLMzT7P0aSQJJgbW3Rkfe/1lRv8k52svOGWL/PaOTwfVRynKWNQddjai/Yvn4USKvrHFiAEjAlcFnvP03tkQGb5KtokHQdlyq4SN5joWPYTO/yxKRL2MbEOAz+72ZPRdX6qBkwSTRISbXZX/1MFnJlFkUkUJy2CRPVJY5iZaRE6k9rl/7/W6o5SNQOHsa437j4QKMzqeehyBp5+IvkNKSPjAGolg3NDUimBeaIOi0wRotIcqXEaYJjGEIWbkQswdKujA4iHsUiAJZmDrb3Nr7/RpTqjaI7TJLSFJYpMuRvgEiRi6lp32SEw2s5HYXlwIdxfh2V00u9bwpI67hIJodd9i3Puk3WEx5u6VRQLze+zuxvN6VhUpizeusW+vsrJrELiRmbcPl1JYRHSwgC4a5m64M25ccqSBJJgkTGTLmVWHa9bg0wDiuORIQscJihCWwvknnGy4IyRSRPqT4Htv9CIYER5T+BzFU8TzuLhzCX3a27s7HhmprEuET+11nl1j9eFzVVwPpnNBcPSvS/c73A1nxZKRq79LghngzIo7Gl915U9EHPv9dYB9Jbu58CEq+O30yClKInSYDIIRl8atd13fFWohAwsD7SE1eOjIOU/1j04eRt/VZ0zZqdCmPgJg714/E9501HkOysAhpkUlSTADgFnE5/WveX8VmMx74g2gv1Q0Fc6N+SdP7/IJMhmJYkAE09mBzucb0fHsoohWyKkYZ1wyWUChXGN3L+rKgRtH8dc4lzNjl+4mDP641N2Y4Hk0jo4ztKokmAFMTHNNxQKd6aQBiMiYpurW4w2rXyPodgyiSYhgmA2fKRGgyjAYzODCxP9zjN77SKqtTSipX5OrYo0C2lIY3JGuP+qYu3jIBqaSBJPgQm+uLj+LFapjJkuCIjKvmcVqGOSJ9K3CQI5s4Z+04yWY0Kfvo/OlZyD+LWxdMr3ooEPL3A2vJapnc03FFGbFw8zERLeXuhsuSlRWtreTBJPADP502jGjCgoK32ZgmwSaZ3wTwwJ3+x1hO+QYWHbaHSKG7uai612vPn1fkS661jCw23w0EPFzv1qB4DuvIiRM96OE48w0QEIdoa1GPDiwYN6+6orPmGgsgy8pczfWZdoY06WPJJgEkG6qcd6gMC5PoGnWNbHssLORtcA68SBAtRixe9sfq4f2+S/BqkTqk6Lz/2LEgkGLv8vb+7XnDYLJxqIS7zqsrrF3/Is4B7JhxoknkaIeFSwovHooJFiLBI8kmDgXjqjuczl/BpB1r0YJDPWXJkSw7rIXaMzWCInYtz0SoIlodiL8gshZLeKwiJSz2VwY+q9L3YtfGugY3nVNLJzkfi9yJPWBdpAF7SXBxDlJ62dMqbCQ2hDOsKqvKGYGEX2lQX8Imv6jRbXcx0BXOH5ZMhYBZrq2tL7h6oxVMIsUkwQT52R5XRUfEij2syNhPan6aSWj9nmh+zVCWPuSqj0u/A/j7FZWTyMCDFpQ6m44OY1d5mxXkmDimNrHq6psR5cG2yj6LiTIxI1au3ZhuItCn6uiBkx3gjIrt3UcMOR8VWb+tJ30w8e4l6zP+cGmeICSYOIA2D9j2vGsaE9FbMLwWS3KqUVzFkWuI0J31kyZRbp6qySZOMBPZ1Xmjnwoe+bLbAEDRl0STBwQeqsrHiCi0yM0WddZULC72RcDb03FmcTkFqmB4lBBVk0TAlZVOTHWH4o0qZLV3UiCMTl9L02enL/PBMcyJuzctwmBVpaM2XOXeC0/m2oqphCThyCcdmXJLAT4MYe78ZTM0in7tJEEY3LO1p9+4lhLgWUluCtL5ObC8NnH7jUyXnLpbt86c+oJoZD2BBNFjS1iUk1ZLQoCIlecSXcrkWv4h+d8lvEnL1iwKU2lhDYRBCTBmERNxO/tJP6Ee7wAiYBCwWJthxG3DdDq01XxGEC/NamKrJYAAjrzCkVR5oP5CgD985z0kUki7LmKP5bN8TycQHeyySYEJMGYXApraip2yWf6qPsFSTiysYYby+Z5/mxSRMRqfpfzKgZfE8ff14F2OaTaE6gDauiIkjlL3m6uqXyUmU09QRPoHbu7IWsygmbipEqCMTkrLTUVu+hMYgdjYMaMtY56zxjxl86kiIjVvK7yhQRl6kDlyPbhESAgGLTyoSPuaXzr5xknHp9HlgY2ZSZAusJadUn94n9KbBNDQBKMSdyaXJWHKOBXRXWxYHXov0mGObmQ56uuXAXirUyqIqslhAB/Za9r3FE0bampbNDB5WbEMPCDY8xe2yV6x2amj1yuIwnG5Oyur566r4X0t43dC+ApdXsqTTaNWc3vcnYwkBezoqwwMASIL3HUNd4qUtQAnR+ZDXFKoKfs7oYTB9b50GwtCcbkvPvOm7IdBdUvWIeuWqzHDJuz4BWTTaNWW39mxf6qlZbKiUgGmjFkEP3QmZ8/SdgqGUclxfKUuEszU0SOo5W86oqh7rxoBquedeS6NonYateUEYVQPgPR+/Ym64mUpOdLf7XzaSYkFn3bpO6y2i8IhEi/akTdYiOlq9flbADgNPsREPCuolovTtYfl6EwL2axHQpYRB2jcL0fj3GvaazUjKhf9E4yABHJ2vLaOsT9SzzOjxqI1ExL8ZEMPOKVYYSkjLORyBRQUufZvfty3lft/A+AY0wLIrSD6bHOgvzLR60OeZP1hybOYWRN9XjnJ2sGlgpFfWdPvddx36JzkiXbN6O8DoriMiuPdf6flodL1QBVg+gsAg/l+ftC15SLFAvvBuabzGII0MagGpjcM1vAJheQ0+LiKwYzkVez6seL1ynz/Q+tmkN5gcY90zy7qoxuW9AUd8MwDXj26WP9rc2fmTH6Es0JaLG7PSXif6+cdVzJiE7bGwSKmbMnGbpmkgzxggcF0+33eR7q1qupeuo5KvFdDDbjcsE64aayut72S/6aaROg6w8yYT/EkEPAeh3kIVvoBsfdS77JJHwyTRdJMIM0I74Zzjeg4ECT3esWqBcXuxfeJuqLj4FZXwrwL0FwTQrK9mrMeKe03tPP+E14qCus3mYqoBfjP456z7F9seBaWFrXTtulLRiamKfysdCV0SzsnBQw6WgDKe+wFni1IxD4eMuHnhNRDWWJgYAkmEFYIv4a5+2s43wzUfHEBOlMDaX1DZsN8bwu54UEGGQz1IoOvFXm9hwQbtwbZpRfrSpKzFxGzPxtaX3jdkMNu8EYrySYNKPuc5VfClZuAJkLncnEn5bWNfY6CvlqnC+BMTnNqmdGd4z1bUHt0DHzl4SNKO51lb9HUPaJoWyLY9NxMzMGlbtaSIJJ49x2xYDBPLM+Rwxe7nA37tHXHcFXU+kDsz2NqmdMV0QIatD+WFa35NFwSomXOVt7++poITBEWtjVXuuoXRcs2JgxA8tRRSTBpGlim2ZUnKsqdFe3L1O0bsW5n5hvcdQ3/qlvvZYzqw7XrKHngbietn8RQ/wToLRBUbaBpg1aAPJNT8zvqyrPK7YEHvJ35v8d4BlmpkPX9TllcxdHfM3zVVfcRESXRTGia/3Ra91SEowZtAdWRxLMwPCL2bqLEIJzibCDiEcSszC+UNhyacncJxrD1fW7Ku5mpnPM3N/0a094Hpw3c11e87qRbBluCagTAuByIuU4Yt4+pm7JrRBUteA+w+Y9ZSRY+uaMyY7hNvsruomA6grxEyV1jVXR1PHVVDSBqTRcHQa3rvbaJMEkdz7DSpMEkyKQDX8XClxHjEoGRw0mRTAsWjaC6KF11vY/TbjrmYjJm/2uyrcZvG8Can9g91r3j2QY5q+p/JKZx5uXSx3M+nqFSBj+hRj8MzGGM2OCGfIjkA41dLB9zpKl3X16p5cfRqoi8hFFfW6O9JLUU3d/dcXDTPQHSTDmZzQVNSXBJBFVrp2c710zrFKFOguM3XRgWGSAhZ0WBRj8jR6iBnIodaV/X/RdLHV8LqeIdD88Vr2evzNzq4O2GEVud8QkYC01lVM1ZpFSJeaxiYBOTef/84f8/9pu/su+Xh+2q/JJBp8QSz+xmVPA99jdjef1bu8UT80XRmvPwJelbs+EaHVaZlYdrmnB54D+2RvkDibW7CTvd0kwycMS3mqnOAr9sWcgbxKhY4xlpZgJAAANhUlEQVQLBwZB6WRwC5g+UQme9QHvg30/0Fjq+GoqgmAyHyicSRimneCoa3g+hmylyVXxqQL6VSwdAKxr2agePO6RhSv71t20CzHlCMrQl5W6F0/sK8PncnYginc5EX1tr2uIudvyVld8TUThnqPlHYyJSU5GFUkwyUCxjwyurbUALxsk8PLLwLqRI/WqBQtC4v8PJEDVhnN+N86idX7LbMpitUsrxp8d9Z4bzQxzU6YDE8GVKMjgS0vdntv7yhW7uObVpd5Yx8JN7XxfYtXYvh7Kza7KJ/XouyBh1eyIhaXXVfkPAs8OM/b2H+UrkpklMeA6kmAGDGH6BBgxaRR9KdhsFgJeH4S6x0j3ojVmtPy52rmXjSBi3sR2voxAXFxVZfOXBpcD2CFWnwxuduQFxlGfOycjNEZA/SrSi5vRbszew2MFgfK5KqsAfqzvnQ4DvlK3J+wFcCyd5e/xISAJJj68BrV2c3X5WTqUuWYuUQ1FNwVYMqs0u6aMaIHlvzp491htGHRbqbvhon47GEDxVTtfIcIhsWQQkb+kybIVhbFH8bkq1gC0ZXgZ5LeP2XNEbIL57XjmzteJsEVPOcS0zl7fMCqWfvL3gSMgCWbgGKZNgvDmhq7PNNmhzx5wbEfz5/e6hI3V1uuqfJzAUZ+Au2TQIoe7YVo4ed5qp0iNOyvW4tJBP5aO2XPbcEThqymvg664wodRMEcwQjd/TeVrzHxwTz3DWUfHwkX+nhgCsdZAYlJlq6QjYNxt/OhYZDY4FTHuttd7ZsWrSLOr8m86+JJY7YjodXtdQ9hdipFil7QnY+60Ijgdir590088EhbLs+D+mS8Z8DvcnrJYdzBCTrOr4j4dVNOLYHQ8UDrXc0asMcrfB46AJJiBY5gWCVxVVdw8PPg46yai3zHY7vZYiOLPeLDhnJMOUkOh12MOinmpo74xrDe4QQ6qRTwRR7ZnMd6p6U+OuoabI/Xld1Vu4HAe4wyfo97cHUpLTfnZGitzevShMeiiUnfDnTHHKCsMGAFJMAOGMD0C4iIY4p8cdY2jE9HMcMaEEvGj75YZLRC2QTCK5floOxgi7igZ7S+l2pfFk3TY4nc5P2fAyATQsxDjO3u9Z1sz4/PWVE4l5oU96vpULXhotwWxGRmyTuIISIJJHLu0toyLYHRljmNuYpH3/C6n8JfqZfwWdqC6/nfH3MUXh/utZUbFuZpCd0cDiJlfKq1v/HW0Or4a53/AOKZfHaJvHXUNpsItiNS8gZD+ZHfKWCL61F7XMOQCdaV1sfboTBLMYCEfZ78vTZ6cv88EE3cwDFYV3m1YXeOncXZhVPdVO58F4TfR21JQZ+38svrF94Wr53U55xFwVkQZzB0arEcOr3/ijWj9eF3O+QTDcLH3Dkahpfb7GkwF62qqqZiisOLpjlLHjLtK6z3nJ4KNbBM/ApJg4sdsUFowoDTXOB9gxqnRFBAhJe1ujy0RJb3Tp24DVX+RgKhWskxo7wBPGh2GxISePpfzXQL2jqgDUYOj7pcAWpHqRTKUI+B2u9sTzoCunyhBMCpoETMsIoVsMKhPHnG/jKGbyPpIpI0kmERQG6Q2G6rLz7KQMjd6yAf+yuFujGnkFm4IwpDPSvpzDDiiDpH4W0dd+IhwYqe1944OEbe4IJwM4RdlUbCfmR1Wi6vyfI35jj5P1QEF5CpxNzxgZhqMHYxODSLAF4M+cXgtE2UmADPIJaeOJJjk4JgWKYYDXyj4UtTL0wFkIVw/Y0qFqige4d0ddZdEuMNe5wnrkCgCoze3BteHI0EhVSGaNqyuYZEZwDbWTDslxNq/ekX7J/ZaFMvk4jkLRWbGmKXriETiktfKwOxw7g0xhcgKCSMgCSZh6NLfcJ1r6mgL9B8iRmsj6KpO1w+rb7g6Ee18Myv+DI3+Gr0td2ps/XWk+5NNT9QvhN+94EuHz7qr2R1Em6uyqpP539SD8UTyM7vbYzpcRdcOBo+DSLcXFGxPdzy6NhFsZJvEEJAEkxhug9bKV+0MRYrnK8IotBHvE+5uxIzCvurKRSCOmnNbYXqwpL6h38Vrt/yW6sprNOK/hOmPQ0E+MJ77D79r6u911v5F3U9AxlZGucbuXhQzsHd3/15X+REKFA8Yr9nrPTHDSJjBSdYxj4AkGPNYZURNb7WzlQiF4ZQxfHvqGkxZuIZr762uWE5Eu0QaqLhADkDZJpLzpLA29q9xLAbj6J4yjA0I4T57XYNZNwej+UaX88IQ47buExuBOxUtNCkeG5bVZ0zZqcCqLgl0dkzb4sFnTR2rMmKic0QJSTBZNpH+audbXcnB+hcGe0vdjQnlSmqdecLEkGZ9hoGRkSGh+x3uhojPzyKZXHNr8zsM9DLyY+bVjrF7bxPLObFvv/6ayjnMfHb3f2fmF0rrG3uRV6zpY5er0Id114dzzIzVVv4+cAQkwQwcw7RK8FVX3sLEF4ebOJF32V7nSciIrLmmYorOJEIbhN0dAYiZ6mNT/GER8rKneqwHtT+U3R8+C0A08ATBgLmm+8K4DdrIMe4lIqJfXKX5vGk7ldy9MGyak7gEycpxIyAJJm7IBreB4Uioao3hnAAJvNzubtwtEQ2bXBU3KqB+WQyELCN+rsJn9EzXGq6PppoppyisPtLrN8KLjjrPUYno5HNVLgTYSDhHTEvt9eaM6xLpS7ZJDQKSYFKDa0ql+lxOEbt3676dDMQMvslV8agC+l04xRm0uNTdUBFrUN4ZzgtJ+SXjJDEFFIvlmGFzFpgKodlXvjDYA2MiFITsnY6R8YaeiKWv/D31CEiCST3GSe/BW13xABGdnkyC8c6oeIUUOqyvTHF/UlrfONbMIPwu51UMXNtdlxmvltZ7+sk0I0vU8VY7vyXC1jpRXVmcF8Rm+5D1UouAJJjU4psS6eIookJ9UJi/9+xgIDsYr8u5kvqEuSRCCJpaYZ+78GkzA/G7ymsZSpcNjvAZULi8pK5xiZm2fevU1sJy4eqKFToQunNM4261tTBiGsuSXQhIgsmu+er6dkVsmLLQB33zGCWdYIB3S9ye/c0EdhJ69SQY8aQdtPKhI+5JzO/HO718b1ZpekdAvztSHuosnLohp7IkmCyd8r73HWIYAyEYX03FGnDvGLg6ab+PlAM6HGxel/NCwuY7mLagGjxs5Jyn3stSiKXaSUBAEkwSQBwMEcJtwAptBUAl3f0PiGCqnV7QL06ORPRTSaFlV7ptgXBcNFWEL5OFVI/xSE3sDVlwXKI7GFMdykoZj4AkmIyfosgKbkr0Nn2gBMO1sPhXV2zoSVY6uK7M3bjZyM0MTCJdLnPHh0RUxIy1OixTY8V8MSNX1sleBCTBZO/coWX6CbtpqvXD7ti3xPjMXu+JaOofaaiCYJpXO9f1DNOggw4tcze8Fi88vhrnS2BMBvgnja3TJMHEi2Bu1ZcEk+Xz6auuuAlEl4lhMNHXpSZSqvYdcl+CEa9HJTzKHi2XdSTYNpxdWa3q7CZgbYjlDibLl9eA1ZcEM2AIB1+Ar6aiCUylIql7qbuxOF6NBMH4VjubCBi2qe0HDrcnckS6KB0YmR0doY0MfaXNYju9aM4Ceckb74TkUH1JMDkwmetryq+0QLmGmNpK3A12s8/KPYfudzlXb3ZSjCOfdTj4DENAhSYUKnkX2eb8e2kOQCyHkCACkmASBC7TmvmrK98E6SNLimz7xfPy0z0On8u5DJvi6CoBdeeS+Yk7B4qwDb7VjnsKmG7Or2/4ItOwkvqkDwFJMOnDOqU9bTjnd+OgdbiCoeC/t5z31CfxduZzlS8EK1OJSC+pa7AmkrStZ58iTEIidzjx6i3rZzYCkmAye37i1k5Y6Cd2RCq/mqFeDPB6h9tjKudQ3MrJBkMOAUkwQ27Kww94/bkV+1uDyl1gaDIsglwUyUJAEkyykMwBOc3V5WfpUHd21DdckgPDkUPIAAQkwWTAJEgVJAK5ioAkmFydWTkuiUAGICAJJgMmQaogEchVBCTB5OrMynFJBDIAAUkwGTAJUgWJQK4iIAkmV2dWjksikAEISILJgEmQKkgEchUBSTC5OrNyXBKBDEBAEkwGTIJUQSKQqwhIgsnVmZXjkghkAAKSYDJgEqQKEoFcRUASTK7OrByXRCADEJAEkwGTIFWQCOQqApJgcnVm5bgkAhmAgCSYDJgEqYJEIFcRkASTqzMrxyURyAAEJMFkwCRIFSQCuYqAJJhcnVk5LolABiAgCSYDJkGqIBHIVQQkweTqzMpxSQQyAAFJMBkwCVIFiUCuIiAJJldnVo5LIpABCEiCyYBJkCpIBHIVAUkwuTqzclwSgQxAQBJMBkyCVEEikKsISILJ1ZmV45IIZAACkmAyYBKkChKBXEVAEkyuzqwcl0QgAxCQBJMBkyBVkAjkKgKSYHJ1ZuW4JAIZgIAkmAyYBKmCRCBXEZAEk6szK8clEcgABCTBZMAkSBUkArmKgCSYXJ1ZOS6JQAYgIAkmAyZBqiARyFUEJMHk6szKcUkEMgABSTAZMAlSBYlAriIgCSZXZ1aOSyKQAQhIgsmASZAqSARyFQFJMLk6s3JcEoEMQEASTAZMglRBIpCrCEiCydWZleOSCGQAApJgMmASpAoSgVxF4P8BJDBLwZvO5hIAAAAASUVORK5CYII="/>
          <p:cNvSpPr>
            <a:spLocks noChangeAspect="1" noChangeArrowheads="1"/>
          </p:cNvSpPr>
          <p:nvPr/>
        </p:nvSpPr>
        <p:spPr bwMode="auto">
          <a:xfrm>
            <a:off x="155575" y="-319088"/>
            <a:ext cx="666750" cy="676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" name="AutoShape 6" descr="data:image/png;base64,iVBORw0KGgoAAAANSUhEUgAAARgAAAEcCAYAAAAcH6uaAAAAAXNSR0IArs4c6QAAAp50RVh0bXhmaWxlACUzQ214R3JhcGhNb2RlbCUzRSUzQ3Jvb3QlM0UlM0NteENlbGwlMjBpZCUzRCUyMjAlMjIlMkYlM0UlM0NteENlbGwlMjBpZCUzRCUyMjElMjIlMjBwYXJlbnQlM0QlMjIwJTIyJTJGJTNFJTNDbXhDZWxsJTIwaWQlM0QlMjIyJTIyJTIwdmFsdWUlM0QlMjIlMjIlMjBzdHlsZSUzRCUyMnZlcnRpY2FsTGFiZWxQb3NpdGlvbiUzRGJvdHRvbSUzQnNrZXRjaCUzRDAlM0JodG1sJTNEMSUzQmZpbGxDb2xvciUzRCUyM0YwNjY1MCUzQnN0cm9rZUNvbG9yJTNEJTIzZmZmZmZmJTNCdmVydGljYWxBbGlnbiUzRHRvcCUzQmFsaWduJTNEY2VudGVyJTNCcG9pbnRzJTNEJTVCJTVEJTNCcG9pbnRlckV2ZW50cyUzRDElM0JzaGFwZSUzRG14Z3JhcGguY2lzY29fc2FmZS5jb21wb3NpdGVJY29uJTNCYmdJY29uJTNEdGhyZWF0MSUzQnJlc0ljb24lM0RteGdyYXBoLmNpc2NvX3NhZmUudGhyZWF0LnRocmVhdF9hNiUzQiUyMiUyMHZlcnRleCUzRCUyMjElMjIlMjBwYXJlbnQlM0QlMjIxJTIyJTNFJTNDbXhHZW9tZXRyeSUyMHglM0QlMjItMjAwMCUyMiUyMHklM0QlMjI5NjAlMjIlMjB3aWR0aCUzRCUyMjQ5JTIyJTIwaGVpZ2h0JTNEJTIyNTAlMjIlMjBhcyUzRCUyMmdlb21ldHJ5JTIyJTJGJTNFJTNDJTJGbXhDZWxsJTNFJTNDJTJGcm9vdCUzRSUzQyUyRm14R3JhcGhNb2RlbCUzRV5Rg9QAACAASURBVHhe7V0HeFvV2X6/eyV5xpKdAUkIK4SyV8JeoYyyYssJpqUFCiSWCRAg/IxSoJhRRqFlEywnJYwCJSSWE1YZBcoKK8xAIOxAQkhiSXa8JN37/c+5joOHxpUsyZJ8zvPw0KJzvvOd95z7+oxvEGSRCEgEJAIpQoBSJFeKlQhIBCQCkAQjF4F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0BWI+CvmTbBXrdwZVYPIoeVlwSTw5M7FIbmrXYucRQWzKA7Hl07FMabbWOUBJNtMyb17YWA1+X8UgW/MMzdeA4BuoQnsxCQBJNZ8yG1iQMBBhS/q/J7AHbW9fNL5zbeH0dzWTUNCEiCSQPIsovUIMC1tRbv6g++V4DRAFY53J6tU9OTlJooApJgEkVOtht0BPoQDBNwtd3tuW7QFZMKbEZAEkwGLwaeXVW2trltTLFitbAeDMFi0UPFamsglNfR5l/TuW3ryDZasCCQwUNIqWp9CAYErLa7PWNT2qkUHhcCkmDigis9ldk1ZYSflcdBdETYHhkaEdoAtDDjEyLlgRL3oscy+ZKzqaZiSlld45JkIhiGYKCDLih1N9yZzH6krMQRkASTOHYpb+mrdl7OoNkgHhltohgQf70Z4BaF8Jwe0u5zzHvyxZQrGKMDrqoqbi4NPaYz78bES8vcjb9Lpk59CaZLNv3ocDdslcx+pKzEEZAEkzh2aWkpjkn+1sBFAF0KwGqmUyKEWMeHrGgPlNYtuctMm2TW4dqq4ubV2sU69IsIGEZApwqUF7s9zyW1H0DxVVesIqIxm+Uy0BbUdh4zf8mKZPYlZSWGgCSYxHBLe6ufZ5x4vFWx1BEQz19ncfG50gblmgL3okfSobR3evneiqo8qQNjeiyu7x1uzzap6N/nqvQBbO8pm5kfLK1v/GMq+pMy40NAEkx8eA1qba6dnO9f43gSjCPjUUTsaHQdzzrcngqi1Bmjbag+6SALaS8yOL+Hfkyk/MVet+j6eHQ2W9frcoYIUHsRDNDiCDi2pvnzfWblyHqpQUASTGpwTalU34zyW6GQODbFNX/ilaXE7RmXistg/4xpx7OiLwFY6Tl4AnW0IjRujHvJ+mSDIi7Dfayu64cCA2TRDrTPWbI02X1KefEhENcCjU+0rJ1KBHznnngkBy3PEdDrg47VJzO3QlFOL61rWBSrrtnffTWVR4PxFMD974gIbzrqPAeZlRVPveYZJ1WwGvKwuOXuW5huddQ3XBKPPFk3+QhIgkk+pmmT6KuuuAlElyXQYTtZ9Kn2exc/m0DbXk2WV1UVj3EE1xKhMKws4kscdY23DrSfcO391c6nmHB8WNnMSx31jQemol8p0zwCkmDMY5VxNZmhNJ9d/ijrysninTqeQqCm5iLLhHG3LWiKp13fur5q5/MgHBVOBgP+IGPyqHrPBwPpI6xsl6vQj59/AjAsPLHRD/k6jsyvb/gi2X1LeeYRiHNZmhcsa6YPAb+rci2DR8Xbo868uqy+MWHLV5+rsopZ/zdR+LsgJvqktK5h93j1MlO/ZfoJu2mq9eModYMBTS8fNW/guzQz+sg64RGQBJMDK8M/c8oBrFle73vBamZoBHrK7m440UzdnnW4qsrmLw2KQE8RHQwZ8JS6PZXxyjZT31ddeQuIL45al/FnR73nRjPyZJ3UICAJJjW4pl2qv6ZyDjOfnUDHDGvoaMc98Vn++qZPnQFVrx+MD3yda+poK+kfgTEiWv8EvdbuXnxNApjIJklCQBJMkoAcbDHrZ5841tpq+ZiB0nh10RmflY717UO1L3eYbet3OZcysH+0+opCrpL7GqKTkNkOe9Tzzaj4MxT6a6ymBNxtd3tmxaonf08dApJgUodtTMnGC0yJNrx03qLvYlY2UcHvct7GwIUmqvarwrpycencRX8307bJVXmISvrzzNTToK5XU7GwdOKzSuuSGwRqVVVVWbEjuIwIMS2DFeInSuoaq8yMSdZJDQKSYFKDa0yprTOrJgb14F0WRm2yfHS806duQ4r+AQiOmAr0qUDM35T4bDuZCf9g5v5D2KZYFJo2LIn2NkJls7sXY3iMFxz1nqPjxSKe+sLYj1JgRBiPDplcVxLMIM2O/2zn06zjaCsrBxXVL3onWWp4q8s9REpFAvJ0C6mnFtctfDRWW2+181UiHBKjXiAU5MNG3N/4Vix5Zn8XrhLe1Y6vN0Wwi92M8Zyj3vOb2BUTr7HR5bywCMq/yb1oTeJScrelJJhBmNuWmVWHa6Gg8Cy2tfisw8ctGJgtSs8h+Fy/HQ90fpnIsBhYUur2lMdq66upWAOmLaPVI6A1xJZjhtc/8UYseWZ/97oq/wHos8mk0Q+DFpS6G042Kz+Rel6Xcz4zWsrq5V1POPwkwSSyqgbYxldT+QqYDwOYHe7GuEz9Y3Vt3FGUBlcRIljWRhVATXZ3g4g9EzE6f+v08r2DqvIqgKKoohiBkI0PG3FPcnYwIv8RWF/BfXydoumggG4pcTeIMBcpKz5XxRqAfmrxWo9M5h+KlCmcZsGSYNIM+PrTTxxrybd8BSBPEIw34C/bbv7LSfP6FUGY/D++/yqIDoh3aATSFMLJ0e5NmlwVNRbQnTpgi7GDYY24IhlR7N51TSwcz1t/S8Qj4xlTiPSrRtQtTokXt9CDzzjD4bf5NwD6RpBykqOu4fl49BsKdSXBpHmW/dUVDzPRH7q6ZdahHFbmbngtmWr4XeVXM5TaRGQy8xOl9ZFfXsy+VCXzFak3ZuZGxWAEdZw1KoWpTLwznPNJwR9BCCGkzHTMWzTXnHZDp5YkmDTPta+moglMhq0KgXRd044onbf4f8lUY/25FftbgpRYqAKmHxz1DeMi6eOd4XyBFHPxaJJhByPcEQB+PG58GOutun5M0bzF78fd1kSD2lpYLlzt9AMoZEBnnc8vm9t4j4mmQ6qKJJg0TjdfcMoWvvb2n34BnZksfHwyvJr7DEPxVTs1k3ehfZqS7nA39Arg1LNCVA/mvpJIuWoggaa6wkDwM+gTUMrMlDHwhQPK5FS97mw4u7Ja1dndrYuu83mSYPrPjCQYM6s1SXXChVdIRXhHkfGw2eXsYJMxfHsNj4GOjrYttnzouZ97/nfxRLzuR8dONsITAMabgYRBi0vdDYk8maPlnKknaSFdPJlbzPTVt44CWlCSohcknjw53z+hdCWIN4cvlQQTfpYkwSSyehNoIy5ffas/+JSACb0+XOAHEa82mVHmNhHMBkb8BneGbsQrSEeeTlDBSgGI88mInsd5RLCGDfAUBhMCAgT6l0b6q2D+ttS9+CUz0HlrKs5UQG7mxMjFGIKC0+33eR4y01+8dXyuiusBuqJnO0kwkmDiXUdJrc+zjivxBfJ+JEZxL8HEIXuTrciMBa1ZhbgWFv+Pzh9A2MJsmxTXCzK4XcSgYcZqRcE7pFleYpU//U+T8t3Jm5LHCYz8nfl/J/B0EfUyUZ3E3RbDtqPD/W/xWpfU0mVn1LEMoBJJMLGhTXgSY4uWNXoi8NNpx4zKLyhcHe4+IZ/pV8kMjGTsYKqdqzlzCCbsYhCEozN/quuhB1TYQKpew8Ckga4cBi//4Av/pCNeNu+8abbPZlfl4zq4n3+T3MHIHYzZNZSSelEDJDFesdd7fp3MY1KTq2KNgujWtikZaEYI1S9zuBf/Ldmq+F2V1+vQr+hrSSxCArO85I3wRyTZsyDlhUVA5AsiVVkW7kdiCpQUB7en2578caDwrZt5wkQbW6/TdT62695kaBVxPPqP11LQfexK1uibayqm6EyNXUk0+5WAxvrM4fWL/5ms/nJFzpBbgIM1ca2zyvcOdoYnGKETMf/LXt94aiL6iSPRxpppLo21Cwk0IR5z+kT6y+Q2RPjUXufZNZk6Gl7qqi7Cc4aN/0vAWgqok0vmL5TZJPsALwkmmSsxiqyWmopddKbl4TJsiGY6c0eezgfFYxgmUrS2rdWPCmnabQzaOpGQmWkafnq6YbDGoZOHz31SPKUnpQgfKIb2IhgRjQ/FnU+pu3G3pHSYY0IkwaRpQjec87txaqhDBJaKjDnjP456z7GxVBJWpBesmnYiVO1vxNhBmATHajM0fuevHO7GHZI11o0zp+0RDIU8RLRdVJkm5y1ZemWTHLkw0zRbXU+weSJmSPj8QZv0iBXmsXX61BMCin47EZL2IaUJgtR2Q9AVXa8uSdI9SJehnzYfoOhe48ZfDOUau3tRQr5fqQVl8KVLgknTHBhezqs/+ATAr6J1KY5QShgjMRE5zc/qo6TgKLOGbmkaWkZ0I+5eVvKqfSe532sbqEIi7gyBZ5uRI17+dFWdVjpnocdM/aFWRxJMGmfcW+18UCGcFukeplsVQSC6Sq7hmwJmN9c4b9AYFyQW4yWNAxzUrigILXiOY96TCXs0r6+euq8K/XYCDjJ76BS5pUpJnZQqn6dBhTQJnUuCSQKIZkV4p5cfpqjKK7EIpkse6QR+h4HRBIwbiGWrWf1yoF6AGC+ErPlnD7/3sVVmx7MpSNctBDotbH7tKIIG8vpnVr9sricJJs2z53M5A0jECTHNemZ1d4T1FsYfYgVT59lVZd7WQJVCyp/AvG1CY9ZCRznmxZdTKqF+srSRJJg0T1yziOEK+qMIiCRLChEQABPPdLgb6/r2sto1ZUQ+lP9TgHP6+hTFo5GRiaG+cYdkWmDH03821JUEk+ZZWnvBKVvktbeL7bs1zV0Pze4Y79lJmQL3orXtrsppnaRfoLByAIMjxrwxC5QCOqPE3fCA2fpDsZ4kmEGYdW91xQNEdPogdD1Uu+w04sowVLOXt7GAEo6adnfD8Fj1hvrvkmAGYQWIXYytrW0ZEY0ZhO5llwNFgKCrujJrWP2iewcqKtfbS4IZpBn2VTsvB9H1Q968f5DwT7Rbw2iasdRe33BgojKGUjtJMIM02yK/M7H+YEwz9EHST3YbHgECvCXQdpTpYs2tEEkwMXASnsq+6VPH2YDdWNWDsZ4+zcAuZPpdlXMB/QwMwZAKZjDKzDoUtKjKpOI5Cz/KTP0yTytJMH3mZNXsqrKi1sAlKmgqE7YnQGFmAndBJf6XSMWoAx0K4xMQnizxWm82G/KyKzbvsncJyp6ZtxykRtEQsFksBxfem7xUuEMBbUkwm2bZP2Pa8aSEbtSJdjFeG8zEhBWmLCQM+ykA0Aqm0LzSuiV3RVs4flfl2wzedygsrlwZo7h10UG3l7obLsqVMaVrHEOeYDaFUbgTjONB0dOhxpwUNvY5K8DqxSXK8JfJ7e7leOevmXolWL9OmtjFRDJjKhBEgkhcWur23J4xSmWRIkOaYIRzm0XRnwZjRFLnTBAN0ZetgVD56PlLvvhy1nHFozvzzgox/pH62C0EKijoOs51dghf36QOLR3CyGIB8gqAYAAcECYsg1MY3GoFTU3GvdvgjGDwex2yBCN2E8z61Ykm9jI1dQxxe3M/KbqXdHV2qkNZqqPHwXrIUbDuPtFQT/vuKwSXvYngJ8uMjzXjCxFsh/0Glp33hLrlWOjNPoRWfIzQsjeg/TTgcMWmh298FAotLdFHHtl3F2paiKxoIDAkCcbrci5WgBM3eyizcXmbGjCMe5rUrjbxFz//5OmwHXQkYO3vgaD7vWi94xroP4qAeplZ1O13RMHva6CO276fghwKob3uZgQ/ejflyuvAGmhKddm8RU+lvLMh0EGKl37mIeitrryGwCdsCuD8jaaHniCydOSx4hU3MAHQ5i9UoWCHppGVmMaD9clEJIyrRmba07LtiBOQf9IfQZbI7k3aF8vReue14AzcydCIUSia8X9Qt9sx8oIJBbHxhkugpZgkdfDnpWP23o1qa0OZt3qzT6MhRzAtM6sOJy2Y12nJ/yyemCFiate5po7Op1CFzspVAMZkymVt8VW3Qd0qRrSBUBCtt9citPLTjFuleUeVI7/qzJh6dT69AB2Nj8SsN7AKzLqmTpE7mIGh2N16yBFMcmAD/DXOh3TGKQTjSXvQChUUYtiN9RD/jlqY0fH4P9H53ycHTddIHRe6LoF14kEx9Qq++zra6m+NWW/AFRjrNWv+PvH+ARpwvzkoQBLMACbVP3PKAawpLwOUNwAxA2pKefko/ut9UIbZY8rpeGI+Op8XucMyqxRddB0sv4qd9SOw9GW0339HWpQnoteDhcHfjuhKhqewy5WPOneHuE+T8V/MT4EkGPNYha25sdq5V5Dw/mACWTT7Wlh22j3mDmZj7fnQfvphgCNOfvO831Qif2rs6BXt/7oPgf/9J/kKhJEojOsY+JpZ/4QUZRR0TADBz4wfFPAPUJQW0SykBV9UlaL3He5/f5UWxbKsk8H8LrIMqsjqeqsrFxFx5WANSFyOFlZfDGX4yKgqhD56B20P3A3e2DxYqvbrV3GUoeiym6GURTdF0r77Eq23XJEhl9TcZVIpCrFIWyLeITUGtxPTh4qiLCiuW3SP3Omk/AE1Y9ZxShURzovNLqeXgZKUdhRFuGWHnWH7zVRYd90bUCNfCwXf+C/an5gPbjX+AA9qEce6oouuhTJm64h6iCd2beWnaH+sHtziH1R9zXQuwjmIpBAAt4LwtqpYrxs2Z8ErZtrmYh25g0nSrHpdlfUEnp56q5fIClN+IdRf7QZ17NbgQAB5hx8LZdTofg0Cr72AjoUPgNs2Jmn08YuhEgeKzr0C6rb988cF3n0dvPZH8MYWaD98i9DK5V0HluwsRqaDYGfINeJB4z5nSBVJMEma7g1nV1arzHeA0WWnnwFFvCwVzboK6vid+pPMW6+g46F7B+XIoZQ4UDjzT1C375+DLiguch+6B8K4LpcKgToooOxdMn/hilwaV6yxSIKJhZDJ3/2uyie5y4AvowrlF6Dw7MsM8/u+JfTh22i97+a0+ispxSUonH1NWLudwGvPo/3hOdm8W4kx96QT8Q32Oo+woxoSJasJRsRu2aq1tGOw/UXWn37iWGuB5VtmWDJx1YijU6HrYljE/UyfEvrsQ+N+Q4/L16fvsjF3fKGiYSi+5K9QRo/rp0fni0vQ2fDwoOyo0jlnRAhpuj6rrH7xfensd7D6ymqC8bkqrmfGuNL6xj8OFoCiX5/L2QCGM9U+RwMaY34Bis67EpYJu/QTI+45xM5B++aL3r+pKtRtJ8Aybjso2+wAKiruMugj6gqD012YobduhP7zGmjffwV93U/QVq8CQsHNVcSFbuHsa437ob4l8MISdCx5FNzRPqAhDn5j6gA4SMAGJu7QdTJAElfuTGwjUop01tZayDJvWN2iqHGDBn8sydEg2wnmUQIdWeL2bDlYT4LfnDHZUWpzrEupV3Zy5hrCKK/wgqthCXMnI0im86nHoX37JWiYHdbd9oa6wy7GC494So6n6OvXIvTlZwh9/B70H78FCopQ8HtXWEfGwMvPoGPRg12hJbKsiNciBfCzjhW6Qq9B549Um77efu/iZ7NsKClTN6sJxu9yLmXG/jrjtLK5nodThlIUwSKhPRFOG4y+E+nTIJnz/wLxrN2viJ2I3xs3oUTVQ+x0dA1Q+58ejSfzh+eAtey60CWQrrP+MCnKw466hucTmYeh0iarCcZX7fwchB0HKwnWylnHlYzozPuJkDkvR6YWbl6+8URsxjzflLwEKgVef9F4Lcq252cGfCEou4x0L1qTwLCHXJOsJhi/y/kOA5PErGmEO4bXeS5M5ww21ThvUBiXp7PPZPVFZSNQePp5YV+XktVHJDniGNZ2383QvetT3VXy5YtLWi10yvC5Tz6RfOG5JzG7Caba+RQTjhfTQoAW0kO/S9fEs2vKCD/U9wBENkPN4PVi2f5XyD/FBXXr/gGeUq62phk+RR1P/juj3BZMj5voUUddw+9N1x/CFbObYFwVdzPo3O75I9DP7VrgyC3nPfVJqufUf075sRxSnkl1P6mQr249HgUnnwU1zItSKvoLK5MZoa9WoH3eP6A3Zd1OZoPD7UluHOe0AZ/ejrKaYDZMP3GGqlrqe0FGWMUh5dDSeYtSGh8yWxPYi8BUBWdeEDtAVZrWob5hHTbeegW4STzEZU1hnZXzymRu6pgTltUE01FduWMHsciy1ysei9jJ/JzXMWHCXc+kxG3Yf7bzNNZx/yYTh5ggZ0oFZeSWKLrgaoh/Z1LRfU1ovfUKw34mWwoBb9ndngP66ltbC8vhL0+2TJ7cfyQLlo/UP911gX51LfTBMqtIN75ZTTAvTZ6cv8+Ojle7L3p7gicsJsG42+72zE4GqN7p5YcpVuVPuo7JJPyNsgw5stpQfNU/oGwxNhlwJF2G9tUKIzB5FtnDaKRqh+iaZT8CHwHmnUDKKDDbjfgNYYybxZIRmUEhwjoQNWma/prFynfa5yxZmnRAM0Rgln0m/VFrqik/W2FlTkQ8GesJeKykuOQmuu1B096s66ord7SSfgQznagQDmSGsDYT3vhZWay7TUThrCszV/f2VrTe9zeEVmRP2mci6MwiIgwL2+b4sTUyTpAu8i8R83KLqj5RVKDeT7ctaIpfWGa2SACVzBoIV1UV+0uDqzdlCQivnJhIBe3EWMXE70PHtyqUzqDCm8PwM+sBYioj0HYKMJ6JxgBcnG3HoEizQ8LJ8PTzQKPHQi0dGTa9yWDMrIjxIi55A2+9gsCrzwGDmGhtMMbfs08RxgqAn4jvCUK9JxdsbbKeYMQEbahxXmdhXGnO5W6wl9Eg9i/+zg4fCeuOu8OyxyQjXILwLRLHJ+FflJYizg6dHdB8G6Ct+BjBd1413Apk6YGAOESB1oH5htK52Z2yNk2rKrXLR1ysXbDa+Q0BW6W2p+ySLrynleGjEPzwHbA/zK5btUDYw1j22g+WX+1uXP4KVwKjJItwui8jxLP05x8j+PF7CH36AXQRGzhCEKl856mGEV7w9RfBPRwmswv95GhLTEtLOoor6KGHfk6OxPRKyQmCEZCtPf3YPfLy85flypFmoMtARIwr/svtXdkGQkGIcAiBN17q+rAjFVseVOHcWDYC6jY7GIGqRJxfQ4bY5Zgo4pJW5JPWPv/YiEbH639G6MfvoK9ZFd0tQLUg79BjYD30aKhjtwG3taL1tquhrfraRK+5XoU26jrPHCx/u4GgmzMEI0DwucovBSs3Ze9V7C9TSfbSrjzN43cCqRaEVn+H4NJX+odUiDD7BafOhO3QY3r9Kj5+7cvPEHjnNYgA4BHj8oqYvuI4JTJFWqwgq9XwsI4awpl1cDDY9Qokdh0d7WBN63J0jFDEbkkc06x77w/LbhOhlPVOminuZdr/eXv09U1kZIS07rW/8W+y2RD471PGnU4uFQJpOvMjpfWe2OkXMmjgOUUwm0kGyl+zIXxC5HVARoAo694HAIqyuZpIBq+vW4PQR+8aRw199fdhdwUibkvJjfVA93GnT0cifSw3rYe2ZhVCy9+Hvna1cSTh9WvBup6y5SnuesQdkLrlVkYsXnWHnaGO2caIMxOu6L4NaJtzkxFCom8RxznhrGnZc39Ytt8R4hJ7c9E0tN51HUQwrWwqPT/GvveJxolVXAIzXrfXew7NlnHlHMEI4IUZP0LKwwwMz5aJ6KknOcow7Np7frkPCTMIvWkdQis+RuiDtxD6egW4RWQJ6FqWecc4kT8tjhhcgU6Evv8a+s+ru4JFff050NkJvdPIM9ZFOp3t4PZ2cEdb5B1JYRHIlg8RplN8CWIHJHYp4rgmdipK6XAjml3MNLc9euiZC8nY8YzfCdY994Nlx92gjOkfGa+7aXDZm2ir+1vmTL8ARIEGRicxNhLxWp1J3KvoTPQ9MX9tIbSHiC3M0BSiMtJpax1sWEUSYVsGxjLwUzu0A8a4l2SFf0VOEoyYEK6ttfhWfzAXwGkkHqmzqCgjt0Bx7V1Rk9n3HI4gheDb/+s6FoSCKLrwmrDZBOKGQNeM4NukhYynZO2nH41djziC9DpeqSpEfmnx8atlI0Eik4E4YlmtAA0M+uD7S9E+7zZYD5hs/BM2jk2YgRnxhu+9Me4hJ7sBQdyf6MusKpZ0tGuPDrXMAjlLMN0LZXlVVfFoe+ffSKEziClrLHALz/0zrHvsG996jxLcKT5BkWtzexva629FcPn7myuJ1CjFf741dn7sZClhQk7n00+go/FfJmomv4rIIMCEZ/J1/Cm/vqFPHNLk95fJEnOeYLrB56oqm79UGacgcKNGmEjM22T6i5M46uQdX5VRH67AUxw9xBGkuwj3A8PHKUZmyXR8CHqLH6E3X0K7CHAoLpnTWAjw6qD5joD9Wpo/35fGrjO2qyFDMD1ngC84ZYuNgdBOmhbYSVWVMSENY8BMuoKtVaZRBH1zfEeGInyavmYSmUFpKiXLPsTMkiCC4hhuXGZaDz7SeL4VkfkHu7S5b0HwvTd6EYzYcalbjBk01cSTuDhOBd96BSImcJoj5ekMnL5NPgAAIABJREFUPOQoKLiM7nh07aCBkIEdD0mCSWQe2OUq9NO6tWDDfSDtRby0KGO3NbI1qtvvCMVeFjVFbMoUZO7awbz/i3+e2MEUX3QtxOV0OovITBla+WnXRfeKjyEuvgejEPCF3e3pn0VuMJTJsD4lwZicEO//Td2GWngl8Iv/ksmmSa8m8hzZ9j8MlokHd116RslFnezOxUfcNvcfEN7Pm49IpSO6ckyHSVOb7P6FPOMY9MHbCL7xIkLixWvwyxcOSTBhZ0ESTBhYRDL7nv9ZxO4Qr1LNaz7YyNw79sxgr22yl8F20BHIO/w4UGmKXuU72qCtXWNY1RpHkTf+2zusAhFskw6ButPuRt4lEi9JJi1/48FPJIfreHoBQsvezKgEbTrjs7J6T/+EU/EMLkfrDmmC2Tjz2D1CWsEsZp4EsF0hGs6EQsNioUchw4SVhFt+xi4D4XdkeEsn6Ziir1uL4CfvIvT2qwit+lrEJOhKLxItCb24nxKGgYpivIBZ9jkQtokHJ8evSdPQfLkrvE/VIM+KJJjIEzCkCGb9uRX720JUoQOnks4jmcgqPgmOagM/yKvXZPfC+KzgjPNBhUUmW4Svpq3+HsFXnkXwg7ehN3sHlLdaGNop47ZD3lFTDOM4s/5MkQbQ/KcZYO+GAY0vFY0lwQxxgmmqmXKKCnWWzthzUw6jnCNW8ZydXzGAQPcd7YahXudznq5XmGQWVYVlwq6GdfFAshi03Xsjgh++nUzNkiJLEswQJRhfTeXRxHyDDuyTbda88a78grMuhG3/w+NtZtQX9yodT8xPue8O2fKQf/J02A7+NaCIjM3xlc6nF6Cj8ZH4GqWhtiSYIUgwPldlPZin54JntZlvpPjyvxmJ6uMtIkZLm/vW9OUnIkJ+5anIO6Yy7ruZ4DuvoW3u3+MdYsrrS4IZQgQjXAPGOkKfgXjIBJ8iVUXRlf8wYrnEU4T/Utu82+Jpkpy6ioq846Yhv/yUuOQJgml/tA7cujGudqmuLAlmiBDM2gtO2SKvvV0c0uP70lK9AlMs3zB0+7/rIGLImC2hLz5Bu/tWw6ZkUIpqQUHVGbAdcYLp7kNfLEf7/DsgcillVGF84aiXhnbh5iRnLjt5dlVZc2twGQPCx2hIFetu+6Cw+mIgv8DUuIVHdPv9d0L7rn+clYgChNvCFmON2C09jexEfRGeQUTAE69OwlbFrJm+CL9QJI52oyOHXeipj5E/6ebLMi4TJIHWldQ1bCmyDJiaABOVmKE0V087VmdenuokgibUSbhKzhCMz+X8BsC2CSORIQ1FEG4RNwUFRYjl9yRCKYiwCfmVp8E68SBTIxDBptofutfw2TFdrDYj+JVSOsIwthMxdXsXgnW/Q6GOGdeVIeC1500/b4s0tkVi92WSHDsWPoDQJ8tiPsezCNHv3QBBStGi6pnGIGpFZmI8UkJbuMjtjhwwx2RnIlNGU1lwkcLYnmza0Y67l4i1nZUlJwjGf7bzadZxXOQZEMuNNhK4k4E26LSSVF6vi3w2OvKIlN1EcCoCRFg0ReS4GQyjOusek5B30pkpdRoMffwuWufcZNrTmAqLjbsSESiq9e7rgWAgIszKlmORX/57w9DOCPYUzSivh5RC1yWmCTKur4zZ8Pru8DwM/ec1cTVNrDI3Q+F6+5bNV1Ltyx3xyhAW5P7qihtANAtAoVirpW7PwAyb4lUiyfWznmC8NZVTSecnwrwWtYrwgiHW7h1eEHoJdz2zEbW1CtXWhgxXgFphrVsL1NYaaTy73QN+vuCUkQWdHeW6xidD4YlgMn+xMYDJEfFoi86/yviQU1Z0Ha3/+AtCK5eb7qLg1HNgO+BwbLzpMuM5O1YRxx1x7BH2NJ1PPW6KZMTxqujcP8d1hxRLj56/i2RuIoB4GkuQGW/ZLMpNhXMWPRMrTazvvCnb6QHlMgV0KoDNhMLAA6Vuzxlp1DvpXWU1wXDt5Hzfj/ZPiWg7AxlhkquQX2f804GRVw5ku2oQzuwqR+fG0IgO8DSAzgF4bKqeva2TDkbBKa7esWWTPN3aV5+h9Y5rTadnFc6Lhef8GUqJHc0X9Yk1rShQiorBbW1gEdi7e7eiqCi+5k7DF6n19muiZzHouYuZdSVE9slUFBHxr+XKmakQHV2mWI+EIDOtZdKbANKI8TMr3ALm7QlKEcEIhSlSNvT6FpnQblXUA4rnLMyeVJdh0Mhqgmk+u7Ja09m9aRBMRAv0EF2aikux9dVT91WgeRQj42PyizpuOxSefRmUEVskX/gmie0P34vAq8+blm+ddAhEdgKRm6jl4jONuDTipUrcDRlZT/Pyjd+EAR0CAWg/fAP2e1F43pVG7Jr2x+oR+N9/TPVnPeRoFJ52jqm68VYKvPwM2h91x9tsUOsTcHuy8qoP5kCymmB8M5xvQMGBAOms06Wlcxel1ArL63I2EOBM1YTl/aYSeSec3PXBJjmwlXBUbDGcBb2m1RdxdvMqTwMxo6V2lnFPwhtboAt/IBH8W6QqUVQoxSVGYG/e2Axu9hkEI3yiOjz/QuczT5jqTx29VdduKYkhH8SFtkjT0nbfzeCOdlN6ZEIlBi//Cj/sN8n93oAvjAd7PFlLMO2uykM6oIugq8MthP2G1TV+mmowN9ZUXKyxcksqL4DVbcYbEfMNnx2Rlyga0YgPPBCAZevxUSPsC1zE8/HG2vPBbP4l1XbgESgQuwrVgs4lj6HjhcVGvqNoxbLznii6sNao0nb3XxH8+F1T0yKOVAVnXhDzslf//muEfvohYjiI7iwI7NuA0JcrEPzwLdMX2qYUTXElAjopoO5VMn/hLwF3UtxnKsVnLcH4XJX/BPgIVbWeMWzOgjjeXBOH03+28zTW8WDiEuJsKcglaoSIrh+N+xsRqiFCHiRRR1x0tt1xTVx5j0SM3cLz/2LkMRK7gdbba40dQaTS85gngoNvvPaCuGxW8k/8LfKm/C6ifPEs33J5tbFLiu4An7lhNaKuACPXC/3W4W5YEOdKydjqWUsw62dMqbCQZSdHfcPN6UK3K3B4sDNd/ZntR+x6imZdtSn7YvhWRp4g9y0xX3VEzF/xXK5utR0sB06G0icGcOCNFxF49Tlo33612b5EBLqyHTDZsMpVelgTi/SvIvlZ6PNPEHz/zU3EEHlU4ngYzX2Aveux8e9XGbmbcq0QIaRAnTWsbuF9uTS2rCWYVbOryubZFzTX1iKUzgnxVTs7Qcatf8YUYasi0oaIfErhisgVHXhxSZcnchTbFOt+h6Gg4g9dkfEiheHUtM0ZIcXxx7rr3rDudUBX3+JI17cIg7dAJ7jFj/bH/wmRryhSsR1+LAp+XxPxd8Mx8/47MjImzAAXQxugX+NwL86gTHEDHNGm5llLMMkZfvxSvK6K7wiUcb5Ow678hxHcKVGCsR16NPIFuRSXgNtbQQVFxo4j9O1KYGNLV8rXMVuDiocZF70idoxwlhQZGwt+V911VySyQfrWQ/v+G6Cw0LhLEo6YwrpXWAGL9LQdj9T1yqnUU99YBBNY+jLa598ZcxcW/6wOXgtmfAeLemHpnIWewdMidT1LgokTW6/LuZgYU3pbLcQpJAXVxcuNdffIdiTRjkjCDSD/d9VQCgoRWPYmOl9cggLnH4BAJ9oXPwp9zQ+GxsIIUAS1EoTR+ezCriMPEYovv8Ww3g3890kjZ7bYrYjndpHKhDs7DFIQNi62I08EQiG0Pz4PoY/f64dCrCNS4IXFaF9wfwrQS79Icbumgd0d0K/MljSwiaAkCSZO1H6eUXGmTaW5feP2xikm6dWFP1LesVMjHy8iXfIKgrjyH8aTc8dTC4wUIOIYZTv0GFj3PRSBl57qlaJEPKEbu5xmr5FW1iCekVtC3/BzL/8j4RgpCEYTXtsPzzHqiXQrIq2tIKjWv10OkXakZxHkJSLzRSrtD96NwOsvJh27tAoktBOwsCO/4OIthkAOJUkwca4ukV2gZfUHrXqX9WXGFHHJKp55I5VIz9QiK0HRrCsRePMlYwfSfUcjHC4LZ14O3bcBbXW3ACLgt3ix2m0iLHvuazz9ipcl4TQZzoUg3/kHWLb/VRdpff7xZrXERbBl5z0Q/N9zCH7yyy5GODsW1lwKyy57RRgCo+XS6dDjsOPJhMkhIp1Z/4ZBr1mI/1Zc17gilutAJuidLB0kwSSAZCZ6bscimEiGduIoI4I/db0M9Q7fYDv4KNgO+jVEIHBhNCc8t4V9Tv5vZxjkIXYgLcK2pmdMGSKDJIRMkV6k8+Vne3kziydvkaVS9zch8MKSzehbxu+MwnP+FNFVQuyQWq48Jw2e0eYXhEi4BvDzgLpeUbnrWwoBAdJ0hbiJ2PJTyKp/3/6zbeW4BQuazEvOnZqSYBKYS//ZlW+yzgck0DSpTcQFqtiBiKOMIALhzRyttD90DwKvvdCrCg0rQd5vphpHD33Nqt7NRfqR/Q4zZHOzH4F3/gdSLcir+L1hGyN2Mf7zTt58NFKGj4Jlj0mwjN/J2NV0vvIs0N7HGNWWB9vBR0I8YfcMGWE7ugIFJ0X26xP3PW31tyL09RdAKJhUHBMRJh7jtOLQViNue/LHRNoPlTY5TTAirgYtWJDU+Ioi9Yk1qDzN4PTmSe25IoWj4RZju+5J9pgIZeRoU+tVBJgSdiTo7BlJgJB3QhVCy96Atukyt68w6177w3aM0wjVoDf7Yd1lz66dBjP8F/zeuO9WthkPUU+8FonXpeCH70TcbQhbG/FSBf0Xq+KiC66Ocjzq0ki4IojL4YDI1fTVZ33GYQqCpFUiwnp7nWdk0gTmqKCcJhhvTcVy0pXPWafZyXCA9J9TfiyHFOFcMygxOsQ9heVXu8N22DGw7LpPQv5KwhpXGL/1LCLEgrhrEda3kQpZLLDsdQDyjpxikInYPYnSsehBBN74r7F7EkZ5wY/ejfsYI56zi875kxFky2wRgaSC775mZJkURzizsWfMyo9Zj+hRR13DAPLExOwhJyrkNsHMqHiFFDpUmNsz8ScqlL+XuBseiHfmfK7fjmfufJCIhWNl2jETxxHb0eWw7j5pwDFTQh+9i9b7egecEi4Gwks6VlAmcbdSOOP/IKLuCeM58aJkPEM/eA9C7y+N6uekjN5q83N3X/yLzr4Mlr0TP3EKvcUltdg5JT2nU/jFogUYk0bVe/qG9ot3aeV8/bR/LOlEtPm8aTvpAW0ZACNY7SYPlRbS8Ymm4sVgKPjvLec99Uk4nbyu8iMIdCRBcTF4RAznl5QMSzgO5h1dYeR7hvCwTlIRgaA6Fj/aS5plj30hfI+EM6G4PxHE0V2ULcYY5CYubsUuJ/DS0wiu+MiwuxEXwTTMbljoCvsZYTMjXpeMIuL4jh5nROgT3sx9d06iipHytubSqH5UpoYtLIbbNhq+Uh3PLoQm7mpSVJi51UHqBHIvSkeYvBSNIj1ic5pgBIS+GVPvhaKHiTZEOog7wdgIQgcx/cRgYevuAKMYCorAnD8YOxaht23yccg78bdQhtmTvhLEXUZr3S2GjUp3EbsYZew2XfGAReJ6cZEqUr+K+C/in7wCI25u5/+ehfbF8q4jiaJA3Wpb2A4/ziAITWSEFCEbOtuNS2FBKsY/Lf6wsXFFiIfiy26KHgNH1w0bG2FrY7aITAltd14H7fuvzDZJoB79qEGr11l9dGR9Q+rYLAHNMqlJzhOMANtf7XyLCftlEvDRdDE+vCtuheIYbkplcVwRuw4RjFs8NZOioHDmZSK8X8T24uNrnXMzuKl3ChBx/FHH7wx1q20MghELRG/xIfTZR1GPUCLkpyAbGrklFFsetJ/XQPvx264sA2GKEZ5h+mwjmHjEImLqvvsaAq88C8vuk4zMlWR3RB1Xt6zg0pcNv6VUFyLy6zrucATtt9H8+cLNW5YeCAwJgjFIxlX5NoP3zYbZF8+8hbOviRjzZPMYgkHj6Vhcsmore4fDKTrvCuOjjFa07782QjAI+5a0FlVF3rGxE6+Fvv4cbXdfvznRmkiZYt3vcNgO/03MVCfBj95B2z03pG1YDG4lpr866j03pq3TLOhoyBCMmAuvq/JxAke2Rc+QCRNPwMOuvcfIQdSvhIIILX/fMIwLrvg4YpR/dfxOKL7o2vAezj2EiheY9kfq+hFUyqCw5aHwFBesBx4RI5gWo/XWKxAKF3+GCOp2E4wdjWXSoVCKh/VTd7DSzCrET5TUNWb8GkvZ/PYRPKQIZhPJnK+AaxlIS7aARCdSXKDmlf++K7KdSFD/3Vddz7Lvvg72N4E1LabovONOgjDZj1XEDqZz8aPofPmZWFUH9Ls4RhXOutJUilvxKiQMA4UxX+RCgM0G6577Iu+wY6FO2Nk4PolXpdZb/gzdCEyV/sKMeaX1nhnp7znzehxyBCOmYMM5vxunhDquI9A0gMNsEzJjoshR1vUxMne97Gxsjsveg/ILUXD6uTHDUHYxmGY4NYoYutrqVXHbskRDTMSrsey2D/KdpxovVbGKIIbWmy6NL0VsYZERaFwdNRrBT5bFFXs4lj7x/i5eKxVSrrLXLbo+3ra5Vn9IEkz3JHZUV+7YAVQz9JMUhUYzs22wXo1StbCUMeNQOP0i4wLWTDFiwHz0LjpfftrYCfR8rjbTvmcdI6XshF2R9xsnLDvsYgpa0Z/IYaR9k+0PM+QHbBMd7n+n8ikr3ilJe/0hTTA90RbGdITgaWD91zp4PAh2gAoEQCLTY88i8oSSTiEd8CuEZhC/qTPtRcy7ZVqcGKG3OG4VTL/IMJAzXUIhhL74BMEP3ja8oY3XJuFBvcmrOqwcRQHZ8qE4ygyzf+v+h0HddoLpLkWsmLa5f+8VHsJ848yrSYTb7XWe2ZmnWfo0kgQTA+vujI+9/jKjf5LztRecskV+e8eng+qjFGUs6g47G9H+xfNwIkXf2GLEgBGBqwLPeXrvbIgMXyXbxIOgbLlVwkZzHYseQud/FiWiXka2IcBnd3sy+q4v1cBJgkkiws2uyn/q4DOTKDKpooRlsMgeKSxzEy0iJ1L73L/3et1RykagcPa1xv1HQoUZHU89jsDTT0TfISUkfGCNRDBuaGpFMC+0QdFpAjTaQxUuI0yTGMIQM3Ih5g4VdGDxEHYpkAQzsPW3ubV3+jQnVO0R2uSWkCSxSRcjfIJEDF3LTnskJpvZSGwvLoS7i/DsLppda3hSx11CQbS6bzHufdLusBhz98oigfk9dnfjeT2ripTFG9fYt1dZ2TUI3MjM24dLKSwiOlhAFw1zN9wZNy450kASTBImsuXMqsM1a/BpAHFcciSh4wRFCEvh/BNONtwREiki/UnwvTd6EYwIjyl8juIp4nlc3LmEPu3t3R2PjFTWJcKn9jrPrrH68LkqrgfTuSA4+tel+x3uhrNiycjV3yXBDHBmxR2Nr7ryJyKO/f46wL6S3Vz4EBX8dnrkFCUROkwGwYhL49a7ru8KtZCBhYH2kBo8dOScp/pHJw+j7+ozpuxUaFMfAbB3r58JbzrqPAdl4BDTopIkmAHALOLz+te8vwpM5j3xBtBfKpoK58b8k6d3+QSZjEQxIILp7EDn843oeHZRRCvkVIwzLpksoFCusbsXdeXAjaP4a5zLmbFLdxMGf1zqbkzwPBpHxxlaVRLMACamuaZigc500gBEZExTdevxhtWvEXQ7BtEkRDDMhs+UCFBlGAxmcGHi/zlG730k1dYmlNSvyVWxRgFtKQzuSNcfdcxdPGQDU0mCSXChN1eXn8UK1TGTJUERmdfMYjUM8kT6VmEgR7bwT9rxEkzo0/fR+dIzEP8Wti6ZXnTQoWXuhtcS1bO5pmIKs+JhZmKi20vdDRclKivb20mCSWAGfzrtmFEFBYVvM7BNAs0zvolhgbv9jrAdcgwsO+0OEUN3c9H1rlefvq9IF11rGNhtPhqI+LlfrUDwnVcREqb7UcJxZhogoY7QViMeHFgwb191xWdMNJbBl5S5G+sybYzp0kcSTAJIN9U4b1AYlyfQNOuaWHbY2chaYJ14EKBajNi97Y/VQ/v8l2BVIvVJ0fl/MWLBoMXf5e392vMGwWRjUYl3HVbX2Dv+RZwD2TDjxJNIUY8KFhRePRQSrEWCRxJMnAtHVPe5nD8DyLpXowSG+ksTIlh32Qs0ZmuEROzbHgnQRDQ7EX5B5KwWcVhEytlsLgz916XuxS8NdAzvuiYWTnK/FzmS+kA7yIL2kmDinKT1M6ZUWEhtCGdY1VcUM4OIvtKgPwRN/9GiWu5joCscvywZiwAzXVta33B1xiqYRYpJgolzsryuig8JFPvZkbCeVP20klH7vND9GiGsfUnVHhf+h3F2K6unEQEGLSh1N5ycxi5ztitJMHFM7eNVVbajS4NtFH0XEmTiRq1duzDcRaHPVVEDpjtBmZXbOg4Ycr4qM3/aTvrhY9xL1uf8YFM8QEkwcQDsnzHteFa0pyI2YfisFuXUojmLItcRoTtrpswiXb1Vkkwc4KezKnNHPpQ982W2gAGjLgkmDgi91RUPENHpEZqs6ywo2N3si4G3puJMYnKL1EBxqCCrpgkBq6qcGOsPRZpUyepuJMGYnL6XJk/O32eCYxkTdu7bhEArS8bsuUu8lp9NNRVTiMlDEE67smQWAvyYw914SmbplH3aSIIxOWfrTz9xrKXAshLclSVyc2H47GP3GhkvuXS3b5059YRQSHuCiaLGFjGppqwWBQGRK86ku5XINfzDcz7L+JMXLNiUplJCmwgCkmBMoibi93YSf8I9XoBEQKFgsbbDiNsGaPXpqngMoN+aVEVWSwABnXmFoijzwXwFgP55TvrIJBH2XMUfy+Z4Hk6gO9lkEwKSYEwuhTU1FbvkM33U/YIkHNlYw41l8zx/NikiYjW/y3kVg6+J4+/rQLscUu0J1AE1dETJnCVvN9dUPsrMpp6gCfSO3d2QNRlBM3FSJcGYnJWWmopddCaxgzEwY8ZaR71njPhLZ1JExGpeV/lCgjJ1oHJk+/AIEBAMWvnQEfc0vvXzjBOPzyNLA5syEyBdYa26pH7xPyW2iSEgCcYkbk2uykMU8KuiuliwOvTfJMOcXMjzVVeuAvFWJlWR1RJCgL+y1zXuKJq21FQ26OByM2IY+MExZq/tEr1jM9NHLteRBGNydtdXT93XQvrbxu4F8JS6PZUmm8as5nc5OxjIi1lRVhgYAsSXOOoabxUpaoDOj8yGOCXQU3Z3w4kD63xotpYEY3LefedN2Y6C6hesQ1ct1mOGzVnwismmUautP7Nif9VKS+VEJAPNGDKIfujMz58kbJWMo5JieUrcpZkpIsfRSl51xVB3XjSDVc86cl2bRGy1a8qIQiifgeh9e5P1RErS86W/2vk0ExKLvm1Sd1ntFwRCpF81om6xkdLV63I2AHCa/QgIeFdRrRcn64/LUJgXs9gOBSyijlG43o/HuNc0VmpG1C96JxmAiGRteW0d4v4lHudHDURqpqX4SAYe8cowQlLG2UhkCiip8+zefTnvq3b+B8AxpgUR2sH0WGdB/uWjVoe8yfpDE+cwsqZ6vPOTNQNLhaK+s6fe67hv0TnJku2bUV4HRXGZlcc6/0/Lw6VqgKpBdBaBh/L8faFrykWKhXcD801mMQRoY1ANTO6ZLWCTC8hpcfEVg5nIq1n148XrlPn+h1bNobxA455pnl1VRrctaIq7YZgGPPv0sf7W5s/MGH2J5gS02N2eEvG/V846rmREp+0NAsXM2ZMMXTNJhnjBg4Lp9vs8D3Xr1VQ99RyV+C4Gm3G5YJ1wU1ldb/slf820CdD1B5mwH2LIIWC9DvKQLXSD4+4l32QSPpmmiySYQZoR3wznG1BwoMnudQvUi4vdC28T9cXHwKwvBfiXILgmBWV7NWa8U1rv6Wf8JjzUFVZvMxXQi/EfR73n2L5YcC0srWun7dIWDE3MU/lY6MpoFnZOCph0tIGUd1gLvNoRCHy85UPPiaiGssRAQBLMICwRf43zdtZxvpmoeGKCdKaG0vqGzYZ4XpfzQgIMshlqRQfeKnN7Dgg37g0zyq9WFSVmLiNm/ra0vnG7oYbdYIxXEkyaUfe5yi8FKzeAzIXOZOJPS+saex2FfDXOl8CYnGbVM6M7xvq2oHbomPlLwkYU97rK3yMo+8RQtsWx6biZGYPKXS0kwaRxbrtiwGCeWZ8jBi93uBv36OuO4Kup9IHZnkbVM6YrIgQ1aH8sq1vyaDilxMucrb19dbQQGCIt7GqvddSuCxZszJiB5agikmDSNLFNMyrOVRW6q9uXKVq34txPzLc46hv/1Ldey5lVh2vW0PNAXE/bv4gh/glQ2qAo20DTBi0A+aYn5vdVlecVWwIP+Tvz/w7wDDPToev6nLK5iyO+5vmqK24iosuiGNG1/ui1bikJxgzaA6sjCWZg+MVs3UUIwblE2EHEI4lZGF8obLm0ZO4TjeHq+l0VdzPTOWbub/q1JzwPzpu5Lq953Ui2DLcE1AkBcDmRchwxbx9Tt+RWCKpacJ9h854yEix9c8Zkx3Cb/RXdREB1hfiJkrrGqmjq+GoqmsBUGq4Og1tXe22SYJI7n2GlSYJJEciGvwsFriNGJYOjBpMiGBYtG0H00Dpr+58m3PVMxOTNflfl2wzeNwG1P7B7rftHMgzz11R+yczjzculDmZ9vUIkDP9CDP6ZGMOZMcEM+RFIhxo62D5nydLuPr3Tyw8jVRH5iKI+N0d6Seqpu7+64mEm+oMkGPMzmoqakmCSiCrXTs73rhlWqUKdBcZuOjAsMsDCTosCDP5GD1EDOZS60r8v+i6WOj6XU0S6Hx6rXs/fmbnVQVuMIrc7YhKwlprKqRqzSKkS89hEQKem8//5Q/5/bTf/ZV+vD9tV+SSDT4iln9jMKeB77O7G83q3d4qn5gujtWfgy1K3Z0K0Oi0zqw7XtOBzQP/sDXIHE2t2kve7JJjkYQlvtVMchf7YM5A3idAxxoUKX7olAAANg0lEQVQDg6B0MrgFTJ+oBM/6gPfBvh9oLHV8NRVBMJkPFM4kDNNOcNQ1PB9DttLkqvhUAf0qlg4A1rVsVA8e98jClX3rbtqFmHIEZejLSt2LJ/aV4XM5OxDFu5yIvrbXNcTcbXmrK74monDP0fIOxsQkJ6OKJJhkoNhHBtfWWoCXDRJ4+WVg3ciRetWCBSHx/wcSoGrDOb8bZ9E6v2U2ZbHapRXjz456z41mhrkp04GJ4EoUZPClpW7P7X3lil1c8+pSb6xj4aZ2vi+xamxfD+VmV+WTevRdkLBqdsTC0uuq/AeBZ4cZe/uP8hXJzJIYcB1JMAOGMH0CjJg0ir4UbDYLAa8PQt1jpHvRGjNa/lzt3MtGEDFvYjtfRiAurqqy+UuDywHsEKtPBjc78gLjqM+dkxEaI6B+FenFzWg3Zu/hsYJA+VyVVQA/1vdOhwFfqdsT9gI4ls7y9/gQkAQTH16DWru5uvwsHcpcM5eohqKbAiyZVZpdU0a0wPJfHbx7rDYMuq3U3XBRvx0MoPiqna8Q4ZBYMojIX9Jk2YrC2KP4XBVrANoyvAzy28fsOSI2wfx2PHPn60TYoqccYlpnr28YFUs/+fvAEZAEM3AM0yZBeHND12ea7NBnDzi2o/nze13CxmrrdVU+TuCoT8BdMmiRw90wLZw8b7VTpMadFWtx6aAfS8fsuW04ovDVlNdBV1zhwyiYIxihm7+m8jVmPrinnuGso2PhIn9PDIFYayAxqbJV0hEw7jZ+dCwyG5yKGHfb6z2z4lWk2VX5Nx18Sax2RPS6va4h7C7FSLFL2pMxd1oRnA5F377pJx4Ji+VZcP/Mlwz4HW5PWaw7GCGn2VVxnw6q6UUwOh4ones5I9YY5e8DR0ASzMAxTIsErqoqbh4efJx1E9HvGGx3eyxE8Wc82HDOSQepodDrMQfFvNRR3xjWG9wgB9Uinogj27MY79T0J0ddw82R+vK7KjdwOI9xhs9Rb+4OpaWm/GyNlTk9+tAYdFGpu+HOmGOUFQaMgCSYAUOYHgFxEQzxT466xtGJaGY4Y0KJ+NF3y4wWCNsgGMXyfLQdDBF3lIz2l1Lty+JJOmzxu5yfM2BkAuhZiPGdvd6zrZnxeWsqpxLzwh51faoWPLTbgtiMDFkncQQkwSSOXVpbxkUwujLHMTexyHt+l1P4S/Uyfgs7UF3/u2Pu4ovD/dYyo+JcTaG7owHEzC+V1jf+OlodX43zP2Ac068O0beOugZT4RZEat5ASH+yO2UsEX1qr2sYcoG60rpYe3QmCWawkI+z35cmT87fZ4KJOxgGqwrvNqyu8dM4uzCq+6qdz4Lwm+htKaizdn5Z/eL7wtXzupzzCDgrogzmDg3WI4fXP/FGtH68Lud8gmG42HsHo9BS+30NpoJ1NdVUTFFY8XRHqWPGXaX1nvMTwUa2iR8BSTDxYzYoLRhQmmucDzDj1GgKiJCSdrfHloiS3ulTt4Gqv0hAVCtZJrR3gCeNDkNiQk+fy/kuAXtH1IGowVH3SwCtSPUiGcoRcLvd7QlnQNdPlCAYFbSIGRaRQjYY1CePuF/G0E1kfSTSRhJMIqgNUpsN1eVnWUiZGz3kA3/lcDfGNHILNwRhyGcl/TkGHFGHSPytoy58RDix09p7R4eIW1wQTobwi7Io2M/MDqvFVXm+xnxHn6fqgAJylbgbHjAzDcYORqcGEeCLQZ84vJaJMhOAGeSSU0cSTHJwTIsUw4EvFHwp6uXpALIQrp8xpUJVFI/w7o66SyLcYa/zhHVIFIHRm1uD68ORoJCqEE0bVtewyAxgG2umnRJi7V+9ov0Tey2KZXLxnIUiM2PM0nVEInHJa2Vgdjj3hphCZIWEEZAEkzB06W+4zjV1tAX6DxGjtRF0Vafrh9U3XJ2Idr6ZFX+GRn+N3pY7Nbb+OtL9yaYn6hfC717wpcNn3dXsDqLNVVnVyfxv6sF4IvmZ3e0xHa6iaweDx0Gk2wsKtqc7Hl2bCDayTWIISIJJDLdBa+WrdoYixfMVYRTaiPcJdzdiRmFfdeUiEEfNua0wPVhS39Dv4rVbfkt15TUa8V/C9MehIB8Yz/2H3zX19zpr/6LuJyBjK6NcY3cvihnYu7t/r6v8CAWKB4zX7PWemGEkzOAk65hHQBKMeawyoqa32tlKhMJwyhi+PXUNpixcw7X3VlcsJ6JdIg1UXCAHoGwTyXlSWBv71zgWg3F0TxnGBoRwn72uwaybg9F8o8t5YYhxW/eJjcCdihaaFI8Ny+ozpuxUYFWXBDo7pm3x4LOmjlUZMdE5ooQkmCybSH+1862u5GD9C4O9pe7GhHIltc48YWJIsz7DwMjIkND9DndDxOdnkUyuubX5HQZ6Gfkx82rH2L23ieWc2Ldff03lHGY+u/u/M/MLpfWNvcgr1vSxy1Xow7rrwzlmxmorfx84ApJgBo5hWiX4qitvYeKLw02cyLtsr/MkZETWXFMxRWcSoQ3C7o4AxEz1sSn+sAh52VM91oPaH8ruD58FIBp4gmDAXNN9YdwGbeQY9xIR0S+u0nzetJ1K7l4YNs1JXIJk5bgRkAQTN2SD28BwJFS1xnBOgARebnc37paIhk2uihsVUL8sBkKWET9X4TN6pmsN10dTzZRTFFYf6fUb4UVHneeoRHTyuSoXAmwknCOmpfZ6c8Z1ifQl26QGAUkwqcE1pVJ9LqeI3bt1304GYgbf5Kp4VAH9LpziDFpc6m6oiDUo7wznhaT8knGSmAKKxXLMsDkLTIXQ7CtfGOyBMREKQvZOx8h4Q0/E0lf+nnoEJMGkHuOk9+CtrniAiE5PJsF4Z1S8Qgod1lemuD8prW8ca2YQfpfzKgau7a7LjFdL6z39ZJqRJep4q53fEmFrnaiuLM4LYrN9yHqpRUASTGrxTYl0cRRRoT4ozN97djCQHYzX5VxJfcJcEiEETa2wz134tJmB+F3ltQylywZH+AwoXF5S17jETNu+dWprYblwdcUKHQjdOaZxt9paGDGNZckuBCTBZNd8dX27IjZMWeiDvnmMkk4wwLslbs/+ZgI7Cb16Eox40g5a+dAR9yTm9+OdXr43qzS9I6DfHSkPdRZO3ZBTWRJMlk553/sOMYyBEIyvpmINuHcMXJ2030fKAR0ONq/LeSFh8x1MW1ANHjZyzlPvZSnEUu0kICAJJgkgDoYI4TZghbYCoJLu/gdEMNVOL+gXJ0ci+qmk0LIr3bZAOC6aKsKXyUKqx3ikJvaGLDgu0R2MqQ5lpYxHQBJMxk9RZAU3JXqbPlCC4VpY/KsrNvQkKx1cV+Zu3GzkZgYmkS6XueNDIipixlodlqmxYr6YkSvrZC8CkmCyd+7QMv2E3TTV+mF37FtifGav90Q09Y80VEEwzaud63qGadBBh5a5G16LFx5fjfMlMCYD/JPG1mmSYOJFMLfqS4LJ8vn0VVfcBKLLxDCY6OtSEylV+w65L8GI16MSHmWPlss6Emwbzq6sVnV2E7A2xHIHk+XLa8DqS4IZMISDL8BXU9EEplKR1L3U3Vgcr0aCYHyrnU0EDNvU9gOH2xM5Il2UDozMjo7QRoa+0maxnV40Z4G85I13QnKoviSYHJjM9TXlV1qgXENMbSXuBrvZZ+WeQ/e7nKs3OynGkc86HHyGIaBCEwqVvItsc/69NAcglkNIEAFJMAkCl2nN/NWVb4L0kSVFtv3iefnpHofP5VyGTXF0lYC6c8n8xJ0DRdgG32rHPQVMN+fXN3yRaVhJfdKHgCSY9GGd0p42nPO7cdA6XMFQ8N9bznvqk3g787nKF4KVqUSkl9Q1WBNJ2tazTxEmIZE7nHj1lvUzGwFJMJk9P3FrJyz0EzsilV/NUC8GeL3D7TGVcyhu5WSDIYeAJJghN+XhB7z+3Ir9rUHlLjA0GRZBLopkISAJJllI5oCc5urys3SoOzvqGy7JgeHIIWQAApJgMmASpAoSgVxFQBJMrs6sHJdEIAMQkASTAZMgVZAI5CoCkmBydWbluCQCGYCAJJgMmASpgkQgVxGQBJOrMyvHJRHIAAQkwWTAJEgVJAK5ioAkmFydWTkuiUAGICAJJgMmQaogEchVBCTB5OrMynFJBDIAAUkwGTAJUgWJQK4iIAkmV2dWjksikAEISILJgEmQKkgEchUBSTC5OrNyXBKBDEBAEkwGTIJUQSKQqwhIgsnVmZXjkghkAAKSYDJgEqQKEoFcRUASTK7OrByXRCADEJAEkwGTIFWQCOQqApJgcnVm5bgkAhmAgCSYDJgEqYJEIFcRkASTqzMrxyURyAAEJMFkwCRIFSQCuYqAJJhcnVk5LolABiAgCSYDJkGqIBHIVQQkweTqzMpxSQQyAAFJMBkwCVIFiUCuIiAJJldnVo5LIpABCEiCyYBJkCpIBHIVAUkwuTqzclwSgQxAQBJMBkyCVEEikKsISILJ1ZmV45IIZAACkmAyYBKkChKBXEVAEkyuzqwcl0QgAxCQBJMBkyBVkAjkKgKSYHJ1ZuW4JAIZgIAkmAyYBKmCRCBXEZAEk6szK8clEcgABCTBZMAkSBUkArmKgCSYXJ1ZOS6JQAYgIAkmAyZBqiARyFUEJMHk6szKcUkEMgABSTAZMAlSBYlAriLw/yQkS8FADfW/AAAAAElFTkSuQmCC"/>
          <p:cNvSpPr>
            <a:spLocks noChangeAspect="1" noChangeArrowheads="1"/>
          </p:cNvSpPr>
          <p:nvPr/>
        </p:nvSpPr>
        <p:spPr bwMode="auto">
          <a:xfrm>
            <a:off x="307975" y="-166688"/>
            <a:ext cx="666750" cy="676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307975" y="938786"/>
            <a:ext cx="9037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+mj-ea"/>
                <a:ea typeface="+mj-ea"/>
              </a:rPr>
              <a:t>Envoy proxy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3148" y="1390960"/>
            <a:ext cx="4905489" cy="3153530"/>
          </a:xfrm>
          <a:prstGeom prst="rect">
            <a:avLst/>
          </a:prstGeom>
        </p:spPr>
      </p:pic>
      <p:sp>
        <p:nvSpPr>
          <p:cNvPr id="14" name="오른쪽 화살표 13"/>
          <p:cNvSpPr/>
          <p:nvPr/>
        </p:nvSpPr>
        <p:spPr>
          <a:xfrm rot="5400000">
            <a:off x="3119950" y="3736461"/>
            <a:ext cx="227699" cy="237626"/>
          </a:xfrm>
          <a:prstGeom prst="rightArrow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3"/>
              </a:solidFill>
            </a:endParaRPr>
          </a:p>
        </p:txBody>
      </p:sp>
      <p:sp>
        <p:nvSpPr>
          <p:cNvPr id="15" name="오른쪽 화살표 14"/>
          <p:cNvSpPr/>
          <p:nvPr/>
        </p:nvSpPr>
        <p:spPr>
          <a:xfrm rot="16200000">
            <a:off x="2902896" y="3736264"/>
            <a:ext cx="206631" cy="237626"/>
          </a:xfrm>
          <a:prstGeom prst="rightArrow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3"/>
              </a:solidFill>
            </a:endParaRPr>
          </a:p>
        </p:txBody>
      </p:sp>
      <p:sp>
        <p:nvSpPr>
          <p:cNvPr id="16" name="오른쪽 화살표 15"/>
          <p:cNvSpPr/>
          <p:nvPr/>
        </p:nvSpPr>
        <p:spPr>
          <a:xfrm>
            <a:off x="3557826" y="3454203"/>
            <a:ext cx="836102" cy="237626"/>
          </a:xfrm>
          <a:prstGeom prst="rightArrow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3"/>
              </a:solidFill>
            </a:endParaRPr>
          </a:p>
        </p:txBody>
      </p:sp>
      <p:sp>
        <p:nvSpPr>
          <p:cNvPr id="17" name="오른쪽 화살표 16"/>
          <p:cNvSpPr/>
          <p:nvPr/>
        </p:nvSpPr>
        <p:spPr>
          <a:xfrm>
            <a:off x="5287091" y="3454203"/>
            <a:ext cx="983649" cy="237626"/>
          </a:xfrm>
          <a:prstGeom prst="rightArrow">
            <a:avLst>
              <a:gd name="adj1" fmla="val 64110"/>
              <a:gd name="adj2" fmla="val 50000"/>
            </a:avLst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3"/>
              </a:solidFill>
            </a:endParaRPr>
          </a:p>
        </p:txBody>
      </p:sp>
      <p:sp>
        <p:nvSpPr>
          <p:cNvPr id="18" name="오른쪽 화살표 17"/>
          <p:cNvSpPr/>
          <p:nvPr/>
        </p:nvSpPr>
        <p:spPr>
          <a:xfrm rot="16200000">
            <a:off x="4613550" y="3721761"/>
            <a:ext cx="206631" cy="237626"/>
          </a:xfrm>
          <a:prstGeom prst="rightArrow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3"/>
              </a:solidFill>
            </a:endParaRPr>
          </a:p>
        </p:txBody>
      </p:sp>
      <p:sp>
        <p:nvSpPr>
          <p:cNvPr id="19" name="오른쪽 화살표 18"/>
          <p:cNvSpPr/>
          <p:nvPr/>
        </p:nvSpPr>
        <p:spPr>
          <a:xfrm rot="5400000">
            <a:off x="4841265" y="3737186"/>
            <a:ext cx="227699" cy="237626"/>
          </a:xfrm>
          <a:prstGeom prst="rightArrow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3"/>
              </a:solidFill>
            </a:endParaRPr>
          </a:p>
        </p:txBody>
      </p:sp>
      <p:sp>
        <p:nvSpPr>
          <p:cNvPr id="20" name="오른쪽 화살표 19"/>
          <p:cNvSpPr/>
          <p:nvPr/>
        </p:nvSpPr>
        <p:spPr>
          <a:xfrm rot="16200000">
            <a:off x="6514164" y="3716869"/>
            <a:ext cx="206631" cy="237626"/>
          </a:xfrm>
          <a:prstGeom prst="rightArrow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3"/>
              </a:solidFill>
            </a:endParaRPr>
          </a:p>
        </p:txBody>
      </p:sp>
      <p:sp>
        <p:nvSpPr>
          <p:cNvPr id="21" name="오른쪽 화살표 20"/>
          <p:cNvSpPr/>
          <p:nvPr/>
        </p:nvSpPr>
        <p:spPr>
          <a:xfrm rot="5400000">
            <a:off x="6719654" y="3732295"/>
            <a:ext cx="227699" cy="237626"/>
          </a:xfrm>
          <a:prstGeom prst="rightArrow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3"/>
              </a:solidFill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2720752" y="3284984"/>
            <a:ext cx="808544" cy="5760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822324" y="5065658"/>
            <a:ext cx="8307139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500" dirty="0">
                <a:latin typeface="+mj-ea"/>
                <a:ea typeface="+mj-ea"/>
              </a:rPr>
              <a:t>다른 서비스 </a:t>
            </a:r>
            <a:r>
              <a:rPr lang="ko-KR" altLang="en-US" sz="1500" dirty="0" err="1">
                <a:latin typeface="+mj-ea"/>
                <a:ea typeface="+mj-ea"/>
              </a:rPr>
              <a:t>메쉬의</a:t>
            </a:r>
            <a:r>
              <a:rPr lang="ko-KR" altLang="en-US" sz="1500" dirty="0">
                <a:latin typeface="+mj-ea"/>
                <a:ea typeface="+mj-ea"/>
              </a:rPr>
              <a:t> 구현체들도 사용하는 </a:t>
            </a:r>
            <a:r>
              <a:rPr lang="en-US" altLang="ko-KR" sz="1500" dirty="0">
                <a:latin typeface="+mj-ea"/>
                <a:ea typeface="+mj-ea"/>
              </a:rPr>
              <a:t>Envoy proxy </a:t>
            </a:r>
            <a:r>
              <a:rPr lang="ko-KR" altLang="en-US" sz="1500" dirty="0">
                <a:latin typeface="+mj-ea"/>
                <a:ea typeface="+mj-ea"/>
              </a:rPr>
              <a:t>오픈소스</a:t>
            </a:r>
            <a:endParaRPr lang="en-US" altLang="ko-KR" sz="1500" dirty="0">
              <a:latin typeface="+mj-ea"/>
              <a:ea typeface="+mj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500" dirty="0">
              <a:latin typeface="+mj-ea"/>
              <a:ea typeface="+mj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500" dirty="0">
                <a:latin typeface="+mj-ea"/>
                <a:ea typeface="+mj-ea"/>
              </a:rPr>
              <a:t>각 서비스들이 통신을 할 수 있게 해줌</a:t>
            </a:r>
            <a:endParaRPr lang="en-US" altLang="ko-KR" sz="1500" dirty="0">
              <a:latin typeface="+mj-ea"/>
              <a:ea typeface="+mj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6289152" y="3290373"/>
            <a:ext cx="808544" cy="5760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/>
          <p:cNvSpPr/>
          <p:nvPr/>
        </p:nvSpPr>
        <p:spPr>
          <a:xfrm>
            <a:off x="4422459" y="3284984"/>
            <a:ext cx="808544" cy="5760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47777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1BEF1B6D-EDD0-46B0-8C4B-4503BA8E5168}"/>
              </a:ext>
            </a:extLst>
          </p:cNvPr>
          <p:cNvSpPr txBox="1">
            <a:spLocks/>
          </p:cNvSpPr>
          <p:nvPr/>
        </p:nvSpPr>
        <p:spPr>
          <a:xfrm>
            <a:off x="294114" y="264068"/>
            <a:ext cx="7444968" cy="42862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400" b="1" kern="1200" baseline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</a:lstStyle>
          <a:p>
            <a:r>
              <a:rPr lang="en-US" altLang="ko-KR" sz="2000" dirty="0">
                <a:solidFill>
                  <a:prstClr val="black"/>
                </a:solidFill>
                <a:latin typeface="+mj-lt"/>
                <a:ea typeface="+mn-ea"/>
                <a:cs typeface="Arial" charset="0"/>
              </a:rPr>
              <a:t>8. </a:t>
            </a:r>
            <a:r>
              <a:rPr lang="en-US" altLang="ko-KR" sz="2000" dirty="0">
                <a:solidFill>
                  <a:prstClr val="black"/>
                </a:solidFill>
                <a:cs typeface="Arial" charset="0"/>
              </a:rPr>
              <a:t>ISTIO Architecture</a:t>
            </a:r>
            <a:endParaRPr lang="ko-KR" altLang="en-US" sz="2200" dirty="0"/>
          </a:p>
        </p:txBody>
      </p:sp>
      <p:sp>
        <p:nvSpPr>
          <p:cNvPr id="9" name="AutoShape 2" descr="data:image/png;base64,iVBORw0KGgoAAAANSUhEUgAAARgAAAEcCAYAAAAcH6uaAAAAAXNSR0IArs4c6QAAAp50RVh0bXhmaWxlACUzQ214R3JhcGhNb2RlbCUzRSUzQ3Jvb3QlM0UlM0NteENlbGwlMjBpZCUzRCUyMjAlMjIlMkYlM0UlM0NteENlbGwlMjBpZCUzRCUyMjElMjIlMjBwYXJlbnQlM0QlMjIwJTIyJTJGJTNFJTNDbXhDZWxsJTIwaWQlM0QlMjIyJTIyJTIwdmFsdWUlM0QlMjIlMjIlMjBzdHlsZSUzRCUyMnZlcnRpY2FsTGFiZWxQb3NpdGlvbiUzRGJvdHRvbSUzQnNrZXRjaCUzRDAlM0JodG1sJTNEMSUzQmZpbGxDb2xvciUzRCUyM0YwNjY1MCUzQnN0cm9rZUNvbG9yJTNEJTIzZmZmZmZmJTNCdmVydGljYWxBbGlnbiUzRHRvcCUzQmFsaWduJTNEY2VudGVyJTNCcG9pbnRzJTNEJTVCJTVEJTNCcG9pbnRlckV2ZW50cyUzRDElM0JzaGFwZSUzRG14Z3JhcGguY2lzY29fc2FmZS5jb21wb3NpdGVJY29uJTNCYmdJY29uJTNEdGhyZWF0MSUzQnJlc0ljb24lM0RteGdyYXBoLmNpc2NvX3NhZmUudGhyZWF0LnRocmVhdF9hNiUzQiUyMiUyMHZlcnRleCUzRCUyMjElMjIlMjBwYXJlbnQlM0QlMjIxJTIyJTNFJTNDbXhHZW9tZXRyeSUyMHglM0QlMjItMjAwMCUyMiUyMHklM0QlMjI5NjAlMjIlMjB3aWR0aCUzRCUyMjQ5JTIyJTIwaGVpZ2h0JTNEJTIyNTAlMjIlMjBhcyUzRCUyMmdlb21ldHJ5JTIyJTJGJTNFJTNDJTJGbXhDZWxsJTNFJTNDJTJGcm9vdCUzRSUzQyUyRm14R3JhcGhNb2RlbCUzRV5Rg9QAACAASURBVHhe7V0HeFvV2X6/eyV5xpKdAUkIK4SyV8JeoYyyYssJpqUFCiSWCRAg/IxSoJhRRqFlEywnJYwCJSSWE1YZBcoKK8xAIOxAQkhiSXa8JN37/c+5joOHxpUsyZJ8zvPw0KJzvvOd95z7+oxvEGSRCEgEJAIpQoBSJFeKlQhIBCQCkAQjF4F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0BWI+CvmTbBXrdwZVYPIoeVlwSTw5M7FIbmrXYucRQWzKA7Hl07FMabbWOUBJNtMyb17YWA1+X8UgW/MMzdeA4BuoQnsxCQBJNZ8yG1iQMBBhS/q/J7AHbW9fNL5zbeH0dzWTUNCEiCSQPIsovUIMC1tRbv6g++V4DRAFY53J6tU9OTlJooApJgEkVOtht0BPoQDBNwtd3tuW7QFZMKbEZAEkwGLwaeXVW2trltTLFitbAeDMFi0UPFamsglNfR5l/TuW3ryDZasCCQwUNIqWp9CAYErLa7PWNT2qkUHhcCkmDigis9ldk1ZYSflcdBdETYHhkaEdoAtDDjEyLlgRL3oscy+ZKzqaZiSlld45JkIhiGYKCDLih1N9yZzH6krMQRkASTOHYpb+mrdl7OoNkgHhltohgQf70Z4BaF8Jwe0u5zzHvyxZQrGKMDrqoqbi4NPaYz78bES8vcjb9Lpk59CaZLNv3ocDdslcx+pKzEEZAEkzh2aWkpjkn+1sBFAF0KwGqmUyKEWMeHrGgPlNYtuctMm2TW4dqq4ubV2sU69IsIGEZApwqUF7s9zyW1H0DxVVesIqIxm+Uy0BbUdh4zf8mKZPYlZSWGgCSYxHBLe6ufZ5x4vFWx1BEQz19ncfG50gblmgL3okfSobR3evneiqo8qQNjeiyu7x1uzzap6N/nqvQBbO8pm5kfLK1v/GMq+pMy40NAEkx8eA1qba6dnO9f43gSjCPjUUTsaHQdzzrcngqi1Bmjbag+6SALaS8yOL+Hfkyk/MVet+j6eHQ2W9frcoYIUHsRDNDiCDi2pvnzfWblyHqpQUASTGpwTalU34zyW6GQODbFNX/ilaXE7RmXistg/4xpx7OiLwFY6Tl4AnW0IjRujHvJ+mSDIi7Dfayu64cCA2TRDrTPWbI02X1KefEhENcCjU+0rJ1KBHznnngkBy3PEdDrg47VJzO3QlFOL61rWBSrrtnffTWVR4PxFMD974gIbzrqPAeZlRVPveYZJ1WwGvKwuOXuW5huddQ3XBKPPFk3+QhIgkk+pmmT6KuuuAlElyXQYTtZ9Kn2exc/m0DbXk2WV1UVj3EE1xKhMKws4kscdY23DrSfcO391c6nmHB8WNnMSx31jQemol8p0zwCkmDMY5VxNZmhNJ9d/ijrysninTqeQqCm5iLLhHG3LWiKp13fur5q5/MgHBVOBgP+IGPyqHrPBwPpI6xsl6vQj59/AjAsPLHRD/k6jsyvb/gi2X1LeeYRiHNZmhcsa6YPAb+rci2DR8Xbo868uqy+MWHLV5+rsopZ/zdR+LsgJvqktK5h93j1MlO/ZfoJu2mq9eModYMBTS8fNW/guzQz+sg64RGQBJMDK8M/c8oBrFle73vBamZoBHrK7m440UzdnnW4qsrmLw2KQE8RHQwZ8JS6PZXxyjZT31ddeQuIL45al/FnR73nRjPyZJ3UICAJJjW4pl2qv6ZyDjOfnUDHDGvoaMc98Vn++qZPnQFVrx+MD3yda+poK+kfgTEiWv8EvdbuXnxNApjIJklCQBJMkoAcbDHrZ5841tpq+ZiB0nh10RmflY717UO1L3eYbet3OZcysH+0+opCrpL7GqKTkNkOe9Tzzaj4MxT6a6ymBNxtd3tmxaonf08dApJgUodtTMnGC0yJNrx03qLvYlY2UcHvct7GwIUmqvarwrpycencRX8307bJVXmISvrzzNTToK5XU7GwdOKzSuuSGwRqVVVVWbEjuIwIMS2DFeInSuoaq8yMSdZJDQKSYFKDa0yprTOrJgb14F0WRm2yfHS806duQ4r+AQiOmAr0qUDM35T4bDuZCf9g5v5D2KZYFJo2LIn2NkJls7sXY3iMFxz1nqPjxSKe+sLYj1JgRBiPDplcVxLMIM2O/2zn06zjaCsrBxXVL3onWWp4q8s9REpFAvJ0C6mnFtctfDRWW2+181UiHBKjXiAU5MNG3N/4Vix5Zn8XrhLe1Y6vN0Wwi92M8Zyj3vOb2BUTr7HR5bywCMq/yb1oTeJScrelJJhBmNuWmVWHa6Gg8Cy2tfisw8ctGJgtSs8h+Fy/HQ90fpnIsBhYUur2lMdq66upWAOmLaPVI6A1xJZjhtc/8UYseWZ/97oq/wHos8mk0Q+DFpS6G042Kz+Rel6Xcz4zWsrq5V1POPwkwSSyqgbYxldT+QqYDwOYHe7GuEz9Y3Vt3FGUBlcRIljWRhVATXZ3g4g9EzE6f+v08r2DqvIqgKKoohiBkI0PG3FPcnYwIv8RWF/BfXydoumggG4pcTeIMBcpKz5XxRqAfmrxWo9M5h+KlCmcZsGSYNIM+PrTTxxrybd8BSBPEIw34C/bbv7LSfP6FUGY/D++/yqIDoh3aATSFMLJ0e5NmlwVNRbQnTpgi7GDYY24IhlR7N51TSwcz1t/S8Qj4xlTiPSrRtQtTokXt9CDzzjD4bf5NwD6RpBykqOu4fl49BsKdSXBpHmW/dUVDzPRH7q6ZdahHFbmbngtmWr4XeVXM5TaRGQy8xOl9ZFfXsy+VCXzFak3ZuZGxWAEdZw1KoWpTLwznPNJwR9BCCGkzHTMWzTXnHZDp5YkmDTPta+moglMhq0KgXRd044onbf4f8lUY/25FftbgpRYqAKmHxz1DeMi6eOd4XyBFHPxaJJhByPcEQB+PG58GOutun5M0bzF78fd1kSD2lpYLlzt9AMoZEBnnc8vm9t4j4mmQ6qKJJg0TjdfcMoWvvb2n34BnZksfHwyvJr7DEPxVTs1k3ehfZqS7nA39Arg1LNCVA/mvpJIuWoggaa6wkDwM+gTUMrMlDHwhQPK5FS97mw4u7Ja1dndrYuu83mSYPrPjCQYM6s1SXXChVdIRXhHkfGw2eXsYJMxfHsNj4GOjrYttnzouZ97/nfxRLzuR8dONsITAMabgYRBi0vdDYk8maPlnKknaSFdPJlbzPTVt44CWlCSohcknjw53z+hdCWIN4cvlQQTfpYkwSSyehNoIy5ffas/+JSACb0+XOAHEa82mVHmNhHMBkb8BneGbsQrSEeeTlDBSgGI88mInsd5RLCGDfAUBhMCAgT6l0b6q2D+ttS9+CUz0HlrKs5UQG7mxMjFGIKC0+33eR4y01+8dXyuiusBuqJnO0kwkmDiXUdJrc+zjivxBfJ+JEZxL8HEIXuTrciMBa1ZhbgWFv+Pzh9A2MJsmxTXCzK4XcSgYcZqRcE7pFleYpU//U+T8t3Jm5LHCYz8nfl/J/B0EfUyUZ3E3RbDtqPD/W/xWpfU0mVn1LEMoBJJMLGhTXgSY4uWNXoi8NNpx4zKLyhcHe4+IZ/pV8kMjGTsYKqdqzlzCCbsYhCEozN/quuhB1TYQKpew8Ckga4cBi//4Av/pCNeNu+8abbPZlfl4zq4n3+T3MHIHYzZNZSSelEDJDFesdd7fp3MY1KTq2KNgujWtikZaEYI1S9zuBf/Ldmq+F2V1+vQr+hrSSxCArO85I3wRyTZsyDlhUVA5AsiVVkW7kdiCpQUB7en2578caDwrZt5wkQbW6/TdT62695kaBVxPPqP11LQfexK1uibayqm6EyNXUk0+5WAxvrM4fWL/5ms/nJFzpBbgIM1ca2zyvcOdoYnGKETMf/LXt94aiL6iSPRxpppLo21Cwk0IR5z+kT6y+Q2RPjUXufZNZk6Gl7qqi7Cc4aN/0vAWgqok0vmL5TZJPsALwkmmSsxiqyWmopddKbl4TJsiGY6c0eezgfFYxgmUrS2rdWPCmnabQzaOpGQmWkafnq6YbDGoZOHz31SPKUnpQgfKIb2IhgRjQ/FnU+pu3G3pHSYY0IkwaRpQjec87txaqhDBJaKjDnjP456z7GxVBJWpBesmnYiVO1vxNhBmATHajM0fuevHO7GHZI11o0zp+0RDIU8RLRdVJkm5y1ZemWTHLkw0zRbXU+weSJmSPj8QZv0iBXmsXX61BMCin47EZL2IaUJgtR2Q9AVXa8uSdI9SJehnzYfoOhe48ZfDOUau3tRQr5fqQVl8KVLgknTHBhezqs/+ATAr6J1KY5QShgjMRE5zc/qo6TgKLOGbmkaWkZ0I+5eVvKqfSe532sbqEIi7gyBZ5uRI17+dFWdVjpnocdM/aFWRxJMGmfcW+18UCGcFukeplsVQSC6Sq7hmwJmN9c4b9AYFyQW4yWNAxzUrigILXiOY96TCXs0r6+euq8K/XYCDjJ76BS5pUpJnZQqn6dBhTQJnUuCSQKIZkV4p5cfpqjKK7EIpkse6QR+h4HRBIwbiGWrWf1yoF6AGC+ErPlnD7/3sVVmx7MpSNctBDotbH7tKIIG8vpnVr9sricJJs2z53M5A0jECTHNemZ1d4T1FsYfYgVT59lVZd7WQJVCyp/AvG1CY9ZCRznmxZdTKqF+srSRJJg0T1yziOEK+qMIiCRLChEQABPPdLgb6/r2sto1ZUQ+lP9TgHP6+hTFo5GRiaG+cYdkWmDH03821JUEk+ZZWnvBKVvktbeL7bs1zV0Pze4Y79lJmQL3orXtrsppnaRfoLByAIMjxrwxC5QCOqPE3fCA2fpDsZ4kmEGYdW91xQNEdPogdD1Uu+w04sowVLOXt7GAEo6adnfD8Fj1hvrvkmAGYQWIXYytrW0ZEY0ZhO5llwNFgKCrujJrWP2iewcqKtfbS4IZpBn2VTsvB9H1Q968f5DwT7Rbw2iasdRe33BgojKGUjtJMIM02yK/M7H+YEwz9EHST3YbHgECvCXQdpTpYs2tEEkwMXASnsq+6VPH2YDdWNWDsZ4+zcAuZPpdlXMB/QwMwZAKZjDKzDoUtKjKpOI5Cz/KTP0yTytJMH3mZNXsqrKi1sAlKmgqE7YnQGFmAndBJf6XSMWoAx0K4xMQnizxWm82G/KyKzbvsncJyp6ZtxykRtEQsFksBxfem7xUuEMBbUkwm2bZP2Pa8aSEbtSJdjFeG8zEhBWmLCQM+ykA0Aqm0LzSuiV3RVs4flfl2wzedygsrlwZo7h10UG3l7obLsqVMaVrHEOeYDaFUbgTjONB0dOhxpwUNvY5K8DqxSXK8JfJ7e7leOevmXolWL9OmtjFRDJjKhBEgkhcWur23J4xSmWRIkOaYIRzm0XRnwZjRFLnTBAN0ZetgVD56PlLvvhy1nHFozvzzgox/pH62C0EKijoOs51dghf36QOLR3CyGIB8gqAYAAcECYsg1MY3GoFTU3GvdvgjGDwex2yBCN2E8z61Ykm9jI1dQxxe3M/KbqXdHV2qkNZqqPHwXrIUbDuPtFQT/vuKwSXvYngJ8uMjzXjCxFsh/0Glp33hLrlWOjNPoRWfIzQsjeg/TTgcMWmh298FAotLdFHHtl3F2paiKxoIDAkCcbrci5WgBM3eyizcXmbGjCMe5rUrjbxFz//5OmwHXQkYO3vgaD7vWi94xroP4qAeplZ1O13RMHva6CO276fghwKob3uZgQ/ejflyuvAGmhKddm8RU+lvLMh0EGKl37mIeitrryGwCdsCuD8jaaHniCydOSx4hU3MAHQ5i9UoWCHppGVmMaD9clEJIyrRmba07LtiBOQf9IfQZbI7k3aF8vReue14AzcydCIUSia8X9Qt9sx8oIJBbHxhkugpZgkdfDnpWP23o1qa0OZt3qzT6MhRzAtM6sOJy2Y12nJ/yyemCFiate5po7Op1CFzspVAMZkymVt8VW3Qd0qRrSBUBCtt9citPLTjFuleUeVI7/qzJh6dT69AB2Nj8SsN7AKzLqmTpE7mIGh2N16yBFMcmAD/DXOh3TGKQTjSXvQChUUYtiN9RD/jlqY0fH4P9H53ycHTddIHRe6LoF14kEx9Qq++zra6m+NWW/AFRjrNWv+PvH+ARpwvzkoQBLMACbVP3PKAawpLwOUNwAxA2pKefko/ut9UIbZY8rpeGI+Op8XucMyqxRddB0sv4qd9SOw9GW0339HWpQnoteDhcHfjuhKhqewy5WPOneHuE+T8V/MT4EkGPNYha25sdq5V5Dw/mACWTT7Wlh22j3mDmZj7fnQfvphgCNOfvO831Qif2rs6BXt/7oPgf/9J/kKhJEojOsY+JpZ/4QUZRR0TADBz4wfFPAPUJQW0SykBV9UlaL3He5/f5UWxbKsk8H8LrIMqsjqeqsrFxFx5WANSFyOFlZfDGX4yKgqhD56B20P3A3e2DxYqvbrV3GUoeiym6GURTdF0r77Eq23XJEhl9TcZVIpCrFIWyLeITUGtxPTh4qiLCiuW3SP3Omk/AE1Y9ZxShURzovNLqeXgZKUdhRFuGWHnWH7zVRYd90bUCNfCwXf+C/an5gPbjX+AA9qEce6oouuhTJm64h6iCd2beWnaH+sHtziH1R9zXQuwjmIpBAAt4LwtqpYrxs2Z8ErZtrmYh25g0nSrHpdlfUEnp56q5fIClN+IdRf7QZ17NbgQAB5hx8LZdTofg0Cr72AjoUPgNs2Jmn08YuhEgeKzr0C6rb988cF3n0dvPZH8MYWaD98i9DK5V0HluwsRqaDYGfINeJB4z5nSBVJMEma7g1nV1arzHeA0WWnnwFFvCwVzboK6vid+pPMW6+g46F7B+XIoZQ4UDjzT1C375+DLiguch+6B8K4LpcKgToooOxdMn/hilwaV6yxSIKJhZDJ3/2uyie5y4AvowrlF6Dw7MsM8/u+JfTh22i97+a0+ispxSUonH1NWLudwGvPo/3hOdm8W4kx96QT8Q32Oo+woxoSJasJRsRu2aq1tGOw/UXWn37iWGuB5VtmWDJx1YijU6HrYljE/UyfEvrsQ+N+Q4/L16fvsjF3fKGiYSi+5K9QRo/rp0fni0vQ2fDwoOyo0jlnRAhpuj6rrH7xfensd7D6ymqC8bkqrmfGuNL6xj8OFoCiX5/L2QCGM9U+RwMaY34Bis67EpYJu/QTI+45xM5B++aL3r+pKtRtJ8Aybjso2+wAKiruMugj6gqD012YobduhP7zGmjffwV93U/QVq8CQsHNVcSFbuHsa437ob4l8MISdCx5FNzRPqAhDn5j6gA4SMAGJu7QdTJAElfuTGwjUop01tZayDJvWN2iqHGDBn8sydEg2wnmUQIdWeL2bDlYT4LfnDHZUWpzrEupV3Zy5hrCKK/wgqthCXMnI0im86nHoX37JWiYHdbd9oa6wy7GC494So6n6OvXIvTlZwh9/B70H78FCopQ8HtXWEfGwMvPoGPRg12hJbKsiNciBfCzjhW6Qq9B549Um77efu/iZ7NsKClTN6sJxu9yLmXG/jrjtLK5nodThlIUwSKhPRFOG4y+E+nTIJnz/wLxrN2viJ2I3xs3oUTVQ+x0dA1Q+58ejSfzh+eAtey60CWQrrP+MCnKw466hucTmYeh0iarCcZX7fwchB0HKwnWylnHlYzozPuJkDkvR6YWbl6+8URsxjzflLwEKgVef9F4Lcq252cGfCEou4x0L1qTwLCHXJOsJhi/y/kOA5PErGmEO4bXeS5M5ww21ThvUBiXp7PPZPVFZSNQePp5YV+XktVHJDniGNZ2383QvetT3VXy5YtLWi10yvC5Tz6RfOG5JzG7Caba+RQTjhfTQoAW0kO/S9fEs2vKCD/U9wBENkPN4PVi2f5XyD/FBXXr/gGeUq62phk+RR1P/juj3BZMj5voUUddw+9N1x/CFbObYFwVdzPo3O75I9DP7VrgyC3nPfVJqufUf075sRxSnkl1P6mQr249HgUnnwU1zItSKvoLK5MZoa9WoH3eP6A3Zd1OZoPD7UluHOe0AZ/ejrKaYDZMP3GGqlrqe0FGWMUh5dDSeYtSGh8yWxPYi8BUBWdeEDtAVZrWob5hHTbeegW4STzEZU1hnZXzymRu6pgTltUE01FduWMHsciy1ysei9jJ/JzXMWHCXc+kxG3Yf7bzNNZx/yYTh5ggZ0oFZeSWKLrgaoh/Z1LRfU1ovfUKw34mWwoBb9ndngP66ltbC8vhL0+2TJ7cfyQLlo/UP911gX51LfTBMqtIN75ZTTAvTZ6cv8+Ojle7L3p7gicsJsG42+72zE4GqN7p5YcpVuVPuo7JJPyNsgw5stpQfNU/oGwxNhlwJF2G9tUKIzB5FtnDaKRqh+iaZT8CHwHmnUDKKDDbjfgNYYybxZIRmUEhwjoQNWma/prFynfa5yxZmnRAM0Rgln0m/VFrqik/W2FlTkQ8GesJeKykuOQmuu1B096s66ord7SSfgQznagQDmSGsDYT3vhZWay7TUThrCszV/f2VrTe9zeEVmRP2mci6MwiIgwL2+b4sTUyTpAu8i8R83KLqj5RVKDeT7ctaIpfWGa2SACVzBoIV1UV+0uDqzdlCQivnJhIBe3EWMXE70PHtyqUzqDCm8PwM+sBYioj0HYKMJ6JxgBcnG3HoEizQ8LJ8PTzQKPHQi0dGTa9yWDMrIjxIi55A2+9gsCrzwGDmGhtMMbfs08RxgqAn4jvCUK9JxdsbbKeYMQEbahxXmdhXGnO5W6wl9Hg9U+KApSNgHXH3WHZY5IRLkH4Fonjk/AvSksRZ4fODmi+DdBWfIzgO68abgWy9EBAHKJA68B8Q+nc7E5Zm6ZVldrlIy7WLljt/IaArVLbU3ZJF97TyvBRCH74DtgfZtetWiDsYSx77QfLr3Y3Ln+FK4FRkkU43ZcR4ln6848R/Pg9hD79ALqIDRwhiFS+81TDCC/4+ovgHg6T2YV+crQlpqUlHcUV9NBDPydHYnql5ATBCMjWnn7sHnn5+cty5Ugz0GUgIsYV/+X2rmwDoSBEOITAGy91fdiRii0PqnBuLBsBdZsdjEBVIs6vIUPsckwUcUkr8klrn39sRKPj9T8j9ON30Nesiu4WoFqQd+gxsB56NNSx24DbWtF629XQVn1totdcr0IbdZ1nDpa/3UDQzRmCESD4XOWXgpWbsvcq9pepJHtpV57m8TuBVAtCq79DcOkr/UMqRJj9glNnwnboMb1+FR+/9uVnCLzzGkQA8IhxeUVMX3FtKTJFWqwgq9XwsI4awpl1cDDY9Qokdh0d7WBN63J0jFDEbkkc06x77w/LbhOhlPVOminuZdr/eXv09U1kZIS07rW/8W+y2RD471PGnU4uFQJpOvMjpfWe2OkXMmjgOUUwm0kGyl+zIXxC5HVARoAo694HAOLeZFMRyeD1dWsQ+uhd46ihr/4+7K5AxG0pubEe6D7u9OlIpI/lpvXQ1qxCaPn70NeuNo4kvH4tWNdTtjzFXQ8NHwl1y62MWLzqDjtDHbONEWcmXNF9G9A25yYjhETfIo5zwlnTsuf+sGy/I8Ql9uaiaWi96zqIYFrZVHp+jH3vE40Tq7gEZrxur/ccmi3jyjmCEcALM36ElIcZGJ4tE9FTT3KUYdi19/xyHxJmEHrTOoRWfIzQB28h9PUKcIvIEtC1LPOOcSJ/WhwxuAKdCH3/NfSfV3cFi/r6c6CzE3qnkWesi3Q628Ht7eCOtsg7ksIikC0fIkyn+BLEDkjsUsRxTexUlNLhRjS7mGlue/TQMxeSseMZvxOse+4Hy467QRnTPzJed9PgsjfRVve3zJl+AYgCDYxOYmwk4rU6k7hX0Znoe2L+2kJoDxFbmKEpRGWk09Y62LCKJMK2DIxl4Kd2aAeMcS/JCv+KnCQYMSFcW2vxrf5gLoDTSDxSZ1FRRm6B4tq7oiaz7zkcQQrBt//XdSwIBVF04TVhswnEDYGuGcG3SQsZT8naTz8aux5xBOl1vFJViPzS4uNXy0aCRCYDccSyWgEaGPTB95eifd5tsB4w2fgnbBybMAMz4g3fe2PcQ052A4K4P9GXWVUs6WjXHh1qmQVylmC6F8ryqqri0fbOv5FCZxBT1ljgFp77Z1j32De+9R4luFN8giLX5vY2tNffiuDy9zdXEqlRiv98a+z82MlSwoSczqefQEfjv0zUTH4VkUGACc/k6/hTfn1Dnzikye8vkyXmPMF0g89VVTZ/qTJOQeBGjTCRmLfJ9BcncdTJO74qoz5cgac4eogjSHcR7geGj1OMzJLp+BD0Fj9Cb76EdhHgUFwyp7EQ4NVB8x0B+7U0f74vjV1nbFdDhmB6zgBfcMoWGwOhnTQtsJOqKmNCGsaAmXQFW6tMowj65viODEX4NH3NJDKD0lRKln2ImSVBBMUx3LjMtB58pPF8KyLzD3Zpc9+C4Htv9CIYseNStxgzaKqJJ3FxnAq+9QpETOA0R8rTSv9fwAAAIABJREFUGXjIUVBwGd3x6NpBAyEDOx6SBJPIPLDLVeindWvBhvtA2ot4aVHGbmtka1S33xGKvSxqitiUKcjctYN5/xf/PLGDKb7oWojL6XQWkZkytPLTrovuFR9DXHwPRiHgC7vb0z+L3GAok2F9SoIxOSHe/5u6DbXwSuAX/yWTTZNeTeQ5su1/GCwTD+669IySizrZnYuPuG3uPyC8nzcfkUpHdOWYDpOmNtn9C3nGMeiDtxF840WExIvX4JcvHJJgws6CJJgwsIhk9j3/s4jdIV6lmtd8sJG5d+yZwV7bZC+D7aAjkHf4caDSFL3Kd7RBW7vGsKo1jiJv/Ld3WAUi2CYdAnWn3Y28SyRekkxa/saDn0gO1/H0AoSWvZlRCdp0xmdl9Z7+CafiGVyO1h3SBLNx5rF7hLSCWcw8CWC7QjScCYWGxUKPQoYJKwm3/IxdBsLvyPCWTtIxRV+3FsFP3kXo7VcRWvW1iEnQlV4kWhJ6cT8lDAMVxXgBs+xzIGwTD06OX5OmoflyV3ifqkGeFUkwkSdgSBHM+nMr9reFqEIHTiWdRzKRVXwSHNUGfpBXr8nuhfFZwRnngwqLTLYIX01b/T2CrzyL4AdvQ2/2DihvtTC0U8Zth7yjphjGcWb9mSINoPlPM8DeDQMaXyoaS4IZ4gTTVDPlFBXqLJ2x56YcRjlHrOI5O79iAIHuO9oNQ73O5zxdrzDJLKoKy4RdDevigWQxaLv3RgQ/fDuZmiVFliSYIUowvprKo4n5Bh3YJ9useeNd+QVnXQjb/ofH28yoL+5VOp6Yn3LfHbLlIf/k6bAd/GtAERmb4yudTy9AR+Mj8TVKQ21JMEOQYHyuynowT88Fz2oz30jx5X8zEtXHW0SMljb3renLT0SE/MpTkXdMZdx3M8F3XkPb3L/HO8SU15cEM4QIRrgGjHWEPgPxkAk+RaqKoiv/YcRyiacI/6W2ebfF0yQ5dRUVecdNQ375KXHJEwTT/mgduHVjXO1SXVkSzBAhmLUXnLJFXnu7OKTH96WlegWmWL5h6PZ/10HEkDFbQl98gnb3rYZNyaAU1YKCqjNgO+IE092HvliO9vl3QORSyqjC+MJRLw3tws1Jzlx28uyqsubW4DIGhI/RkCrW3fZBYfXFQH6BqXELj+j2+++E9l3/OCsRBQi3hS3GGrFbehrZifoiPIOIgCdenYStilkzfRF+oUgc7UZHDrvQUx8jf9LNl2VcJkgCrSupa9hSZBkwNQEmKjFDaa6edqzOvDzVSQRNqJNwlZwhGJ/L+Q2AbRNGIkMaiiDcIm4KCooQy+9JhFIQYRPyK0+DdeJBpkYggk21P3Sv4bNjulhtRvArpXSEYWwnYur2LgTrfodCHTOuK0PAa8+bft4WaWyLxO7LJDl2LHwAoU+WxXyOZxGi37sBgpSiRdUzjUHUiszEeKSEtnCR2x05YI7JzkSmjKay4CKFsT3ZtKMddy8RazsrS04QjP9s59Os47jIMyCWG20kcCcDbdBpJam8Xhf5bHTkESm7ieBUBIiwaIrIcTMYRnXWPSYh76QzU+o0GPr4XbTOucm0pzEVFht3JSJQVOvd1wPBQESYlS3HIr/894ahnRHsKZpRXg8pha5LTBNkXF8Zs+H13eF5GPrPa+JqmlhlbobC9fYtm6+k2pc74pUhLMj91RU3gGgWgEKxVkvdnoEZNsWrRJLrZz3BeGsqp5LOT4R5LWoV4QVDrN07vCD0Eu56ZiNqaxWqrQ0ZrgC1wlq3FqitNdJ4drsH/HzBKSMLOjvKdY1PhsITwWT+YmMAkyPi0Radf5XxIaes6Dpa//EXhFYuN91FwannwHbA4dh402XGc3asIo474tgj7Gk6n3rcFMmI41XRuX+O6w4plh49fxfJ3EQA8TSWIDPeslmUmwrnLHomVppY33lTttMDymUK6FQAmwmFgQdK3Z4z0qh30rvKaoLh2sn5vh/tnxLRdgYywiRXIb/O+KcDI68cyHbVIJzZVY7OjaERHeBpAJ0D8NhUPXtbJx2MglNcvWPLJnm6ta8+Q+sd15pOzyqcFwvP+TOUEjuaL+oTa1pRoBQVg9vawCKwd/duRVFRfM2dhi9S6+3XRM9i0HMXM+tKiOyTqSgi4l/LlTNTITq6TLEeCUFmWsukNwGkEeNnVrgFzNsTlCKCEQpTpGzo9S0yod2qqAcUz1mYPakuw6CR1QTTfHZltaaze9MgmIgW6CG6NBWXYuurp+6rQPMoRsbH5Bd13HYoPPsyKCO2SL7wTRLbH74XgVefNy3fOukQiOwEIjdRy8VnGnFpxEuVuBsysp7m5Ru/CQM6BALQfvgG7Pei8Lwrjdg17Y/VI/C//5jqz3rI0Sg87RxTdeOtFHj5GbQ/6o632aDWJ+D2ZOVVH8yBZDXB+GY434CCAwHSWadLS+cuSqkVltflbCDAmaoJy/tNJfJOOLnrg01yYCvhqNhiOAt6Tasv4uzmVZ4GYkZL7SzjnoQ3tkAX/kAi+LdIVaKoUIpLjMDevLEZ3OwzCEb4RHV4/oXOZ54w1Z86equu3VISQz6IC22RpqXtvpvBHe2m9MiESgxe/hV+2G+S+70BXxgP9niylmDaXZWHdEAXQVeHWwj7Datr/DTVYG6sqbhYY+WWVF4Aq9uMNyLmGz47Ii9RNKIRH3ggAMvW46NG2Be4iOfjjbXng9n8S6rtwCNQIHYVqgWdSx5DxwuLjXxH0Ypl5z1RdGGtUaXt7r8i+PG7pqZFHKkKzrwg5mWv/v3XCP30Q8RwEN1ZENi3AaEvVyD44VumL7RNKZriSgR0UkDdq2T+wl8C7qS4z1SKz1qC8bkq/wnwEapqPWPYnAVxvLkmDqf/bOdprOPBxCXE2VKQS9QIEV0/Gvc3IlRDhDxIoo646Gy745q48h6JGLuF5//FyGMkdgOtt9caO4JIpecxTwQH33jtBXHZrOSf+FvkTfldRPniWb7l8mpjlxTdAT5zw2pEXQFGrhf6rcPdsCDOlZKx1bOWYNbPmFJhIctOjvqGm9OFblfg8GBnuvoz24/Y9RTNumpT9sXwrYw8Qe5bYr7qiJi/4rlc3Wo7WA6cDKVPDODAGy8i8Opz0L79arN9iQh0ZTtgsmGVq/SwJhbpX0Xys9DnnyD4/pubiCHyqMTxMJr7AHvXY+PfrzJyN+VaIUJIgTprWN3C+3JpbFlLMKtmV5XNsy9orq1FKJ0T4qt2doKMW/+MKcJWRaQNEfmUwhWRKzrw4pIuT+QotinW/Q5DQcUfuiLjRQrDqWmbM0KK4491171h3euArr7Fka5vEQZvgU5wix/tj/8TIl9RpGI7/FgU/L4m4u+GY+b9d2RkTJgBLoY2QL/G4V6cQZniBjiiTc2zlmCSM/z4pXhdFd8RKON8nYZd+Q8juFOiBGM79GjkC3IpLgG3t4IKiowdR+jblcDGlq6Ur2O2BhUPMy56RewY4SwpMjYW/K66665IZIP0rYf2/TdAYaFxlyQcMYV1r7ACFulpOx6p65VTqae+sQgmsPRltM+/M+YuLP5ZHbwWzPgOFvXC0jkLPYOnRep6lgQTJ7Zel3MxMab0tlqIU0gKqouXG+vuke1Ioh2RhBtA/u+qoRQUIrDsTXS+uAQFzj8AgU60L34U+pofDI2FEaAIaiUIo/PZhV1HHiIUX36LYb0b+O+TRs5ssVsRz+0ilQl3dhikIGxcbEeeCIRCaH98HkIfv9cPhVhHpMALi9G+4P4UoJd+keJ2TQO7O6BfmS1pYBNBSRJMnKj9PKPiTJtKc/vG7Y1TTNKrC3+kvGOnRj5eRLrkFQRx5T+MJ+eOpxYYKUDEMcp26DGw7nsoAi891StFiXhCN3Y5zV4jraxBPCO3hL7h517+R8IxUhCMJry2H55j1BPpVkRaW0FQrX+7HCLtSM8iyEtE5otU2h+8G4HXX0w6dmkVSGgnYGFHfsHFWwyBHEqSYOJcXSK7QMvqD1r1LuvLjCniklU880YqkZ6pRVaCollXIvDmS8YOpPuORjhcFs68HLpvA9rqbgFEwG/xYrXbRFj23Nd4+hUvS8JpMpwLQb7zD7Bs/6su0vr8481qiYtgy857IPi/5xD85JddjHB2LKy5FJZd9oowBEbLpdOhx2HHkwmTQ0Q6s/4Ng16zEP+tuK5xRSzXgUzQO1k6SIJJAMlM9NyORTCRDO3EUUYEf+p6GeodvsF28FGwHfRriEDgwmhOeG4L+5z8384wyEPsQFqEbU3PmDJEBkkImSK9SOfLz/byZhZP3iJLpe5vQuCFJZvRt4zfGYXn/Cmiq4TYIbVceU4aPKPNLwiRcA3g5wF1vaJy17cUAgKk6QpxE7Hlp5BV/779Z9vKcQsWNJmXnDs1JcEkMJf+syvfZJ0PSKBpUpuIC1SxAxFHGUEEwps5Wml/6B4EXnuhVxUaVoK830w1jh76mlW9m4v0I/sdZsjmZj8C7/wPpFqQV/F7wzZG7GL85528+WikDB8Fyx6TYBm/k7Gr6XzlWaC9jzGqLQ+2g4+EeMLuGTLCdnQFCk6K7Ncn7nva6m9F6OsvgFAwqTgmIkw8xmnFoa1G3Pbkj4m0HyptcppgRFwNWrAgqfEVReoTa1B5msHpzZPac0UKR8Mtxnbdk+wxEcrI0abWqwgwJexI0NkzkgAh74QqhJa9AW3TZW5fYda99oftGKcRqkFv9sO6y55dOw1m+C/4vXHfrWwzHqKeeC0Sr0vBD9+JuNsQtjbipQr6L1bFRRdcHeV41KWRcEUQl8MBkavpq8/6jMMUBEmrRIT19jrPyKQJzFFBOU0w3pqK5aQrn7NOs5PhAOk/p/xYDinCuWZQYnSIewrLr3aH7bBjYNl1n4T8lYQ1rjB+61lEiAVx1yKsbyMVslhg2esA5B05xSATsXsSpWPRgwi88V9j9ySM8oIfvRv3MUY8Zxed8ycjyJbZIgJJBd99zcgyKY5wZmPPmJUfsx7Ro466hgHkiYnZQ05UyG2CmVHxCil0qDC3Z+JPVCh/L3E3PBDvzPlcvx3P3PkgEQvHyrRjJo4jtqPLYd190oBjpoQ+ehet9/UOOCVcDISXdKygTOJupXDG/0FE3RPGc+JFyXiGfvAehN5fGtXPSRm91ebn7r74F519GSx7J37iFHqLS2qxc0p6Tqfwi0ULMCaNqvf0De0X79LK+fpp/1jSiWjzedN20gPaMgBGsNpNHiotpOMTTcWLwVDw31vOe+qTcDp5XeVHEOhIguJi8IgYzi8pGZZwHMw7usLI9wzhYZ2kIgJBdSx+tJc0yx77QvgeCWdCcX8iiKO7KFuMMchNXNyKXU7gpacRXPGRYXcjLoJpmN2w0BX2M8JmRrwuGUXE8R09zojQJ7yZ++6cRBUj5W3NpVH9qEwNW1gMt200fKU6nl0ITdzVpKgwc6uD1AnkXpSOMHkpGkV6xOY0wQgIfTOm3gtFDxNtiHQQd4KxEYQOYvqJwcLW3QFGMRQUgTl/MHYsQm/b5OOQd+JvoQyzJ30liLuM1rpbDBuV7iJ2McrYbbriAYvE9eIiVaR+FfFfxD95BUbc3M7/PQvti+VdRxJFgbrVtrAdfpxBEJrICClCNnS2G5fCglSMf1r8YWPjihAPxZfdFD0Gjq4bNjbC1sZsEZkS2u68Dtr3X5ltkkA9+lGDVq+z+ujI+obUsVkCmmVSk5wnGAG2v9r5FhP2yyTgo+lifHhX3ArFMdyUyuK4InYdIhi3eGomRUHhzMtEeL+I7cXH1zrnZnBT7xQg4vijjt8Z6lbbGAQjFoje4kPos4+iHqFEyE9BNjRySyi2PGg/r4H247ddWQbCFCM8w/TZRjDxiEXE1H33NQReeRaW3ScZmSvJ7og6rm5ZwaUvG35LqS5E5Nd13OEI2m+j+fOFm7csPRAYEgRjkIyr8m0G75sNsy+eeQtnXxMx5snmMQSDxtOxuGTVVvYOh1N03hXGRxmtaN9/bYRgEPYtaS2qirxjYydeC339Odruvn5zojWRMsW63+GwHf6bmKlOgh+9g7Z7bkjbsBjcSkx/ddR7bkxbp1nQ0ZAhGDEXXlfl4wSObIueIRMmnoCHXXuPkYOoXwkFEVr+vmEYF1zxccQo/+r4nVB80bXhPZx7CBUvMO2P1PUjqJRBYctD4SkuWA88IkYwLUbrrVcgFC7+DBHU7SYYOxrLpEOhFA/rp+5gpZlViJ8oqWvM+DWWsvntI3hIEcwmkjlfAdcykJZsAYlOpLhAzSv/fVdkO5Gg/ruvup5l330d7G8Ca1pM0XnHnQRhsh+riB1M5+JH0fnyM7GqDuh3cYwqnHWlqRS34lVIGAYKY77IhQCbDdY990XeYcdCnbCzcXwSr0qtt/wZuhGYKv2FGfNK6z0z0t9z5vU45AhGTMGGc343Tgl1XEegaQCH2SZkxkSRo6zrY2TuetnZ2ByXvQflF6Lg9HNjhqHsYjDNcGoUMXS11avitmWJhpiIV2PZbR/kO081XqpiFUEMrTddGl+K2MIiI9C4Omo0gp8siyv2cCx94v1dvFYqpFxlr1t0fbxtc63+kCSY7knsqK7csQOoZugnKQqNZmbbYL0apWphKWPGoXD6RcYFrJlixID56F10vvy0sRPo+Vxtpn3POkZK2Qm7Iu83Tlh22MUUtKI/kcNI+ybbH2bID9gmOtz/TuVTVrxTkvb6Q5pgeqItjOkIwdPA+q918HgQ7AAVCIBEpseeReQJJZ1COuBXCM0gflNn2ouYd8u0ODFCb3HcKph+kWEgZ7qEQgh98QmCH7xteEMbr03Cg3qTV3VYOYoCsuVDcZQZZv/W/Q+Duu0E012KWDFtc//eKzyE+caZV5MIt9vrPLMzT7P0aSQJJgbW3Rkfe/1lRv8k52svOGWL/PaOTwfVRynKWNQddjai/Yvn4USKvrHFiAEjAlcFnvP03tkQGb5KtokHQdlyq4SN5joWPYTO/yxKRL2MbEOAz+72ZPRdX6qBkwSTRISbXZX/1MFnJlFkUkUJy2CRPVJY5iZaRE6k9rl/7/W6o5SNQOHsa437j4QKMzqeehyBp5+IvkNKSPjAGolg3NDUimBeaIOi0wRotIcqXEaYJjGEIWbkQswdKujA4iHsUiAJZmDrb3Nr7/RpTqjaI7TJLSFJYpMuRvgEiRi6lp32SEw2s5HYXlwIdxfh2V00u9bwpI67hIJodd9i3Puk3WEx5u6VRQLze+zuxvN6VhUpizeusW+vsrJrELiRmbcPl1JYRHSwgC4a5m64M25ccqSBJJgkTGTLmVWHa9bg0wDiuORIQscJihCWwvknnGy4IyRSRPqT4Htv9CIYER5T+BzFU8TzuLhzCX3a27s7HhmprEuET+11nl1j9eFzVVwPpnNBcPSvS/c73A1nxZKRq79LghngzIo7Gl915U9EHPv9dYB9Jbu58CEq+O30yClKInSYDIIRl8atd13fFWohAwsD7SE1eOjIOU/1j04eRt/VZ0zZqdCmPgJg714/E9501HkOysAhpkUlSTADgFnE5/WveX8VmMx74g2gv1Q0Fc6N+SdP7/IJMhmJYkAE09mBzucb0fHsoohWyKkYZ1wyWUChXGN3L+rKgRtH8dc4lzNjl+4mDP641N2Y4Hk0jo4ztKokmAFMTHNNxQKd6aQBiMiYpurW4w2rXyPodgyiSYhgmA2fKRGgyjAYzODCxP9zjN77SKqtTSipX5OrYo0C2lIY3JGuP+qYu3jIBqaSBJPgQm+uLj+LFapjJkuCIjKvmcVqGOSJ9K3CQI5s4Z+04yWY0Kfvo/OlZyD+LWxdMr3ooEPL3A2vJapnc03FFGbFw8zERLeXuhsuSlRWtreTBJPADP502jGjCgoK32ZgmwSaZ3wTwwJ3+x1hO+QYWHbaHSKG7uai612vPn1fkS661jCw23w0EPFzv1qB4DuvIiRM96OE48w0QEIdoa1GPDiwYN6+6orPmGgsgy8pczfWZdoY06WPJJgEkG6qcd6gMC5PoGnWNbHssLORtcA68SBAtRixe9sfq4f2+S/BqkTqk6Lz/2LEgkGLv8vb+7XnDYLJxqIS7zqsrrF3/Is4B7JhxoknkaIeFSwovHooJFiLBI8kmDgXjqjuczl/BpB1r0YJDPWXJkSw7rIXaMzWCInYtz0SoIlodiL8gshZLeKwiJSz2VwY+q9L3YtfGugY3nVNLJzkfi9yJPWBdpAF7SXBxDlJ62dMqbCQ2hDOsKqvKGYGEX2lQX8Imv6jRbXcx0BXOH5ZMhYBZrq2tL7h6oxVMIsUkwQT52R5XRUfEij2syNhPan6aSWj9nmh+zVCWPuSqj0u/A/j7FZWTyMCDFpQ6m44OY1d5mxXkmDimNrHq6psR5cG2yj6LiTIxI1au3ZhuItCn6uiBkx3gjIrt3UcMOR8VWb+tJ30w8e4l6zP+cGmeICSYOIA2D9j2vGsaE9FbMLwWS3KqUVzFkWuI0J31kyZRbp6qySZOMBPZ1Xmjnwoe+bLbAEDRl0STBwQeqsrHiCi0yM0WddZULC72RcDb03FmcTkFqmB4lBBVk0TAlZVOTHWH4o0qZLV3UiCMTl9L02enL/PBMcyJuzctwmBVpaM2XOXeC0/m2oqphCThyCcdmXJLAT4MYe78ZTM0in7tJEEY3LO1p9+4lhLgWUluCtL5ObC8NnH7jUyXnLpbt86c+oJoZD2BBNFjS1iUk1ZLQoCIlecSXcrkWv4h+d8lvEnL1iwKU2lhDYRBCTBmERNxO/tJP6Ee7wAiYBCwWJthxG3DdDq01XxGEC/NamKrJYAAjrzCkVR5oP5CgD985z0kUki7LmKP5bN8TycQHeyySYEJMGYXApraip2yWf6qPsFSTiysYYby+Z5/mxSRMRqfpfzKgZfE8ff14F2OaTaE6gDauiIkjlL3m6uqXyUmU09QRPoHbu7IWsygmbipEqCMTkrLTUVu+hMYgdjYMaMtY56zxjxl86kiIjVvK7yhQRl6kDlyPbhESAgGLTyoSPuaXzr5xknHp9HlgY2ZSZAusJadUn94n9KbBNDQBKMSdyaXJWHKOBXRXWxYHXov0mGObmQ56uuXAXirUyqIqslhAB/Za9r3FE0bampbNDB5WbEMPCDY8xe2yV6x2amj1yuIwnG5Oyur566r4X0t43dC+ApdXsqTTaNWc3vcnYwkBezoqwwMASIL3HUNd4qUtQAnR+ZDXFKoKfs7oYTB9b50GwtCcbkvPvOm7IdBdUvWIeuWqzHDJuz4BWTTaNWW39mxf6qlZbKiUgGmjFkEP3QmZ8/SdgqGUclxfKUuEszU0SOo5W86oqh7rxoBquedeS6NonYateUEYVQPgPR+/Ym64mUpOdLf7XzaSYkFn3bpO6y2i8IhEi/akTdYiOlq9flbADgNPsREPCuolovTtYfl6EwL2axHQpYRB2jcL0fj3GvaazUjKhf9E4yABHJ2vLaOsT9SzzOjxqI1ExL8ZEMPOKVYYSkjLORyBRQUufZvfty3lft/A+AY0wLIrSD6bHOgvzLR60OeZP1hybOYWRN9XjnJ2sGlgpFfWdPvddx36JzkiXbN6O8DoriMiuPdf6flodL1QBVg+gsAg/l+ftC15SLFAvvBuabzGII0MagGpjcM1vAJheQ0+LiKwYzkVez6seL1ynz/Q+tmkN5gcY90zy7qoxuW9AUd8MwDXj26WP9rc2fmTH6Es0JaLG7PSXif6+cdVzJiE7bGwSKmbMnGbpmkgzxggcF0+33eR7q1qupeuo5KvFdDDbjcsE64aayut72S/6aaROg6w8yYT/EkEPAeh3kIVvoBsfdS77JJHwyTRdJMIM0I74Zzjeg4ECT3esWqBcXuxfeJuqLj4FZXwrwL0FwTQrK9mrMeKe03tPP+E14qCus3mYqoBfjP456z7F9seBaWFrXTtulLRiamKfysdCV0SzsnBQw6WgDKe+wFni1IxD4eMuHnhNRDWWJgYAkmEFYIv4a5+2s43wzUfHEBOlMDaX1DZsN8bwu54UEGGQz1IoOvFXm9hwQbtwbZpRfrSpKzFxGzPxtaX3jdkMNu8EYrySYNKPuc5VfClZuAJkLncnEn5bWNfY6CvlqnC+BMTnNqmdGd4z1bUHt0DHzl4SNKO51lb9HUPaJoWyLY9NxMzMGlbtaSIJJ49x2xYDBPLM+Rwxe7nA37tHXHcFXU+kDsz2NqmdMV0QIatD+WFa35NFwSomXOVt7++poITBEWtjVXuuoXRcs2JgxA8tRRSTBpGlim2ZUnKsqdFe3L1O0bsW5n5hvcdQ3/qlvvZYzqw7XrKHngbietn8RQ/wToLRBUbaBpg1aAPJNT8zvqyrPK7YEHvJ35v8d4BlmpkPX9TllcxdHfM3zVVfcRESXRTGia/3Ra91SEowZtAdWRxLMwPCL2bqLEIJzibCDiEcSszC+UNhyacncJxrD1fW7Ku5mpnPM3N/0a094Hpw3c11e87qRbBluCagTAuByIuU4Yt4+pm7JrRBUteA+w+Y9ZSRY+uaMyY7hNvsruomA6grxEyV1jVXR1PHVVDSBqTRcHQa3rvbaJMEkdz7DSpMEkyKQDX8XClxHjEoGRw0mRTAsWjaC6KF11vY/TbjrmYjJm/2uyrcZvG8Can9g91r3j2QY5q+p/JKZx5uXSx3M+nqFSBj+hRj8MzGGM2OCGfIjkA41dLB9zpKl3X16p5cfRqoi8hFFfW6O9JLUU3d/dcXDTPQHSTDmZzQVNSXBJBFVrp2c710zrFKFOguM3XRgWGSAhZ0WBRj8jR6iBnIodaV/X/RdLHV8LqeIdD88Vr2evzNzq4O2GEVud8QkYC01lVM1ZpFSJeaxiYBOTef/84f8/9pu/su+Xh+2q/JJBp8QSz+xmVPA99jdjef1bu8UT80XRmvPwJelbs+EaHVaZlYdrmnB54D+2RvkDibW7CTvd0kwycMS3mqnOAr9sWcgbxKhY4xlpZgJAAANhUlEQVQLBwZB6WRwC5g+UQme9QHvg30/0Fjq+GoqgmAyHyicSRimneCoa3g+hmylyVXxqQL6VSwdAKxr2agePO6RhSv71t20CzHlCMrQl5W6F0/sK8PncnYginc5EX1tr2uIudvyVld8TUThnqPlHYyJSU5GFUkwyUCxjwyurbUALxsk8PLLwLqRI/WqBQtC4v8PJEDVhnN+N86idX7LbMpitUsrxp8d9Z4bzQxzU6YDE8GVKMjgS0vdntv7yhW7uObVpd5Yx8JN7XxfYtXYvh7Kza7KJ/XouyBh1eyIhaXXVfkPAs8OM/b2H+UrkpklMeA6kmAGDGH6BBgxaRR9KdhsFgJeH4S6x0j3ojVmtPy52rmXjSBi3sR2voxAXFxVZfOXBpcD2CFWnwxuduQFxlGfOycjNEZA/SrSi5vRbszew2MFgfK5KqsAfqzvnQ4DvlK3J+wFcCyd5e/xISAJJj68BrV2c3X5WTqUuWYuUQ1FNwVYMqs0u6aMaIHlvzp491htGHRbqbvhon47GEDxVTtfIcIhsWQQkb+kybIVhbFH8bkq1gC0ZXgZ5LeP2XNEbIL57XjmzteJsEVPOcS0zl7fMCqWfvL3gSMgCWbgGKZNgvDmhq7PNNmhzx5wbEfz5/e6hI3V1uuqfJzAUZ+Au2TQIoe7YVo4ed5qp0iNOyvW4tJBP5aO2XPbcEThqymvg664wodRMEcwQjd/TeVrzHxwTz3DWUfHwkX+nhgCsdZAYlJlq6QjYNxt/OhYZDY4FTHuttd7ZsWrSLOr8m86+JJY7YjodXtdQ9hdipFil7QnY+60Ijgdir590088EhbLs+D+mS8Z8DvcnrJYdzBCTrOr4j4dVNOLYHQ8UDrXc0asMcrfB46AJJiBY5gWCVxVVdw8PPg46yai3zHY7vZYiOLPeLDhnJMOUkOh12MOinmpo74xrDe4QQ6qRTwRR7ZnMd6p6U+OuoabI/Xld1Vu4HAe4wyfo97cHUpLTfnZGitzevShMeiiUnfDnTHHKCsMGAFJMAOGMD0C4iIY4p8cdY2jE9HMcMaEEvGj75YZLRC2QTCK5floOxgi7igZ7S+l2pfFk3TY4nc5P2fAyATQsxDjO3u9Z1sz4/PWVE4l5oU96vpULXhotwWxGRmyTuIISIJJHLu0toyLYHRljmNuYpH3/C6n8JfqZfwWdqC6/nfH3MUXh/utZUbFuZpCd0cDiJlfKq1v/HW0Or4a53/AOKZfHaJvHXUNpsItiNS8gZD+ZHfKWCL61F7XMOQCdaV1sfboTBLMYCEfZ78vTZ6cv88EE3cwDFYV3m1YXeOncXZhVPdVO58F4TfR21JQZ+38svrF94Wr53U55xFwVkQZzB0arEcOr3/ijWj9eF3O+QTDcLH3Dkahpfb7GkwF62qqqZiisOLpjlLHjLtK6z3nJ4KNbBM/ApJg4sdsUFowoDTXOB9gxqnRFBAhJe1ujy0RJb3Tp24DVX+RgKhWskxo7wBPGh2GxISePpfzXQL2jqgDUYOj7pcAWpHqRTKUI+B2u9sTzoCunyhBMCpoETMsIoVsMKhPHnG/jKGbyPpIpI0kmERQG6Q2G6rLz7KQMjd6yAf+yuFujGnkFm4IwpDPSvpzDDiiDpH4W0dd+IhwYqe1944OEbe4IJwM4RdlUbCfmR1Wi6vyfI35jj5P1QEF5CpxNzxgZhqMHYxODSLAF4M+cXgtE2UmADPIJaeOJJjk4JgWKYYDXyj4UtTL0wFkIVw/Y0qFqige4d0ddZdEuMNe5wnrkCgCoze3BteHI0EhVSGaNqyuYZEZwDbWTDslxNq/ekX7J/ZaFMvk4jkLRWbGmKXriETiktfKwOxw7g0xhcgKCSMgCSZh6NLfcJ1r6mgL9B8iRmsj6KpO1w+rb7g6Ee18Myv+DI3+Gr0td2ps/XWk+5NNT9QvhN+94EuHz7qr2R1Em6uyqpP539SD8UTyM7vbYzpcRdcOBo+DSLcXFGxPdzy6NhFsZJvEEJAEkxhug9bKV+0MRYrnK8IotBHvE+5uxIzCvurKRSCOmnNbYXqwpL6h38Vrt/yW6sprNOK/hOmPQ0E+MJ77D79r6u911v5F3U9AxlZGucbuXhQzsHd3/15X+REKFA8Yr9nrPTHDSJjBSdYxj4AkGPNYZURNb7WzlQiF4ZQxfHvqGkxZuIZr762uWE5Eu0QaqLhADkDZJpLzpLA29q9xLAbj6J4yjA0I4T57XYNZNwej+UaX88IQ47buExuBOxUtNCkeG5bVZ0zZqcCqLgl0dkzb4sFnTR2rMmKic0QJSTBZNpH+audbXcnB+hcGe0vdjQnlSmqdecLEkGZ9hoGRkSGh+x3uhojPzyKZXHNr8zsM9DLyY+bVjrF7bxPLObFvv/6ayjnMfHb3f2fmF0rrG3uRV6zpY5er0Id114dzzIzVVv4+cAQkwQwcw7RK8FVX3sLEF4ebOJF32V7nSciIrLmmYorOJEIbhN0dAYiZ6mNT/GER8rKneqwHtT+U3R8+C0A08ATBgLmm+8K4DdrIMe4lIqJfXKX5vGk7ldy9MGyak7gEycpxIyAJJm7IBreB4Uioao3hnAAJvNzubtwtEQ2bXBU3KqB+WQyELCN+rsJn9EzXGq6PppoppyisPtLrN8KLjjrPUYno5HNVLgTYSDhHTEvt9eaM6xLpS7ZJDQKSYFKDa0ql+lxOEbt3676dDMQMvslV8agC+l04xRm0uNTdUBFrUN4ZzgtJ+SXjJDEFFIvlmGFzFpgKodlXvjDYA2MiFITsnY6R8YaeiKWv/D31CEiCST3GSe/BW13xABGdnkyC8c6oeIUUOqyvTHF/UlrfONbMIPwu51UMXNtdlxmvltZ7+sk0I0vU8VY7vyXC1jpRXVmcF8Rm+5D1UouAJJjU4psS6eIookJ9UJi/9+xgIDsYr8u5kvqEuSRCCJpaYZ+78GkzA/G7ymsZSpcNjvAZULi8pK5xiZm2fevU1sJy4eqKFToQunNM4261tTBiGsuSXQhIgsmu+er6dkVsmLLQB33zGCWdYIB3S9ye/c0EdhJ69SQY8aQdtPKhI+5JzO/HO718b1ZpekdAvztSHuosnLohp7IkmCyd8r73HWIYAyEYX03FGnDvGLg6ab+PlAM6HGxel/NCwuY7mLagGjxs5Jyn3stSiKXaSUBAEkwSQBwMEcJtwAptBUAl3f0PiGCqnV7QL06ORPRTSaFlV7ptgXBcNFWEL5OFVI/xSE3sDVlwXKI7GFMdykoZj4AkmIyfosgKbkr0Nn2gBMO1sPhXV2zoSVY6uK7M3bjZyM0MTCJdLnPHh0RUxIy1OixTY8V8MSNX1sleBCTBZO/coWX6CbtpqvXD7ti3xPjMXu+JaOofaaiCYJpXO9f1DNOggw4tcze8Fi88vhrnS2BMBvgnja3TJMHEi2Bu1ZcEk+Xz6auuuAlEl4lhMNHXpSZSqvYdcl+CEa9HJTzKHi2XdSTYNpxdWa3q7CZgbYjlDibLl9eA1ZcEM2AIB1+Ar6aiCUylIql7qbuxOF6NBMH4VjubCBi2qe0HDrcnckS6KB0YmR0doY0MfaXNYju9aM4Ceckb74TkUH1JMDkwmetryq+0QLmGmNpK3A12s8/KPYfudzlXb3ZSjCOfdTj4DENAhSYUKnkX2eb8e2kOQCyHkCACkmASBC7TmvmrK98E6SNLimz7xfPy0z0On8u5DJvi6CoBdeeS+Yk7B4qwDb7VjnsKmG7Or2/4ItOwkvqkDwFJMOnDOqU9bTjnd+OgdbiCoeC/t5z31CfxduZzlS8EK1OJSC+pa7AmkrStZ58iTEIidzjx6i3rZzYCkmAye37i1k5Y6Cd2RCq/mqFeDPB6h9tjKudQ3MrJBkMOAUkwQ27Kww94/bkV+1uDyl1gaDIsglwUyUJAEkyykMwBOc3V5WfpUHd21DdckgPDkUPIAAQkwWTAJEgVJAK5ioAkmFydWTkuiUAGICAJJgMmQaogEchVBCTB5OrMynFJBDIAAUkwGTAJUgWJQK4iIAkmV2dWjksikAEISILJgEmQKkgEchUBSTC5OrNyXBKBDEBAEkwGTIJUQSKQqwhIgsnVmZXjkghkAAKSYDJgEqQKEoFcRUASTK7OrByXRCADEJAEkwGTIFWQCOQqApJgcnVm5bgkAhmAgCSYDJgEqYJEIFcRkASTqzMrxyURyAAEJMFkwCRIFSQCuYqAJJhcnVk5LolABiAgCSYDJkGqIBHIVQQkweTqzMpxSQQyAAFJMBkwCVIFiUCuIiAJJldnVo5LIpABCEiCyYBJkCpIBHIVAUkwuTqzclwSgQxAQBJMBkyCVEEikKsISILJ1ZmV45IIZAACkmAyYBKkChKBXEVAEkyuzqwcl0QgAxCQBJMBkyBVkAjkKgKSYHJ1ZuW4JAIZgIAkmAyYBKmCRCBXEZAEk6szK8clEcgABCTBZMAkSBUkArmKgCSYXJ1ZOS6JQAYgIAkmAyZBqiARyFUEJMHk6szKcUkEMgABSTAZMAlSBYlAriIgCSZXZ1aOSyKQAQhIgsmASZAqSARyFQFJMLk6s3JcEoEMQEASTAZMglRBIpCrCEiCydWZleOSCGQAApJgMmASpAoSgVxF4P8BJDBLwZvO5hIAAAAASUVORK5CYII="/>
          <p:cNvSpPr>
            <a:spLocks noChangeAspect="1" noChangeArrowheads="1"/>
          </p:cNvSpPr>
          <p:nvPr/>
        </p:nvSpPr>
        <p:spPr bwMode="auto">
          <a:xfrm>
            <a:off x="155575" y="-319088"/>
            <a:ext cx="666750" cy="676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" name="AutoShape 6" descr="data:image/png;base64,iVBORw0KGgoAAAANSUhEUgAAARgAAAEcCAYAAAAcH6uaAAAAAXNSR0IArs4c6QAAAp50RVh0bXhmaWxlACUzQ214R3JhcGhNb2RlbCUzRSUzQ3Jvb3QlM0UlM0NteENlbGwlMjBpZCUzRCUyMjAlMjIlMkYlM0UlM0NteENlbGwlMjBpZCUzRCUyMjElMjIlMjBwYXJlbnQlM0QlMjIwJTIyJTJGJTNFJTNDbXhDZWxsJTIwaWQlM0QlMjIyJTIyJTIwdmFsdWUlM0QlMjIlMjIlMjBzdHlsZSUzRCUyMnZlcnRpY2FsTGFiZWxQb3NpdGlvbiUzRGJvdHRvbSUzQnNrZXRjaCUzRDAlM0JodG1sJTNEMSUzQmZpbGxDb2xvciUzRCUyM0YwNjY1MCUzQnN0cm9rZUNvbG9yJTNEJTIzZmZmZmZmJTNCdmVydGljYWxBbGlnbiUzRHRvcCUzQmFsaWduJTNEY2VudGVyJTNCcG9pbnRzJTNEJTVCJTVEJTNCcG9pbnRlckV2ZW50cyUzRDElM0JzaGFwZSUzRG14Z3JhcGguY2lzY29fc2FmZS5jb21wb3NpdGVJY29uJTNCYmdJY29uJTNEdGhyZWF0MSUzQnJlc0ljb24lM0RteGdyYXBoLmNpc2NvX3NhZmUudGhyZWF0LnRocmVhdF9hNiUzQiUyMiUyMHZlcnRleCUzRCUyMjElMjIlMjBwYXJlbnQlM0QlMjIxJTIyJTNFJTNDbXhHZW9tZXRyeSUyMHglM0QlMjItMjAwMCUyMiUyMHklM0QlMjI5NjAlMjIlMjB3aWR0aCUzRCUyMjQ5JTIyJTIwaGVpZ2h0JTNEJTIyNTAlMjIlMjBhcyUzRCUyMmdlb21ldHJ5JTIyJTJGJTNFJTNDJTJGbXhDZWxsJTNFJTNDJTJGcm9vdCUzRSUzQyUyRm14R3JhcGhNb2RlbCUzRV5Rg9QAACAASURBVHhe7V0HeFvV2X6/eyV5xpKdAUkIK4SyV8JeoYyyYssJpqUFCiSWCRAg/IxSoJhRRqFlEywnJYwCJSSWE1YZBcoKK8xAIOxAQkhiSXa8JN37/c+5joOHxpUsyZJ8zvPw0KJzvvOd95z7+oxvEGSRCEgEJAIpQoBSJFeKlQhIBCQCkAQjF4F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0BWI+CvmTbBXrdwZVYPIoeVlwSTw5M7FIbmrXYucRQWzKA7Hl07FMabbWOUBJNtMyb17YWA1+X8UgW/MMzdeA4BuoQnsxCQBJNZ8yG1iQMBBhS/q/J7AHbW9fNL5zbeH0dzWTUNCEiCSQPIsovUIMC1tRbv6g++V4DRAFY53J6tU9OTlJooApJgEkVOtht0BPoQDBNwtd3tuW7QFZMKbEZAEkwGLwaeXVW2trltTLFitbAeDMFi0UPFamsglNfR5l/TuW3ryDZasCCQwUNIqWp9CAYErLa7PWNT2qkUHhcCkmDigis9ldk1ZYSflcdBdETYHhkaEdoAtDDjEyLlgRL3oscy+ZKzqaZiSlld45JkIhiGYKCDLih1N9yZzH6krMQRkASTOHYpb+mrdl7OoNkgHhltohgQf70Z4BaF8Jwe0u5zzHvyxZQrGKMDrqoqbi4NPaYz78bES8vcjb9Lpk59CaZLNv3ocDdslcx+pKzEEZAEkzh2aWkpjkn+1sBFAF0KwGqmUyKEWMeHrGgPlNYtuctMm2TW4dqq4ubV2sU69IsIGEZApwqUF7s9zyW1H0DxVVesIqIxm+Uy0BbUdh4zf8mKZPYlZSWGgCSYxHBLe6ufZ5x4vFWx1BEQz19ncfG50gblmgL3okfSobR3evneiqo8qQNjeiyu7x1uzzap6N/nqvQBbO8pm5kfLK1v/GMq+pMy40NAEkx8eA1qba6dnO9f43gSjCPjUUTsaHQdzzrcngqi1Bmjbag+6SALaS8yOL+Hfkyk/MVet+j6eHQ2W9frcoYIUHsRDNDiCDi2pvnzfWblyHqpQUASTGpwTalU34zyW6GQODbFNX/ilaXE7RmXistg/4xpx7OiLwFY6Tl4AnW0IjRujHvJ+mSDIi7Dfayu64cCA2TRDrTPWbI02X1KefEhENcCjU+0rJ1KBHznnngkBy3PEdDrg47VJzO3QlFOL61rWBSrrtnffTWVR4PxFMD974gIbzrqPAeZlRVPveYZJ1WwGvKwuOXuW5huddQ3XBKPPFk3+QhIgkk+pmmT6KuuuAlElyXQYTtZ9Kn2exc/m0DbXk2WV1UVj3EE1xKhMKws4kscdY23DrSfcO391c6nmHB8WNnMSx31jQemol8p0zwCkmDMY5VxNZmhNJ9d/ijrysninTqeQqCm5iLLhHG3LWiKp13fur5q5/MgHBVOBgP+IGPyqHrPBwPpI6xsl6vQj59/AjAsPLHRD/k6jsyvb/gi2X1LeeYRiHNZmhcsa6YPAb+rci2DR8Xbo868uqy+MWHLV5+rsopZ/zdR+LsgJvqktK5h93j1MlO/ZfoJu2mq9eModYMBTS8fNW/guzQz+sg64RGQBJMDK8M/c8oBrFle73vBamZoBHrK7m440UzdnnW4qsrmLw2KQE8RHQwZ8JS6PZXxyjZT31ddeQuIL45al/FnR73nRjPyZJ3UICAJJjW4pl2qv6ZyDjOfnUDHDGvoaMc98Vn++qZPnQFVrx+MD3yda+poK+kfgTEiWv8EvdbuXnxNApjIJklCQBJMkoAcbDHrZ5841tpq+ZiB0nh10RmflY717UO1L3eYbet3OZcysH+0+opCrpL7GqKTkNkOe9Tzzaj4MxT6a6ymBNxtd3tmxaonf08dApJgUodtTMnGC0yJNrx03qLvYlY2UcHvct7GwIUmqvarwrpycencRX8307bJVXmISvrzzNTToK5XU7GwdOKzSuuSGwRqVVVVWbEjuIwIMS2DFeInSuoaq8yMSdZJDQKSYFKDa0yprTOrJgb14F0WRm2yfHS806duQ4r+AQiOmAr0qUDM35T4bDuZCf9g5v5D2KZYFJo2LIn2NkJls7sXY3iMFxz1nqPjxSKe+sLYj1JgRBiPDplcVxLMIM2O/2zn06zjaCsrBxXVL3onWWp4q8s9REpFAvJ0C6mnFtctfDRWW2+181UiHBKjXiAU5MNG3N/4Vix5Zn8XrhLe1Y6vN0Wwi92M8Zyj3vOb2BUTr7HR5bywCMq/yb1oTeJScrelJJhBmNuWmVWHa6Gg8Cy2tfisw8ctGJgtSs8h+Fy/HQ90fpnIsBhYUur2lMdq66upWAOmLaPVI6A1xJZjhtc/8UYseWZ/97oq/wHos8mk0Q+DFpS6G042Kz+Rel6Xcz4zWsrq5V1POPwkwSSyqgbYxldT+QqYDwOYHe7GuEz9Y3Vt3FGUBlcRIljWRhVATXZ3g4g9EzE6f+v08r2DqvIqgKKoohiBkI0PG3FPcnYwIv8RWF/BfXydoumggG4pcTeIMBcpKz5XxRqAfmrxWo9M5h+KlCmcZsGSYNIM+PrTTxxrybd8BSBPEIw34C/bbv7LSfP6FUGY/D++/yqIDoh3aATSFMLJ0e5NmlwVNRbQnTpgi7GDYY24IhlR7N51TSwcz1t/S8Qj4xlTiPSrRtQtTokXt9CDzzjD4bf5NwD6RpBykqOu4fl49BsKdSXBpHmW/dUVDzPRH7q6ZdahHFbmbngtmWr4XeVXM5TaRGQy8xOl9ZFfXsy+VCXzFak3ZuZGxWAEdZw1KoWpTLwznPNJwR9BCCGkzHTMWzTXnHZDp5YkmDTPta+moglMhq0KgXRd044onbf4f8lUY/25FftbgpRYqAKmHxz1DeMi6eOd4XyBFHPxaJJhByPcEQB+PG58GOutun5M0bzF78fd1kSD2lpYLlzt9AMoZEBnnc8vm9t4j4mmQ6qKJJg0TjdfcMoWvvb2n34BnZksfHwyvJr7DEPxVTs1k3ehfZqS7nA39Arg1LNCVA/mvpJIuWoggaa6wkDwM+gTUMrMlDHwhQPK5FS97mw4u7Ja1dndrYuu83mSYPrPjCQYM6s1SXXChVdIRXhHkfGw2eXsYJMxfHsNj4GOjrYttnzouZ97/nfxRLzuR8dONsITAMabgYRBi0vdDYk8maPlnKknaSFdPJlbzPTVt44CWlCSohcknjw53z+hdCWIN4cvlQQTfpYkwSSyehNoIy5ffas/+JSACb0+XOAHEa82mVHmNhHMBkb8BneGbsQrSEeeTlDBSgGI88mInsd5RLCGDfAUBhMCAgT6l0b6q2D+ttS9+CUz0HlrKs5UQG7mxMjFGIKC0+33eR4y01+8dXyuiusBuqJnO0kwkmDiXUdJrc+zjivxBfJ+JEZxL8HEIXuTrciMBa1ZhbgWFv+Pzh9A2MJsmxTXCzK4XcSgYcZqRcE7pFleYpU//U+T8t3Jm5LHCYz8nfl/J/B0EfUyUZ3E3RbDtqPD/W/xWpfU0mVn1LEMoBJJMLGhTXgSY4uWNXoi8NNpx4zKLyhcHe4+IZ/pV8kMjGTsYKqdqzlzCCbsYhCEozN/quuhB1TYQKpew8Ckga4cBi//4Av/pCNeNu+8abbPZlfl4zq4n3+T3MHIHYzZNZSSelEDJDFesdd7fp3MY1KTq2KNgujWtikZaEYI1S9zuBf/Ldmq+F2V1+vQr+hrSSxCArO85I3wRyTZsyDlhUVA5AsiVVkW7kdiCpQUB7en2578caDwrZt5wkQbW6/TdT62695kaBVxPPqP11LQfexK1uibayqm6EyNXUk0+5WAxvrM4fWL/5ms/nJFzpBbgIM1ca2zyvcOdoYnGKETMf/LXt94aiL6iSPRxpppLo21Cwk0IR5z+kT6y+Q2RPjUXufZNZk6Gl7qqi7Cc4aN/0vAWgqok0vmL5TZJPsALwkmmSsxiqyWmopddKbl4TJsiGY6c0eezgfFYxgmUrS2rdWPCmnabQzaOpGQmWkafnq6YbDGoZOHz31SPKUnpQgfKIb2IhgRjQ/FnU+pu3G3pHSYY0IkwaRpQjec87txaqhDBJaKjDnjP456z7GxVBJWpBesmnYiVO1vxNhBmATHajM0fuevHO7GHZI11o0zp+0RDIU8RLRdVJkm5y1ZemWTHLkw0zRbXU+weSJmSPj8QZv0iBXmsXX61BMCin47EZL2IaUJgtR2Q9AVXa8uSdI9SJehnzYfoOhe48ZfDOUau3tRQr5fqQVl8KVLgknTHBhezqs/+ATAr6J1KY5QShgjMRE5zc/qo6TgKLOGbmkaWkZ0I+5eVvKqfSe532sbqEIi7gyBZ5uRI17+dFWdVjpnocdM/aFWRxJMGmfcW+18UCGcFukeplsVQSC6Sq7hmwJmN9c4b9AYFyQW4yWNAxzUrigILXiOY96TCXs0r6+euq8K/XYCDjJ76BS5pUpJnZQqn6dBhTQJnUuCSQKIZkV4p5cfpqjKK7EIpkse6QR+h4HRBIwbiGWrWf1yoF6AGC+ErPlnD7/3sVVmx7MpSNctBDotbH7tKIIG8vpnVr9sricJJs2z53M5A0jECTHNemZ1d4T1FsYfYgVT59lVZd7WQJVCyp/AvG1CY9ZCRznmxZdTKqF+srSRJJg0T1yziOEK+qMIiCRLChEQABPPdLgb6/r2sto1ZUQ+lP9TgHP6+hTFo5GRiaG+cYdkWmDH03821JUEk+ZZWnvBKVvktbeL7bs1zV0Pze4Y79lJmQL3orXtrsppnaRfoLByAIMjxrwxC5QCOqPE3fCA2fpDsZ4kmEGYdW91xQNEdPogdD1Uu+w04sowVLOXt7GAEo6adnfD8Fj1hvrvkmAGYQWIXYytrW0ZEY0ZhO5llwNFgKCrujJrWP2iewcqKtfbS4IZpBn2VTsvB9H1Q968f5DwT7Rbw2iasdRe33BgojKGUjtJMIM02yK/M7H+YEwz9EHST3YbHgECvCXQdpTpYs2tEEkwMXASnsq+6VPH2YDdWNWDsZ4+zcAuZPpdlXMB/QwMwZAKZjDKzDoUtKjKpOI5Cz/KTP0yTytJMH3mZNXsqrKi1sAlKmgqE7YnQGFmAndBJf6XSMWoAx0K4xMQnizxWm82G/KyKzbvsncJyp6ZtxykRtEQsFksBxfem7xUuEMBbUkwm2bZP2Pa8aSEbtSJdjFeG8zEhBWmLCQM+ykA0Aqm0LzSuiV3RVs4flfl2wzedygsrlwZo7h10UG3l7obLsqVMaVrHEOeYDaFUbgTjONB0dOhxpwUNvY5K8DqxSXK8JfJ7e7leOevmXolWL9OmtjFRDJjKhBEgkhcWur23J4xSmWRIkOaYIRzm0XRnwZjRFLnTBAN0ZetgVD56PlLvvhy1nHFozvzzgox/pH62C0EKijoOs51dghf36QOLR3CyGIB8gqAYAAcECYsg1MY3GoFTU3GvdvgjGDwex2yBCN2E8z61Ykm9jI1dQxxe3M/KbqXdHV2qkNZqqPHwXrIUbDuPtFQT/vuKwSXvYngJ8uMjzXjCxFsh/0Glp33hLrlWOjNPoRWfIzQsjeg/TTgcMWmh298FAotLdFHHtl3F2paiKxoIDAkCcbrci5WgBM3eyizcXmbGjCMe5rUrjbxFz//5OmwHXQkYO3vgaD7vWi94xroP4qAeplZ1O13RMHva6CO276fghwKob3uZgQ/ejflyuvAGmhKddm8RU+lvLMh0EGKl37mIeitrryGwCdsCuD8jaaHniCydOSx4hU3MAHQ5i9UoWCHppGVmMaD9clEJIyrRmba07LtiBOQf9IfQZbI7k3aF8vReue14AzcydCIUSia8X9Qt9sx8oIJBbHxhkugpZgkdfDnpWP23o1qa0OZt3qzT6MhRzAtM6sOJy2Y12nJ/yyemCFiate5po7Op1CFzspVAMZkymVt8VW3Qd0qRrSBUBCtt9citPLTjFuleUeVI7/qzJh6dT69AB2Nj8SsN7AKzLqmTpE7mIGh2N16yBFMcmAD/DXOh3TGKQTjSXvQChUUYtiN9RD/jlqY0fH4P9H53ycHTddIHRe6LoF14kEx9Qq++zra6m+NWW/AFRjrNWv+PvH+ARpwvzkoQBLMACbVP3PKAawpLwOUNwAxA2pKefko/ut9UIbZY8rpeGI+Op8XucMyqxRddB0sv4qd9SOw9GW0339HWpQnoteDhcHfjuhKhqewy5WPOneHuE+T8V/MT4EkGPNYha25sdq5V5Dw/mACWTT7Wlh22j3mDmZj7fnQfvphgCNOfvO831Qif2rs6BXt/7oPgf/9J/kKhJEojOsY+JpZ/4QUZRR0TADBz4wfFPAPUJQW0SykBV9UlaL3He5/f5UWxbKsk8H8LrIMqsjqeqsrFxFx5WANSFyOFlZfDGX4yKgqhD56B20P3A3e2DxYqvbrV3GUoeiym6GURTdF0r77Eq23XJEhl9TcZVIpCrFIWyLeITUGtxPTh4qiLCiuW3SP3Omk/AE1Y9ZxShURzovNLqeXgZKUdhRFuGWHnWH7zVRYd90bUCNfCwXf+C/an5gPbjX+AA9qEce6oouuhTJm64h6iCd2beWnaH+sHtziH1R9zXQuwjmIpBAAt4LwtqpYrxs2Z8ErZtrmYh25g0nSrHpdlfUEnp56q5fIClN+IdRf7QZ17NbgQAB5hx8LZdTofg0Cr72AjoUPgNs2Jmn08YuhEgeKzr0C6rb988cF3n0dvPZH8MYWaD98i9DK5V0HluwsRqaDYGfINeJB4z5nSBVJMEma7g1nV1arzHeA0WWnnwFFvCwVzboK6vid+pPMW6+g46F7B+XIoZQ4UDjzT1C375+DLiguch+6B8K4LpcKgToooOxdMn/hilwaV6yxSIKJhZDJ3/2uyie5y4AvowrlF6Dw7MsM8/u+JfTh22i97+a0+ispxSUonH1NWLudwGvPo/3hOdm8W4kx96QT8Q32Oo+woxoSJasJRsRu2aq1tGOw/UXWn37iWGuB5VtmWDJx1YijU6HrYljE/UyfEvrsQ+N+Q4/L16fvsjF3fKGiYSi+5K9QRo/rp0fni0vQ2fDwoOyo0jlnRAhpuj6rrH7xfensd7D6ymqC8bkqrmfGuNL6xj8OFoCiX5/L2QCGM9U+RwMaY34Bis67EpYJu/QTI+45xM5B++aL3r+pKtRtJ8Aybjso2+wAKiruMugj6gqD012YobduhP7zGmjffwV93U/QVq8CQsHNVcSFbuHsa437ob4l8MISdCx5FNzRPqAhDn5j6gA4SMAGJu7QdTJAElfuTGwjUop01tZayDJvWN2iqHGDBn8sydEg2wnmUQIdWeL2bDlYT4LfnDHZUWpzrEupV3Zy5hrCKK/wgqthCXMnI0im86nHoX37JWiYHdbd9oa6wy7GC494So6n6OvXIvTlZwh9/B70H78FCopQ8HtXWEfGwMvPoGPRg12hJbKsiNciBfCzjhW6Qq9B549Um77efu/iZ7NsKClTN6sJxu9yLmXG/jrjtLK5nodThlIUwSKhPRFOG4y+E+nTIJnz/wLxrN2viJ2I3xs3oUTVQ+x0dA1Q+58ejSfzh+eAtey60CWQrrP+MCnKw466hucTmYeh0iarCcZX7fwchB0HKwnWylnHlYzozPuJkDkvR6YWbl6+8URsxjzflLwEKgVef9F4Lcq252cGfCEou4x0L1qTwLCHXJOsJhi/y/kOA5PErGmEO4bXeS5M5ww21ThvUBiXp7PPZPVFZSNQePp5YV+XktVHJDniGNZ2383QvetT3VXy5YtLWi10yvC5Tz6RfOG5JzG7Caba+RQTjhfTQoAW0kO/S9fEs2vKCD/U9wBENkPN4PVi2f5XyD/FBXXr/gGeUq62phk+RR1P/juj3BZMj5voUUddw+9N1x/CFbObYFwVdzPo3O75I9DP7VrgyC3nPfVJqufUf075sRxSnkl1P6mQr249HgUnnwU1zItSKvoLK5MZoa9WoH3eP6A3Zd1OZoPD7UluHOe0AZ/ejrKaYDZMP3GGqlrqe0FGWMUh5dDSeYtSGh8yWxPYi8BUBWdeEDtAVZrWob5hHTbeegW4STzEZU1hnZXzymRu6pgTltUE01FduWMHsciy1ysei9jJ/JzXMWHCXc+kxG3Yf7bzNNZx/yYTh5ggZ0oFZeSWKLrgaoh/Z1LRfU1ovfUKw34mWwoBb9ndngP66ltbC8vhL0+2TJ7cfyQLlo/UP911gX51LfTBMqtIN75ZTTAvTZ6cv8+Ojle7L3p7gicsJsG42+72zE4GqN7p5YcpVuVPuo7JJPyNsgw5stpQfNU/oGwxNhlwJF2G9tUKIzB5FtnDaKRqh+iaZT8CHwHmnUDKKDDbjfgNYYybxZIRmUEhwjoQNWma/prFynfa5yxZmnRAM0Rgln0m/VFrqik/W2FlTkQ8GesJeKykuOQmuu1B096s66ord7SSfgQznagQDmSGsDYT3vhZWay7TUThrCszV/f2VrTe9zeEVmRP2mci6MwiIgwL2+b4sTUyTpAu8i8R83KLqj5RVKDeT7ctaIpfWGa2SACVzBoIV1UV+0uDqzdlCQivnJhIBe3EWMXE70PHtyqUzqDCm8PwM+sBYioj0HYKMJ6JxgBcnG3HoEizQ8LJ8PTzQKPHQi0dGTa9yWDMrIjxIi55A2+9gsCrzwGDmGhtMMbfs08RxgqAn4jvCUK9JxdsbbKeYMQEbahxXmdhXGnO5W6wl9Eg9i/+zg4fCeuOu8OyxyQjXILwLRLHJ+FflJYizg6dHdB8G6Ct+BjBd1413Apk6YGAOESB1oH5htK52Z2yNk2rKrXLR1ysXbDa+Q0BW6W2p+ySLrynleGjEPzwHbA/zK5btUDYw1j22g+WX+1uXP4KVwKjJItwui8jxLP05x8j+PF7CH36AXQRGzhCEKl856mGEV7w9RfBPRwmswv95GhLTEtLOoor6KGHfk6OxPRKyQmCEZCtPf3YPfLy85flypFmoMtARIwr/svtXdkGQkGIcAiBN17q+rAjFVseVOHcWDYC6jY7GIGqRJxfQ4bY5Zgo4pJW5JPWPv/YiEbH639G6MfvoK9ZFd0tQLUg79BjYD30aKhjtwG3taL1tquhrfraRK+5XoU26jrPHCx/u4GgmzMEI0DwucovBSs3Ze9V7C9TSfbSrjzN43cCqRaEVn+H4NJX+odUiDD7BafOhO3QY3r9Kj5+7cvPEHjnNYgA4BHj8oqYvuI4JTJFWqwgq9XwsI4awpl1cDDY9Qokdh0d7WBN63J0jFDEbkkc06x77w/LbhOhlPVOminuZdr/eXv09U1kZIS07rW/8W+y2RD471PGnU4uFQJpOvMjpfWe2OkXMmjgOUUwm0kGyl+zIXxC5HVARoAo694HAIqyuZpIBq+vW4PQR+8aRw199fdhdwUibkvJjfVA93GnT0cifSw3rYe2ZhVCy9+Hvna1cSTh9WvBup6y5SnuesQdkLrlVkYsXnWHnaGO2caIMxOu6L4NaJtzkxFCom8RxznhrGnZc39Ytt8R4hJ7c9E0tN51HUQwrWwqPT/GvveJxolVXAIzXrfXew7NlnHlHMEI4IUZP0LKwwwMz5aJ6KknOcow7Np7frkPCTMIvWkdQis+RuiDtxD6egW4RWQJ6FqWecc4kT8tjhhcgU6Evv8a+s+ru4JFff050NkJvdPIM9ZFOp3t4PZ2cEdb5B1JYRHIlg8RplN8CWIHJHYp4rgmdipK6XAjml3MNLc9euiZC8nY8YzfCdY994Nlx92gjOkfGa+7aXDZm2ir+1vmTL8ARIEGRicxNhLxWp1J3KvoTPQ9MX9tIbSHiC3M0BSiMtJpax1sWEUSYVsGxjLwUzu0A8a4l2SFf0VOEoyYEK6ttfhWfzAXwGkkHqmzqCgjt0Bx7V1Rk9n3HI4gheDb/+s6FoSCKLrwmrDZBOKGQNeM4NukhYynZO2nH41djziC9DpeqSpEfmnx8atlI0Eik4E4YlmtAA0M+uD7S9E+7zZYD5hs/BM2jk2YgRnxhu+9Me4hJ7sBQdyf6MusKpZ0tGuPDrXMAjlLMN0LZXlVVfFoe+ffSKEziClrLHALz/0zrHvsG996jxLcKT5BkWtzexva629FcPn7myuJ1CjFf741dn7sZClhQk7n00+go/FfJmomv4rIIMCEZ/J1/Cm/vqFPHNLk95fJEnOeYLrB56oqm79UGacgcKNGmEjM22T6i5M46uQdX5VRH67AUxw9xBGkuwj3A8PHKUZmyXR8CHqLH6E3X0K7CHAoLpnTWAjw6qD5joD9Wpo/35fGrjO2qyFDMD1ngC84ZYuNgdBOmhbYSVWVMSENY8BMuoKtVaZRBH1zfEeGInyavmYSmUFpKiXLPsTMkiCC4hhuXGZaDz7SeL4VkfkHu7S5b0HwvTd6EYzYcalbjBk01cSTuDhOBd96BSImcJoj5ekMnL5NPgAAIABJREFUPOQoKLiM7nh07aCBkIEdD0mCSWQe2OUq9NO6tWDDfSDtRby0KGO3NbI1qtvvCMVeFjVFbMoUZO7awbz/i3+e2MEUX3QtxOV0OovITBla+WnXRfeKjyEuvgejEPCF3e3pn0VuMJTJsD4lwZicEO//Td2GWngl8Iv/ksmmSa8m8hzZ9j8MlokHd116RslFnezOxUfcNvcfEN7Pm49IpSO6ckyHSVOb7P6FPOMY9MHbCL7xIkLixWvwyxcOSTBhZ0ESTBhYRDL7nv9ZxO4Qr1LNaz7YyNw79sxgr22yl8F20BHIO/w4UGmKXuU72qCtXWNY1RpHkTf+2zusAhFskw6ButPuRt4lEi9JJi1/48FPJIfreHoBQsvezKgEbTrjs7J6T/+EU/EMLkfrDmmC2Tjz2D1CWsEsZp4EsF0hGs6EQsNioUchw4SVhFt+xi4D4XdkeEsn6Ziir1uL4CfvIvT2qwit+lrEJOhKLxItCb24nxKGgYpivIBZ9jkQtokHJ8evSdPQfLkrvE/VIM+KJJjIEzCkCGb9uRX720JUoQOnks4jmcgqPgmOagM/yKvXZPfC+KzgjPNBhUUmW4Svpq3+HsFXnkXwg7ehN3sHlLdaGNop47ZD3lFTDOM4s/5MkQbQ/KcZYO+GAY0vFY0lwQxxgmmqmXKKCnWWzthzUw6jnCNW8ZydXzGAQPcd7YahXudznq5XmGQWVYVlwq6GdfFAshi03Xsjgh++nUzNkiJLEswQJRhfTeXRxHyDDuyTbda88a78grMuhG3/w+NtZtQX9yodT8xPue8O2fKQf/J02A7+NaCIjM3xlc6nF6Cj8ZH4GqWhtiSYIUgwPldlPZin54JntZlvpPjyvxmJ6uMtIkZLm/vW9OUnIkJ+5anIO6Yy7ruZ4DuvoW3u3+MdYsrrS4IZQgQjXAPGOkKfgXjIBJ8iVUXRlf8wYrnEU4T/Utu82+Jpkpy6ioq846Yhv/yUuOQJgml/tA7cujGudqmuLAlmiBDM2gtO2SKvvV0c0uP70lK9AlMs3zB0+7/rIGLImC2hLz5Bu/tWw6ZkUIpqQUHVGbAdcYLp7kNfLEf7/DsgcillVGF84aiXhnbh5iRnLjt5dlVZc2twGQPCx2hIFetu+6Cw+mIgv8DUuIVHdPv9d0L7rn+clYgChNvCFmON2C09jexEfRGeQUTAE69OwlbFrJm+CL9QJI52oyOHXeipj5E/6ebLMi4TJIHWldQ1bCmyDJiaABOVmKE0V087VmdenuokgibUSbhKzhCMz+X8BsC2CSORIQ1FEG4RNwUFRYjl9yRCKYiwCfmVp8E68SBTIxDBptofutfw2TFdrDYj+JVSOsIwthMxdXsXgnW/Q6GOGdeVIeC1500/b4s0tkVi92WSHDsWPoDQJ8tiPsezCNHv3QBBStGi6pnGIGpFZmI8UkJbuMjtjhwwx2RnIlNGU1lwkcLYnmza0Y67l4i1nZUlJwjGf7bzadZxXOQZEMuNNhK4k4E26LSSVF6vi3w2OvKIlN1EcCoCRFg0ReS4GQyjOusek5B30pkpdRoMffwuWufcZNrTmAqLjbsSESiq9e7rgWAgIszKlmORX/57w9DOCPYUzSivh5RC1yWmCTKur4zZ8Pru8DwM/ec1cTVNrDI3Q+F6+5bNV1Ltyx3xyhAW5P7qihtANAtAoVirpW7PwAyb4lUiyfWznmC8NZVTSecnwrwWtYrwgiHW7h1eEHoJdz2zEbW1CtXWhgxXgFphrVsL1NYaaTy73QN+vuCUkQWdHeW6xidD4YlgMn+xMYDJEfFoi86/yviQU1Z0Ha3/+AtCK5eb7qLg1HNgO+BwbLzpMuM5O1YRxx1x7BH2NJ1PPW6KZMTxqujcP8d1hxRLj56/i2RuIoB4GkuQGW/ZLMpNhXMWPRMrTazvvCnb6QHlMgV0KoDNhMLAA6Vuzxlp1DvpXWU1wXDt5Hzfj/ZPiWg7AxlhkquQX2f804GRVw5ku2oQzuwqR+fG0IgO8DSAzgF4bKqeva2TDkbBKa7esWWTPN3aV5+h9Y5rTadnFc6Lhef8GUqJHc0X9Yk1rShQiorBbW1gEdi7e7eiqCi+5k7DF6n19muiZzHouYuZdSVE9slUFBHxr+XKmakQHV2mWI+EIDOtZdKbANKI8TMr3ALm7QlKEcEIhSlSNvT6FpnQblXUA4rnLMyeVJdh0Mhqgmk+u7Ja09m9aRBMRAv0EF2aikux9dVT91WgeRQj42PyizpuOxSefRmUEVskX/gmie0P34vAq8+blm+ddAhEdgKRm6jl4jONuDTipUrcDRlZT/Pyjd+EAR0CAWg/fAP2e1F43pVG7Jr2x+oR+N9/TPVnPeRoFJ52jqm68VYKvPwM2h91x9tsUOsTcHuy8qoP5kCymmB8M5xvQMGBAOms06Wlcxel1ArL63I2EOBM1YTl/aYSeSec3PXBJjmwlXBUbDGcBb2m1RdxdvMqTwMxo6V2lnFPwhtboAt/IBH8W6QqUVQoxSVGYG/e2Axu9hkEI3yiOjz/QuczT5jqTx29VdduKYkhH8SFtkjT0nbfzeCOdlN6ZEIlBi//Cj/sN8n93oAvjAd7PFlLMO2uykM6oIugq8MthP2G1TV+mmowN9ZUXKyxcksqL4DVbcYbEfMNnx2Rlyga0YgPPBCAZevxUSPsC1zE8/HG2vPBbP4l1XbgESgQuwrVgs4lj6HjhcVGvqNoxbLznii6sNao0nb3XxH8+F1T0yKOVAVnXhDzslf//muEfvohYjiI7iwI7NuA0JcrEPzwLdMX2qYUTXElAjopoO5VMn/hLwF3UtxnKsVnLcH4XJX/BPgIVbWeMWzOgjjeXBOH03+28zTW8WDiEuJsKcglaoSIrh+N+xsRqiFCHiRRR1x0tt1xTVx5j0SM3cLz/2LkMRK7gdbba40dQaTS85gngoNvvPaCuGxW8k/8LfKm/C6ifPEs33J5tbFLiu4An7lhNaKuACPXC/3W4W5YEOdKydjqWUsw62dMqbCQZSdHfcPN6UK3K3B4sDNd/ZntR+x6imZdtSn7YvhWRp4g9y0xX3VEzF/xXK5utR0sB06G0icGcOCNFxF49Tlo33612b5EBLqyHTDZsMpVelgTi/SvIvlZ6PNPEHz/zU3EEHlU4ngYzX2Aveux8e9XGbmbcq0QIaRAnTWsbuF9uTS2rCWYVbOryubZFzTX1iKUzgnxVTs7Qcatf8YUYasi0oaIfErhisgVHXhxSZcnchTbFOt+h6Gg4g9dkfEiheHUtM0ZIcXxx7rr3rDudUBX3+JI17cIg7dAJ7jFj/bH/wmRryhSsR1+LAp+XxPxd8Mx8/47MjImzAAXQxugX+NwL86gTHEDHNGm5llLMMkZfvxSvK6K7wiUcb5Ow678hxHcKVGCsR16NPIFuRSXgNtbQQVFxo4j9O1KYGNLV8rXMVuDiocZF70idoxwlhQZGwt+V911VySyQfrWQ/v+G6Cw0LhLEo6YwrpXWAGL9LQdj9T1yqnUU99YBBNY+jLa598ZcxcW/6wOXgtmfAeLemHpnIWewdMidT1LgokTW6/LuZgYU3pbLcQpJAXVxcuNdffIdiTRjkjCDSD/d9VQCgoRWPYmOl9cggLnH4BAJ9oXPwp9zQ+GxsIIUAS1EoTR+ezCriMPEYovv8Ww3g3890kjZ7bYrYjndpHKhDs7DFIQNi62I08EQiG0Pz4PoY/f64dCrCNS4IXFaF9wfwrQS79Icbumgd0d0K/MljSwiaAkCSZO1H6eUXGmTaW5feP2xikm6dWFP1LesVMjHy8iXfIKgrjyH8aTc8dTC4wUIOIYZTv0GFj3PRSBl57qlaJEPKEbu5xmr5FW1iCekVtC3/BzL/8j4RgpCEYTXtsPzzHqiXQrIq2tIKjWv10OkXakZxHkJSLzRSrtD96NwOsvJh27tAoktBOwsCO/4OIthkAOJUkwca4ukV2gZfUHrXqX9WXGFHHJKp55I5VIz9QiK0HRrCsRePMlYwfSfUcjHC4LZ14O3bcBbXW3ACLgt3ix2m0iLHvuazz9ipcl4TQZzoUg3/kHWLb/VRdpff7xZrXERbBl5z0Q/N9zCH7yyy5GODsW1lwKyy57RRgCo+XS6dDjsOPJhMkhIp1Z/4ZBr1mI/1Zc17gilutAJuidLB0kwSSAZCZ6bscimEiGduIoI4I/db0M9Q7fYDv4KNgO+jVEIHBhNCc8t4V9Tv5vZxjkIXYgLcK2pmdMGSKDJIRMkV6k8+Vne3kziydvkaVS9zch8MKSzehbxu+MwnP+FNFVQuyQWq48Jw2e0eYXhEi4BvDzgLpeUbnrWwoBAdJ0hbiJ2PJTyKp/3/6zbeW4BQuazEvOnZqSYBKYS//ZlW+yzgck0DSpTcQFqtiBiKOMIALhzRyttD90DwKvvdCrCg0rQd5vphpHD33Nqt7NRfqR/Q4zZHOzH4F3/gdSLcir+L1hGyN2Mf7zTt58NFKGj4Jlj0mwjN/J2NV0vvIs0N7HGNWWB9vBR0I8YfcMGWE7ugIFJ0X26xP3PW31tyL09RdAKJhUHBMRJh7jtOLQViNue/LHRNoPlTY5TTAirgYtWJDU+Ioi9Yk1qDzN4PTmSe25IoWj4RZju+5J9pgIZeRoU+tVBJgSdiTo7BlJgJB3QhVCy96Atukyt68w6177w3aM0wjVoDf7Yd1lz66dBjP8F/zeuO9WthkPUU+8FonXpeCH70TcbQhbG/FSBf0Xq+KiC66Ocjzq0ki4IojL4YDI1fTVZ33GYQqCpFUiwnp7nWdk0gTmqKCcJhhvTcVy0pXPWafZyXCA9J9TfiyHFOFcMygxOsQ9heVXu8N22DGw7LpPQv5KwhpXGL/1LCLEgrhrEda3kQpZLLDsdQDyjpxikInYPYnSsehBBN74r7F7EkZ5wY/ejfsYI56zi875kxFky2wRgaSC775mZJkURzizsWfMyo9Zj+hRR13DAPLExOwhJyrkNsHMqHiFFDpUmNsz8ScqlL+XuBseiHfmfK7fjmfufJCIhWNl2jETxxHb0eWw7j5pwDFTQh+9i9b7egecEi4Gwks6VlAmcbdSOOP/IKLuCeM58aJkPEM/eA9C7y+N6uekjN5q83N3X/yLzr4Mlr0TP3EKvcUltdg5JT2nU/jFogUYk0bVe/qG9ot3aeV8/bR/LOlEtPm8aTvpAW0ZACNY7SYPlRbS8Ymm4sVgKPjvLec99Uk4nbyu8iMIdCRBcTF4RAznl5QMSzgO5h1dYeR7hvCwTlIRgaA6Fj/aS5plj30hfI+EM6G4PxHE0V2ULcYY5CYubsUuJ/DS0wiu+MiwuxEXwTTMbljoCvsZYTMjXpeMIuL4jh5nROgT3sx9d06iipHytubSqH5UpoYtLIbbNhq+Uh3PLoQm7mpSVJi51UHqBHIvSkeYvBSNIj1ic5pgBIS+GVPvhaKHiTZEOog7wdgIQgcx/cRgYevuAKMYCorAnD8YOxaht23yccg78bdQhtmTvhLEXUZr3S2GjUp3EbsYZew2XfGAReJ6cZEqUr+K+C/in7wCI25u5/+ehfbF8q4jiaJA3Wpb2A4/ziAITWSEFCEbOtuNS2FBKsY/Lf6wsXFFiIfiy26KHgNH1w0bG2FrY7aITAltd14H7fuvzDZJoB79qEGr11l9dGR9Q+rYLAHNMqlJzhOMANtf7XyLCftlEvDRdDE+vCtuheIYbkplcVwRuw4RjFs8NZOioHDmZSK8X8T24uNrnXMzuKl3ChBx/FHH7wx1q20MghELRG/xIfTZR1GPUCLkpyAbGrklFFsetJ/XQPvx264sA2GKEZ5h+mwjmHjEImLqvvsaAq88C8vuk4zMlWR3RB1Xt6zg0pcNv6VUFyLy6zrucATtt9H8+cLNW5YeCAwJgjFIxlX5NoP3zYbZF8+8hbOviRjzZPMYgkHj6Vhcsmore4fDKTrvCuOjjFa07782QjAI+5a0FlVF3rGxE6+Fvv4cbXdfvznRmkiZYt3vcNgO/03MVCfBj95B2z03pG1YDG4lpr866j03pq3TLOhoyBCMmAuvq/JxAke2Rc+QCRNPwMOuvcfIQdSvhIIILX/fMIwLrvg4YpR/dfxOKL7o2vAezj2EiheY9kfq+hFUyqCw5aHwFBesBx4RI5gWo/XWKxAKF3+GCOp2E4wdjWXSoVCKh/VTd7DSzCrET5TUNWb8GkvZ/PYRPKQIZhPJnK+AaxlIS7aARCdSXKDmlf++K7KdSFD/3Vddz7Lvvg72N4E1LabovONOgjDZj1XEDqZz8aPofPmZWFUH9Ls4RhXOutJUilvxKiQMA4UxX+RCgM0G6577Iu+wY6FO2Nk4PolXpdZb/gzdCEyV/sKMeaX1nhnp7znzehxyBCOmYMM5vxunhDquI9A0gMNsEzJjoshR1vUxMne97Gxsjsveg/ILUXD6uTHDUHYxmGY4NYoYutrqVXHbskRDTMSrsey2D/KdpxovVbGKIIbWmy6NL0VsYZERaFwdNRrBT5bFFXs4lj7x/i5eKxVSrrLXLbo+3ra5Vn9IEkz3JHZUV+7YAVQz9JMUhUYzs22wXo1StbCUMeNQOP0i4wLWTDFiwHz0LjpfftrYCfR8rjbTvmcdI6XshF2R9xsnLDvsYgpa0Z/IYaR9k+0PM+QHbBMd7n+n8ikr3ilJe/0hTTA90RbGdITgaWD91zp4PAh2gAoEQCLTY88i8oSSTiEd8CuEZhC/qTPtRcy7ZVqcGKG3OG4VTL/IMJAzXUIhhL74BMEP3ja8oY3XJuFBvcmrOqwcRQHZ8qE4ygyzf+v+h0HddoLpLkWsmLa5f+8VHsJ848yrSYTb7XWe2ZmnWfo0kgQTA+vujI+9/jKjf5LztRecskV+e8eng+qjFGUs6g47G9H+xfNwIkXf2GLEgBGBqwLPeXrvbIgMXyXbxIOgbLlVwkZzHYseQud/FiWiXka2IcBnd3sy+q4v1cBJgkkiws2uyn/q4DOTKDKpooRlsMgeKSxzEy0iJ1L73L/3et1RykagcPa1xv1HQoUZHU89jsDTT0TfISUkfGCNRDBuaGpFMC+0QdFpAjTaQxUuI0yTGMIQM3Ih5g4VdGDxEHYpkAQzsPW3ubV3+jQnVO0R2uSWkCSxSRcjfIJEDF3LTnskJpvZSGwvLoS7i/DsLppda3hSx11CQbS6bzHufdLusBhz98oigfk9dnfjeT2ripTFG9fYt1dZ2TUI3MjM24dLKSwiOlhAFw1zN9wZNy450kASTBImsuXMqsM1a/BpAHFcciSh4wRFCEvh/BNONtwREiki/UnwvTd6EYwIjyl8juIp4nlc3LmEPu3t3R2PjFTWJcKn9jrPrrH68LkqrgfTuSA4+tel+x3uhrNiycjV3yXBDHBmxR2Nr7ryJyKO/f46wL6S3Vz4EBX8dnrkFCUROkwGwYhL49a7ru8KtZCBhYH2kBo8dOScp/pHJw+j7+ozpuxUaFMfAbB3r58JbzrqPAdl4BDTopIkmAHALOLz+te8vwpM5j3xBtBfKpoK58b8k6d3+QSZjEQxIILp7EDn843oeHZRRCvkVIwzLpksoFCusbsXdeXAjaP4a5zLmbFLdxMGf1zqbkzwPBpHxxlaVRLMACamuaZigc500gBEZExTdevxhtWvEXQ7BtEkRDDMhs+UCFBlGAxmcGHi/zlG730k1dYmlNSvyVWxRgFtKQzuSNcfdcxdPGQDU0mCSXChN1eXn8UK1TGTJUERmdfMYjUM8kT6VmEgR7bwT9rxEkzo0/fR+dIzEP8Wti6ZXnTQoWXuhtcS1bO5pmIKs+JhZmKi20vdDRclKivb20mCSWAGfzrtmFEFBYVvM7BNAs0zvolhgbv9jrAdcgwsO+0OEUN3c9H1rlefvq9IF11rGNhtPhqI+LlfrUDwnVcREqb7UcJxZhogoY7QViMeHFgwb191xWdMNJbBl5S5G+sybYzp0kcSTAJIN9U4b1AYlyfQNOuaWHbY2chaYJ14EKBajNi97Y/VQ/v8l2BVIvVJ0fl/MWLBoMXf5e392vMGwWRjUYl3HVbX2Dv+RZwD2TDjxJNIUY8KFhRePRQSrEWCRxJMnAtHVPe5nD8DyLpXowSG+ksTIlh32Qs0ZmuEROzbHgnQRDQ7EX5B5KwWcVhEytlsLgz916XuxS8NdAzvuiYWTnK/FzmS+kA7yIL2kmDinKT1M6ZUWEhtCGdY1VcUM4OIvtKgPwRN/9GiWu5joCscvywZiwAzXVta33B1xiqYRYpJgolzsryuig8JFPvZkbCeVP20klH7vND9GiGsfUnVHhf+h3F2K6unEQEGLSh1N5ycxi5ztitJMHFM7eNVVbajS4NtFH0XEmTiRq1duzDcRaHPVVEDpjtBmZXbOg4Ycr4qM3/aTvrhY9xL1uf8YFM8QEkwcQDsnzHteFa0pyI2YfisFuXUojmLItcRoTtrpswiXb1Vkkwc4KezKnNHPpQ982W2gAGjLgkmDgi91RUPENHpEZqs6ywo2N3si4G3puJMYnKL1EBxqCCrpgkBq6qcGOsPRZpUyepuJMGYnL6XJk/O32eCYxkTdu7bhEArS8bsuUu8lp9NNRVTiMlDEE67smQWAvyYw914SmbplH3aSIIxOWfrTz9xrKXAshLclSVyc2H47GP3GhkvuXS3b5059YRQSHuCiaLGFjGppqwWBQGRK86ku5XINfzDcz7L+JMXLNiUplJCmwgCkmBMoibi93YSf8I9XoBEQKFgsbbDiNsGaPXpqngMoN+aVEVWSwABnXmFoijzwXwFgP55TvrIJBH2XMUfy+Z4Hk6gO9lkEwKSYEwuhTU1FbvkM33U/YIkHNlYw41l8zx/NikiYjW/y3kVg6+J4+/rQLscUu0J1AE1dETJnCVvN9dUPsrMpp6gCfSO3d2QNRlBM3FSJcGYnJWWmopddCaxgzEwY8ZaR71njPhLZ1JExGpeV/lCgjJ1oHJk+/AIEBAMWvnQEfc0vvXzjBOPzyNLA5syEyBdYa26pH7xPyW2iSEgCcYkbk2uykMU8KuiuliwOvTfJMOcXMjzVVeuAvFWJlWR1RJCgL+y1zXuKJq21FQ26OByM2IY+MExZq/tEr1jM9NHLteRBGNydtdXT93XQvrbxu4F8JS6PZUmm8as5nc5OxjIi1lRVhgYAsSXOOoabxUpaoDOj8yGOCXQU3Z3w4kD63xotpYEY3LefedN2Y6C6hesQ1ct1mOGzVnwismmUautP7Nif9VKS+VEJAPNGDKIfujMz58kbJWMo5JieUrcpZkpIsfRSl51xVB3XjSDVc86cl2bRGy1a8qIQiifgeh9e5P1RErS86W/2vk0ExKLvm1Sd1ntFwRCpF81om6xkdLV63I2AHCa/QgIeFdRrRcn64/LUJgXs9gOBSyijlG43o/HuNc0VmpG1C96JxmAiGRteW0d4v4lHudHDURqpqX4SAYe8cowQlLG2UhkCiip8+zefTnvq3b+B8AxpgUR2sH0WGdB/uWjVoe8yfpDE+cwsqZ6vPOTNQNLhaK+s6fe67hv0TnJku2bUV4HRXGZlcc6/0/Lw6VqgKpBdBaBh/L8faFrykWKhXcD801mMQRoY1ANTO6ZLWCTC8hpcfEVg5nIq1n148XrlPn+h1bNobxA455pnl1VRrctaIq7YZgGPPv0sf7W5s/MGH2J5gS02N2eEvG/V846rmREp+0NAsXM2ZMMXTNJhnjBg4Lp9vs8D3Xr1VQ99RyV+C4Gm3G5YJ1wU1ldb/slf820CdD1B5mwH2LIIWC9DvKQLXSD4+4l32QSPpmmiySYQZoR3wznG1BwoMnudQvUi4vdC28T9cXHwKwvBfiXILgmBWV7NWa8U1rv6Wf8JjzUFVZvMxXQi/EfR73n2L5YcC0srWun7dIWDE3MU/lY6MpoFnZOCph0tIGUd1gLvNoRCHy85UPPiaiGssRAQBLMICwRf43zdtZxvpmoeGKCdKaG0vqGzYZ4XpfzQgIMshlqRQfeKnN7Dgg37g0zyq9WFSVmLiNm/ra0vnG7oYbdYIxXEkyaUfe5yi8FKzeAzIXOZOJPS+saex2FfDXOl8CYnGbVM6M7xvq2oHbomPlLwkYU97rK3yMo+8RQtsWx6biZGYPKXS0kwaRxbrtiwGCeWZ8jBi93uBv36OuO4Kup9IHZnkbVM6YrIgQ1aH8sq1vyaDilxMucrb19dbQQGCIt7GqvddSuCxZszJiB5agikmDSNLFNMyrOVRW6q9uXKVq34txPzLc46hv/1Ldey5lVh2vW0PNAXE/bv4gh/glQ2qAo20DTBi0A+aYn5vdVlecVWwIP+Tvz/w7wDDPToev6nLK5iyO+5vmqK24iosuiGNG1/ui1bikJxgzaA6sjCWZg+MVs3UUIwblE2EHEI4lZGF8obLm0ZO4TjeHq+l0VdzPTOWbub/q1JzwPzpu5Lq953Ui2DLcE1AkBcDmRchwxbx9Tt+RWCKpacJ9h854yEix9c8Zkx3Cb/RXdREB1hfiJkrrGqmjq+GoqmsBUGq4Og1tXe22SYJI7n2GlSYJJEciGvwsFriNGJYOjBpMiGBYtG0H00Dpr+58m3PVMxOTNflfl2wzeNwG1P7B7rftHMgzz11R+yczjzculDmZ9vUIkDP9CDP6ZGMOZMcEM+RFIhxo62D5nydLuPr3Tyw8jVRH5iKI+N0d6Seqpu7+64mEm+oMkGPMzmoqakmCSiCrXTs73rhlWqUKdBcZuOjAsMsDCTosCDP5GD1EDOZS60r8v+i6WOj6XU0S6Hx6rXs/fmbnVQVuMIrc7YhKwlprKqRqzSKkS89hEQKem8//5Q/5/bTf/ZV+vD9tV+SSDT4iln9jMKeB77O7G83q3d4qn5gujtWfgy1K3Z0K0Oi0zqw7XtOBzQP/sDXIHE2t2kve7JJjkYQlvtVMchf7YM5A3idAxxoUKX7olAAANg0lEQVQDg6B0MrgFTJ+oBM/6gPfBvh9oLHV8NRVBMJkPFM4kDNNOcNQ1PB9DttLkqvhUAf0qlg4A1rVsVA8e98jClX3rbtqFmHIEZejLSt2LJ/aV4XM5OxDFu5yIvrbXNcTcbXmrK74monDP0fIOxsQkJ6OKJJhkoNhHBtfWWoCXDRJ4+WVg3ciRetWCBSHx/wcSoGrDOb8bZ9E6v2U2ZbHapRXjz456z41mhrkp04GJ4EoUZPClpW7P7X3lil1c8+pSb6xj4aZ2vi+xamxfD+VmV+WTevRdkLBqdsTC0uuq/AeBZ4cZe/uP8hXJzJIYcB1JMAOGMH0CjJg0ir4UbDYLAa8PQt1jpHvRGjNa/lzt3MtGEDFvYjtfRiAurqqy+UuDywHsEKtPBjc78gLjqM+dkxEaI6B+FenFzWg3Zu/hsYJA+VyVVQA/1vdOhwFfqdsT9gI4ls7y9/gQkAQTH16DWru5uvwsHcpcM5eohqKbAiyZVZpdU0a0wPJfHbx7rDYMuq3U3XBRvx0MoPiqna8Q4ZBYMojIX9Jk2YrC2KP4XBVrANoyvAzy28fsOSI2wfx2PHPn60TYoqccYlpnr28YFUs/+fvAEZAEM3AM0yZBeHND12ea7NBnDzi2o/nze13CxmrrdVU+TuCoT8BdMmiRw90wLZw8b7VTpMadFWtx6aAfS8fsuW04ovDVlNdBV1zhwyiYIxihm7+m8jVmPrinnuGso2PhIn9PDIFYayAxqbJV0hEw7jZ+dCwyG5yKGHfb6z2z4lWk2VX5Nx18Sax2RPS6va4h7C7FSLFL2pMxd1oRnA5F377pJx4Ji+VZcP/Mlwz4HW5PWaw7GCGn2VVxnw6q6UUwOh4ones5I9YY5e8DR0ASzMAxTIsErqoqbh4efJx1E9HvGGx3eyxE8Wc82HDOSQepodDrMQfFvNRR3xjWG9wgB9Uinogj27MY79T0J0ddw82R+vK7KjdwOI9xhs9Rb+4OpaWm/GyNlTk9+tAYdFGpu+HOmGOUFQaMgCSYAUOYHgFxEQzxT466xtGJaGY4Y0KJ+NF3y4wWCNsgGMXyfLQdDBF3lIz2l1Lty+JJOmzxu5yfM2BkAuhZiPGdvd6zrZnxeWsqpxLzwh51faoWPLTbgtiMDFkncQQkwSSOXVpbxkUwujLHMTexyHt+l1P4S/Uyfgs7UF3/u2Pu4ovD/dYyo+JcTaG7owHEzC+V1jf+OlodX43zP2Ac068O0beOugZT4RZEat5ASH+yO2UsEX1qr2sYcoG60rpYe3QmCWawkI+z35cmT87fZ4KJOxgGqwrvNqyu8dM4uzCq+6qdz4Lwm+htKaizdn5Z/eL7wtXzupzzCDgrogzmDg3WI4fXP/FGtH68Lud8gmG42HsHo9BS+30NpoJ1NdVUTFFY8XRHqWPGXaX1nvMTwUa2iR8BSTDxYzYoLRhQmmucDzDj1GgKiJCSdrfHloiS3ulTt4Gqv0hAVCtZJrR3gCeNDkNiQk+fy/kuAXtH1IGowVH3SwCtSPUiGcoRcLvd7QlnQNdPlCAYFbSIGRaRQjYY1CePuF/G0E1kfSTSRhJMIqgNUpsN1eVnWUiZGz3kA3/lcDfGNHILNwRhyGcl/TkGHFGHSPytoy58RDix09p7R4eIW1wQTobwi7Io2M/MDqvFVXm+xnxHn6fqgAJylbgbHjAzDcYORqcGEeCLQZ84vJaJMhOAGeSSU0cSTHJwTIsUw4EvFHwp6uXpALIQrp8xpUJVFI/w7o66SyLcYa/zhHVIFIHRm1uD68ORoJCqEE0bVtewyAxgG2umnRJi7V+9ov0Tey2KZXLxnIUiM2PM0nVEInHJa2Vgdjj3hphCZIWEEZAEkzB06W+4zjV1tAX6DxGjtRF0Vafrh9U3XJ2Idr6ZFX+GRn+N3pY7Nbb+OtL9yaYn6hfC717wpcNn3dXsDqLNVVnVyfxv6sF4IvmZ3e0xHa6iaweDx0Gk2wsKtqc7Hl2bCDayTWIISIJJDLdBa+WrdoYixfMVYRTaiPcJdzdiRmFfdeUiEEfNua0wPVhS39Dv4rVbfkt15TUa8V/C9MehIB8Yz/2H3zX19zpr/6LuJyBjK6NcY3cvihnYu7t/r6v8CAWKB4zX7PWemGEkzOAk65hHQBKMeawyoqa32tlKhMJwyhi+PXUNpixcw7X3VlcsJ6JdIg1UXCAHoGwTyXlSWBv71zgWg3F0TxnGBoRwn72uwaybg9F8o8t5YYhxW/eJjcCdihaaFI8Ny+ozpuxUYFWXBDo7pm3x4LOmjlUZMdE5ooQkmCybSH+1862u5GD9C4O9pe7GhHIltc48YWJIsz7DwMjIkND9DndDxOdnkUyuubX5HQZ6Gfkx82rH2L23ieWc2Ldff03lHGY+u/u/M/MLpfWNvcgr1vSxy1Xow7rrwzlmxmorfx84ApJgBo5hWiX4qitvYeKLw02cyLtsr/MkZETWXFMxRWcSoQ3C7o4AxEz1sSn+sAh52VM91oPaH8ruD58FIBp4gmDAXNN9YdwGbeQY9xIR0S+u0nzetJ1K7l4YNs1JXIJk5bgRkAQTN2SD28BwJFS1xnBOgARebnc37paIhk2uihsVUL8sBkKWET9X4TN6pmsN10dTzZRTFFYf6fUb4UVHneeoRHTyuSoXAmwknCOmpfZ6c8Z1ifQl26QGAUkwqcE1pVJ9LqeI3bt1304GYgbf5Kp4VAH9LpziDFpc6m6oiDUo7wznhaT8knGSmAKKxXLMsDkLTIXQ7CtfGOyBMREKQvZOx8h4Q0/E0lf+nnoEJMGkHuOk9+CtrniAiE5PJsF4Z1S8Qgod1lemuD8prW8ca2YQfpfzKgau7a7LjFdL6z39ZJqRJep4q53fEmFrnaiuLM4LYrN9yHqpRUASTGrxTYl0cRRRoT4ozN97djCQHYzX5VxJfcJcEiEETa2wz134tJmB+F3ltQylywZH+AwoXF5S17jETNu+dWprYblwdcUKHQjdOaZxt9paGDGNZckuBCTBZNd8dX27IjZMWeiDvnmMkk4wwLslbs/+ZgI7Cb16Eox40g5a+dAR9yTm9+OdXr43qzS9I6DfHSkPdRZO3ZBTWRJMlk553/sOMYyBEIyvpmINuHcMXJ2030fKAR0ONq/LeSFh8x1MW1ANHjZyzlPvZSnEUu0kICAJJgkgDoYI4TZghbYCoJLu/gdEMNVOL+gXJ0ci+qmk0LIr3bZAOC6aKsKXyUKqx3ikJvaGLDgu0R2MqQ5lpYxHQBJMxk9RZAU3JXqbPlCC4VpY/KsrNvQkKx1cV+Zu3GzkZgYmkS6XueNDIipixlodlqmxYr6YkSvrZC8CkmCyd+7QMv2E3TTV+mF37FtifGav90Q09Y80VEEwzaud63qGadBBh5a5G16LFx5fjfMlMCYD/JPG1mmSYOJFMLfqS4LJ8vn0VVfcBKLLxDCY6OtSEylV+w65L8GI16MSHmWPlss6Emwbzq6sVnV2E7A2xHIHk+XLa8DqS4IZMISDL8BXU9EEplKR1L3U3Vgcr0aCYHyrnU0EDNvU9gOH2xM5Il2UDozMjo7QRoa+0maxnV40Z4G85I13QnKoviSYHJjM9TXlV1qgXENMbSXuBrvZZ+WeQ/e7nKs3OynGkc86HHyGIaBCEwqVvItsc/69NAcglkNIEAFJMAkCl2nN/NWVb4L0kSVFtv3iefnpHofP5VyGTXF0lYC6c8n8xJ0DRdgG32rHPQVMN+fXN3yRaVhJfdKHgCSY9GGd0p42nPO7cdA6XMFQ8N9bznvqk3g787nKF4KVqUSkl9Q1WBNJ2tazTxEmIZE7nHj1lvUzGwFJMJk9P3FrJyz0EzsilV/NUC8GeL3D7TGVcyhu5WSDIYeAJJghN+XhB7z+3Ir9rUHlLjA0GRZBLopkISAJJllI5oCc5urys3SoOzvqGy7JgeHIIWQAApJgMmASpAoSgVxFQBJMrs6sHJdEIAMQkASTAZMgVZAI5CoCkmBydWbluCQCGYCAJJgMmASpgkQgVxGQBJOrMyvHJRHIAAQkwWTAJEgVJAK5ioAkmFydWTkuiUAGICAJJgMmQaogEchVBCTB5OrMynFJBDIAAUkwGTAJUgWJQK4iIAkmV2dWjksikAEISILJgEmQKkgEchUBSTC5OrNyXBKBDEBAEkwGTIJUQSKQqwhIgsnVmZXjkghkAAKSYDJgEqQKEoFcRUASTK7OrByXRCADEJAEkwGTIFWQCOQqApJgcnVm5bgkAhmAgCSYDJgEqYJEIFcRkASTqzMrxyURyAAEJMFkwCRIFSQCuYqAJJhcnVk5LolABiAgCSYDJkGqIBHIVQQkweTqzMpxSQQyAAFJMBkwCVIFiUCuIiAJJldnVo5LIpABCEiCyYBJkCpIBHIVAUkwuTqzclwSgQxAQBJMBkyCVEEikKsISILJ1ZmV45IIZAACkmAyYBKkChKBXEVAEkyuzqwcl0QgAxCQBJMBkyBVkAjkKgKSYHJ1ZuW4JAIZgIAkmAyYBKmCRCBXEZAEk6szK8clEcgABCTBZMAkSBUkArmKgCSYXJ1ZOS6JQAYgIAkmAyZBqiARyFUEJMHk6szKcUkEMgABSTAZMAlSBYlAriLw/yQkS8FADfW/AAAAAElFTkSuQmCC"/>
          <p:cNvSpPr>
            <a:spLocks noChangeAspect="1" noChangeArrowheads="1"/>
          </p:cNvSpPr>
          <p:nvPr/>
        </p:nvSpPr>
        <p:spPr bwMode="auto">
          <a:xfrm>
            <a:off x="307975" y="-166688"/>
            <a:ext cx="666750" cy="676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307975" y="938786"/>
            <a:ext cx="9037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 err="1">
                <a:latin typeface="+mj-ea"/>
                <a:ea typeface="+mj-ea"/>
              </a:rPr>
              <a:t>Istiod</a:t>
            </a:r>
            <a:endParaRPr lang="en-US" altLang="ko-KR" dirty="0">
              <a:latin typeface="+mj-ea"/>
              <a:ea typeface="+mj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22324" y="5065658"/>
            <a:ext cx="8307139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500" dirty="0">
                <a:latin typeface="+mj-ea"/>
                <a:ea typeface="+mj-ea"/>
              </a:rPr>
              <a:t>MS</a:t>
            </a:r>
            <a:r>
              <a:rPr lang="ko-KR" altLang="en-US" sz="1500" dirty="0">
                <a:latin typeface="+mj-ea"/>
                <a:ea typeface="+mj-ea"/>
              </a:rPr>
              <a:t>에 주입되는 </a:t>
            </a:r>
            <a:r>
              <a:rPr lang="en-US" altLang="ko-KR" sz="1500" dirty="0">
                <a:latin typeface="+mj-ea"/>
                <a:ea typeface="+mj-ea"/>
              </a:rPr>
              <a:t>envoy proxy</a:t>
            </a:r>
            <a:r>
              <a:rPr lang="ko-KR" altLang="en-US" sz="1500" dirty="0">
                <a:latin typeface="+mj-ea"/>
                <a:ea typeface="+mj-ea"/>
              </a:rPr>
              <a:t>를 관리함</a:t>
            </a:r>
            <a:endParaRPr lang="en-US" altLang="ko-KR" sz="1500" dirty="0">
              <a:latin typeface="+mj-ea"/>
              <a:ea typeface="+mj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500" dirty="0">
              <a:latin typeface="+mj-ea"/>
              <a:ea typeface="+mj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500" dirty="0">
                <a:latin typeface="+mj-ea"/>
                <a:ea typeface="+mj-ea"/>
              </a:rPr>
              <a:t>Pilot, citadel, Mixer, Galley</a:t>
            </a:r>
            <a:r>
              <a:rPr lang="ko-KR" altLang="en-US" sz="1500" dirty="0">
                <a:latin typeface="+mj-ea"/>
                <a:ea typeface="+mj-ea"/>
              </a:rPr>
              <a:t>와 같이 여러 개의 </a:t>
            </a:r>
            <a:r>
              <a:rPr lang="en-US" altLang="ko-KR" sz="1500" dirty="0">
                <a:latin typeface="+mj-ea"/>
                <a:ea typeface="+mj-ea"/>
              </a:rPr>
              <a:t>component</a:t>
            </a:r>
            <a:r>
              <a:rPr lang="ko-KR" altLang="en-US" sz="1500" dirty="0">
                <a:latin typeface="+mj-ea"/>
                <a:ea typeface="+mj-ea"/>
              </a:rPr>
              <a:t>들이 하나로 </a:t>
            </a:r>
            <a:r>
              <a:rPr lang="ko-KR" altLang="en-US" sz="1500" dirty="0" err="1">
                <a:latin typeface="+mj-ea"/>
                <a:ea typeface="+mj-ea"/>
              </a:rPr>
              <a:t>합쳐짐</a:t>
            </a:r>
            <a:r>
              <a:rPr lang="ko-KR" altLang="en-US" sz="1500" dirty="0">
                <a:latin typeface="+mj-ea"/>
                <a:ea typeface="+mj-ea"/>
              </a:rPr>
              <a:t> </a:t>
            </a:r>
            <a:endParaRPr lang="en-US" altLang="ko-KR" sz="1500" dirty="0">
              <a:latin typeface="+mj-ea"/>
              <a:ea typeface="+mj-ea"/>
            </a:endParaRPr>
          </a:p>
        </p:txBody>
      </p:sp>
      <p:pic>
        <p:nvPicPr>
          <p:cNvPr id="27" name="그림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3148" y="1390960"/>
            <a:ext cx="4905489" cy="3153530"/>
          </a:xfrm>
          <a:prstGeom prst="rect">
            <a:avLst/>
          </a:prstGeom>
        </p:spPr>
      </p:pic>
      <p:sp>
        <p:nvSpPr>
          <p:cNvPr id="2" name="직사각형 1"/>
          <p:cNvSpPr/>
          <p:nvPr/>
        </p:nvSpPr>
        <p:spPr>
          <a:xfrm>
            <a:off x="2792760" y="1412776"/>
            <a:ext cx="4464496" cy="11521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64568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1BEF1B6D-EDD0-46B0-8C4B-4503BA8E5168}"/>
              </a:ext>
            </a:extLst>
          </p:cNvPr>
          <p:cNvSpPr txBox="1">
            <a:spLocks/>
          </p:cNvSpPr>
          <p:nvPr/>
        </p:nvSpPr>
        <p:spPr>
          <a:xfrm>
            <a:off x="294114" y="264068"/>
            <a:ext cx="7444968" cy="42862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400" b="1" kern="1200" baseline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</a:lstStyle>
          <a:p>
            <a:r>
              <a:rPr lang="en-US" altLang="ko-KR" sz="2000" dirty="0">
                <a:solidFill>
                  <a:prstClr val="black"/>
                </a:solidFill>
                <a:latin typeface="+mj-lt"/>
                <a:ea typeface="+mn-ea"/>
                <a:cs typeface="Arial" charset="0"/>
              </a:rPr>
              <a:t>8. </a:t>
            </a:r>
            <a:r>
              <a:rPr lang="en-US" altLang="ko-KR" sz="2000" dirty="0">
                <a:solidFill>
                  <a:prstClr val="black"/>
                </a:solidFill>
                <a:cs typeface="Arial" charset="0"/>
              </a:rPr>
              <a:t>ISTIO Architecture</a:t>
            </a:r>
            <a:endParaRPr lang="ko-KR" altLang="en-US" sz="2200" dirty="0"/>
          </a:p>
        </p:txBody>
      </p:sp>
      <p:sp>
        <p:nvSpPr>
          <p:cNvPr id="9" name="AutoShape 2" descr="data:image/png;base64,iVBORw0KGgoAAAANSUhEUgAAARgAAAEcCAYAAAAcH6uaAAAAAXNSR0IArs4c6QAAAp50RVh0bXhmaWxlACUzQ214R3JhcGhNb2RlbCUzRSUzQ3Jvb3QlM0UlM0NteENlbGwlMjBpZCUzRCUyMjAlMjIlMkYlM0UlM0NteENlbGwlMjBpZCUzRCUyMjElMjIlMjBwYXJlbnQlM0QlMjIwJTIyJTJGJTNFJTNDbXhDZWxsJTIwaWQlM0QlMjIyJTIyJTIwdmFsdWUlM0QlMjIlMjIlMjBzdHlsZSUzRCUyMnZlcnRpY2FsTGFiZWxQb3NpdGlvbiUzRGJvdHRvbSUzQnNrZXRjaCUzRDAlM0JodG1sJTNEMSUzQmZpbGxDb2xvciUzRCUyM0YwNjY1MCUzQnN0cm9rZUNvbG9yJTNEJTIzZmZmZmZmJTNCdmVydGljYWxBbGlnbiUzRHRvcCUzQmFsaWduJTNEY2VudGVyJTNCcG9pbnRzJTNEJTVCJTVEJTNCcG9pbnRlckV2ZW50cyUzRDElM0JzaGFwZSUzRG14Z3JhcGguY2lzY29fc2FmZS5jb21wb3NpdGVJY29uJTNCYmdJY29uJTNEdGhyZWF0MSUzQnJlc0ljb24lM0RteGdyYXBoLmNpc2NvX3NhZmUudGhyZWF0LnRocmVhdF9hNiUzQiUyMiUyMHZlcnRleCUzRCUyMjElMjIlMjBwYXJlbnQlM0QlMjIxJTIyJTNFJTNDbXhHZW9tZXRyeSUyMHglM0QlMjItMjAwMCUyMiUyMHklM0QlMjI5NjAlMjIlMjB3aWR0aCUzRCUyMjQ5JTIyJTIwaGVpZ2h0JTNEJTIyNTAlMjIlMjBhcyUzRCUyMmdlb21ldHJ5JTIyJTJGJTNFJTNDJTJGbXhDZWxsJTNFJTNDJTJGcm9vdCUzRSUzQyUyRm14R3JhcGhNb2RlbCUzRV5Rg9QAACAASURBVHhe7V0HeFvV2X6/eyV5xpKdAUkIK4SyV8JeoYyyYssJpqUFCiSWCRAg/IxSoJhRRqFlEywnJYwCJSSWE1YZBcoKK8xAIOxAQkhiSXa8JN37/c+5joOHxpUsyZJ8zvPw0KJzvvOd95z7+oxvEGSRCEgEJAIpQoBSJFeKlQhIBCQCkAQjF4F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0BWI+CvmTbBXrdwZVYPIoeVlwSTw5M7FIbmrXYucRQWzKA7Hl07FMabbWOUBJNtMyb17YWA1+X8UgW/MMzdeA4BuoQnsxCQBJNZ8yG1iQMBBhS/q/J7AHbW9fNL5zbeH0dzWTUNCEiCSQPIsovUIMC1tRbv6g++V4DRAFY53J6tU9OTlJooApJgEkVOtht0BPoQDBNwtd3tuW7QFZMKbEZAEkwGLwaeXVW2trltTLFitbAeDMFi0UPFamsglNfR5l/TuW3ryDZasCCQwUNIqWp9CAYErLa7PWNT2qkUHhcCkmDigis9ldk1ZYSflcdBdETYHhkaEdoAtDDjEyLlgRL3oscy+ZKzqaZiSlld45JkIhiGYKCDLih1N9yZzH6krMQRkASTOHYpb+mrdl7OoNkgHhltohgQf70Z4BaF8Jwe0u5zzHvyxZQrGKMDrqoqbi4NPaYz78bES8vcjb9Lpk59CaZLNv3ocDdslcx+pKzEEZAEkzh2aWkpjkn+1sBFAF0KwGqmUyKEWMeHrGgPlNYtuctMm2TW4dqq4ubV2sU69IsIGEZApwqUF7s9zyW1H0DxVVesIqIxm+Uy0BbUdh4zf8mKZPYlZSWGgCSYxHBLe6ufZ5x4vFWx1BEQz19ncfG50gblmgL3okfSobR3evneiqo8qQNjeiyu7x1uzzap6N/nqvQBbO8pm5kfLK1v/GMq+pMy40NAEkx8eA1qba6dnO9f43gSjCPjUUTsaHQdzzrcngqi1Bmjbag+6SALaS8yOL+Hfkyk/MVet+j6eHQ2W9frcoYIUHsRDNDiCDi2pvnzfWblyHqpQUASTGpwTalU34zyW6GQODbFNX/ilaXE7RmXistg/4xpx7OiLwFY6Tl4AnW0IjRujHvJ+mSDIi7Dfayu64cCA2TRDrTPWbI02X1KefEhENcCjU+0rJ1KBHznnngkBy3PEdDrg47VJzO3QlFOL61rWBSrrtnffTWVR4PxFMD974gIbzrqPAeZlRVPveYZJ1WwGvKwuOXuW5huddQ3XBKPPFk3+QhIgkk+pmmT6KuuuAlElyXQYTtZ9Kn2exc/m0DbXk2WV1UVj3EE1xKhMKws4kscdY23DrSfcO391c6nmHB8WNnMSx31jQemol8p0zwCkmDMY5VxNZmhNJ9d/ijrysninTqeQqCm5iLLhHG3LWiKp13fur5q5/MgHBVOBgP+IGPyqHrPBwPpI6xsl6vQj59/AjAsPLHRD/k6jsyvb/gi2X1LeeYRiHNZmhcsa6YPAb+rci2DR8Xbo868uqy+MWHLV5+rsopZ/zdR+LsgJvqktK5h93j1MlO/ZfoJu2mq9eModYMBTS8fNW/guzQz+sg64RGQBJMDK8M/c8oBrFle73vBamZoBHrK7m440UzdnnW4qsrmLw2KQE8RHQwZ8JS6PZXxyjZT31ddeQuIL45al/FnR73nRjPyZJ3UICAJJjW4pl2qv6ZyDjOfnUDHDGvoaMc98Vn++qZPnQFVrx+MD3yda+poK+kfgTEiWv8EvdbuXnxNApjIJklCQBJMkoAcbDHrZ5841tpq+ZiB0nh10RmflY717UO1L3eYbet3OZcysH+0+opCrpL7GqKTkNkOe9Tzzaj4MxT6a6ymBNxtd3tmxaonf08dApJgUodtTMnGC0yJNrx03qLvYlY2UcHvct7GwIUmqvarwrpycencRX8307bJVXmISvrzzNTToK5XU7GwdOKzSuuSGwRqVVVVWbEjuIwIMS2DFeInSuoaq8yMSdZJDQKSYFKDa0yprTOrJgb14F0WRm2yfHS806duQ4r+AQiOmAr0qUDM35T4bDuZCf9g5v5D2KZYFJo2LIn2NkJls7sXY3iMFxz1nqPjxSKe+sLYj1JgRBiPDplcVxLMIM2O/2zn06zjaCsrBxXVL3onWWp4q8s9REpFAvJ0C6mnFtctfDRWW2+181UiHBKjXiAU5MNG3N/4Vix5Zn8XrhLe1Y6vN0Wwi92M8Zyj3vOb2BUTr7HR5bywCMq/yb1oTeJScrelJJhBmNuWmVWHa6Gg8Cy2tfisw8ctGJgtSs8h+Fy/HQ90fpnIsBhYUur2lMdq66upWAOmLaPVI6A1xJZjhtc/8UYseWZ/97oq/wHos8mk0Q+DFpS6G042Kz+Rel6Xcz4zWsrq5V1POPwkwSSyqgbYxldT+QqYDwOYHe7GuEz9Y3Vt3FGUBlcRIljWRhVATXZ3g4g9EzE6f+v08r2DqvIqgKKoohiBkI0PG3FPcnYwIv8RWF/BfXydoumggG4pcTeIMBcpKz5XxRqAfmrxWo9M5h+KlCmcZsGSYNIM+PrTTxxrybd8BSBPEIw34C/bbv7LSfP6FUGY/D++/yqIDoh3aATSFMLJ0e5NmlwVNRbQnTpgi7GDYY24IhlR7N51TSwcz1t/S8Qj4xlTiPSrRtQtTokXt9CDzzjD4bf5NwD6RpBykqOu4fl49BsKdSXBpHmW/dUVDzPRH7q6ZdahHFbmbngtmWr4XeVXM5TaRGQy8xOl9ZFfXsy+VCXzFak3ZuZGxWAEdZw1KoWpTLwznPNJwR9BCCGkzHTMWzTXnHZDp5YkmDTPta+moglMhq0KgXRd044onbf4f8lUY/25FftbgpRYqAKmHxz1DeMi6eOd4XyBFHPxaJJhByPcEQB+PG58GOutun5M0bzF78fd1kSD2lpYLlzt9AMoZEBnnc8vm9t4j4mmQ6qKJJg0TjdfcMoWvvb2n34BnZksfHwyvJr7DEPxVTs1k3ehfZqS7nA39Arg1LNCVA/mvpJIuWoggaa6wkDwM+gTUMrMlDHwhQPK5FS97mw4u7Ja1dndrYuu83mSYPrPjCQYM6s1SXXChVdIRXhHkfGw2eXsYJMxfHsNj4GOjrYttnzouZ97/nfxRLzuR8dONsITAMabgYRBi0vdDYk8maPlnKknaSFdPJlbzPTVt44CWlCSohcknjw53z+hdCWIN4cvlQQTfpYkwSSyehNoIy5ffas/+JSACb0+XOAHEa82mVHmNhHMBkb8BneGbsQrSEeeTlDBSgGI88mInsd5RLCGDfAUBhMCAgT6l0b6q2D+ttS9+CUz0HlrKs5UQG7mxMjFGIKC0+33eR4y01+8dXyuiusBuqJnO0kwkmDiXUdJrc+zjivxBfJ+JEZxL8HEIXuTrciMBa1ZhbgWFv+Pzh9A2MJsmxTXCzK4XcSgYcZqRcE7pFleYpU//U+T8t3Jm5LHCYz8nfl/J/B0EfUyUZ3E3RbDtqPD/W/xWpfU0mVn1LEMoBJJMLGhTXgSY4uWNXoi8NNpx4zKLyhcHe4+IZ/pV8kMjGTsYKqdqzlzCCbsYhCEozN/quuhB1TYQKpew8Ckga4cBi//4Av/pCNeNu+8abbPZlfl4zq4n3+T3MHIHYzZNZSSelEDJDFesdd7fp3MY1KTq2KNgujWtikZaEYI1S9zuBf/Ldmq+F2V1+vQr+hrSSxCArO85I3wRyTZsyDlhUVA5AsiVVkW7kdiCpQUB7en2578caDwrZt5wkQbW6/TdT62695kaBVxPPqP11LQfexK1uibayqm6EyNXUk0+5WAxvrM4fWL/5ms/nJFzpBbgIM1ca2zyvcOdoYnGKETMf/LXt94aiL6iSPRxpppLo21Cwk0IR5z+kT6y+Q2RPjUXufZNZk6Gl7qqi7Cc4aN/0vAWgqok0vmL5TZJPsALwkmmSsxiqyWmopddKbl4TJsiGY6c0eezgfFYxgmUrS2rdWPCmnabQzaOpGQmWkafnq6YbDGoZOHz31SPKUnpQgfKIb2IhgRjQ/FnU+pu3G3pHSYY0IkwaRpQjec87txaqhDBJaKjDnjP456z7GxVBJWpBesmnYiVO1vxNhBmATHajM0fuevHO7GHZI11o0zp+0RDIU8RLRdVJkm5y1ZemWTHLkw0zRbXU+weSJmSPj8QZv0iBXmsXX61BMCin47EZL2IaUJgtR2Q9AVXa8uSdI9SJehnzYfoOhe48ZfDOUau3tRQr5fqQVl8KVLgknTHBhezqs/+ATAr6J1KY5QShgjMRE5zc/qo6TgKLOGbmkaWkZ0I+5eVvKqfSe532sbqEIi7gyBZ5uRI17+dFWdVjpnocdM/aFWRxJMGmfcW+18UCGcFukeplsVQSC6Sq7hmwJmN9c4b9AYFyQW4yWNAxzUrigILXiOY96TCXs0r6+euq8K/XYCDjJ76BS5pUpJnZQqn6dBhTQJnUuCSQKIZkV4p5cfpqjKK7EIpkse6QR+h4HRBIwbiGWrWf1yoF6AGC+ErPlnD7/3sVVmx7MpSNctBDotbH7tKIIG8vpnVr9sricJJs2z53M5A0jECTHNemZ1d4T1FsYfYgVT59lVZd7WQJVCyp/AvG1CY9ZCRznmxZdTKqF+srSRJJg0T1yziOEK+qMIiCRLChEQABPPdLgb6/r2sto1ZUQ+lP9TgHP6+hTFo5GRiaG+cYdkWmDH03821JUEk+ZZWnvBKVvktbeL7bs1zV0Pze4Y79lJmQL3orXtrsppnaRfoLByAIMjxrwxC5QCOqPE3fCA2fpDsZ4kmEGYdW91xQNEdPogdD1Uu+w04sowVLOXt7GAEo6adnfD8Fj1hvrvkmAGYQWIXYytrW0ZEY0ZhO5llwNFgKCrujJrWP2iewcqKtfbS4IZpBn2VTsvB9H1Q968f5DwT7Rbw2iasdRe33BgojKGUjtJMIM02yK/M7H+YEwz9EHST3YbHgECvCXQdpTpYs2tEEkwMXASnsq+6VPH2YDdWNWDsZ4+zcAuZPpdlXMB/QwMwZAKZjDKzDoUtKjKpOI5Cz/KTP0yTytJMH3mZNXsqrKi1sAlKmgqE7YnQGFmAndBJf6XSMWoAx0K4xMQnizxWm82G/KyKzbvsncJyp6ZtxykRtEQsFksBxfem7xUuEMBbUkwm2bZP2Pa8aSEbtSJdjFeG8zEhBWmLCQM+ykA0Aqm0LzSuiV3RVs4flfl2wzedygsrlwZo7h10UG3l7obLsqVMaVrHEOeYDaFUbgTjONB0dOhxpwUNvY5K8DqxSXK8JfJ7e7leOevmXolWL9OmtjFRDJjKhBEgkhcWur23J4xSmWRIkOaYIRzm0XRnwZjRFLnTBAN0ZetgVD56PlLvvhy1nHFozvzzgox/pH62C0EKijoOs51dghf36QOLR3CyGIB8gqAYAAcECYsg1MY3GoFTU3GvdvgjGDwex2yBCN2E8z61Ykm9jI1dQxxe3M/KbqXdHV2qkNZqqPHwXrIUbDuPtFQT/vuKwSXvYngJ8uMjzXjCxFsh/0Glp33hLrlWOjNPoRWfIzQsjeg/TTgcMWmh298FAotLdFHHtl3F2paiKxoIDAkCcbrci5WgBM3eyizcXmbGjCMe5rUrjbxFz//5OmwHXQkYO3vgaD7vWi94xroP4qAeplZ1O13RMHva6CO276fghwKob3uZgQ/ejflyuvAGmhKddm8RU+lvLMh0EGKl37mIeitrryGwCdsCuD8jaaHniCydOSx4hU3MAHQ5i9UoWCHppGVmMaD9clEJIyrRmba07LtiBOQf9IfQZbI7k3aF8vReue14AzcydCIUSia8X9Qt9sx8oIJBbHxhkugpZgkdfDnpWP23o1qa0OZt3qzT6MhRzAtM6sOJy2Y12nJ/yyemCFiate5po7Op1CFzspVAMZkymVt8VW3Qd0qRrSBUBCtt9citPLTjFuleUeVI7/qzJh6dT69AB2Nj8SsN7AKzLqmTpE7mIGh2N16yBFMcmAD/DXOh3TGKQTjSXvQChUUYtiN9RD/jlqY0fH4P9H53ycHTddIHRe6LoF14kEx9Qq++zra6m+NWW/AFRjrNWv+PvH+ARpwvzkoQBLMACbVP3PKAawpLwOUNwAxA2pKefko/ut9UIbZY8rpeGI+Op8XucMyqxRddB0sv4qd9SOw9GW0339HWpQnoteDhcHfjuhKhqewy5WPOneHuE+T8V/MT4EkGPNYha25sdq5V5Dw/mACWTT7Wlh22j3mDmZj7fnQfvphgCNOfvO831Qif2rs6BXt/7oPgf/9J/kKhJEojOsY+JpZ/4QUZRR0TADBz4wfFPAPUJQW0SykBV9UlaL3He5/f5UWxbKsk8H8LrIMqsjqeqsrFxFx5WANSFyOFlZfDGX4yKgqhD56B20P3A3e2DxYqvbrV3GUoeiym6GURTdF0r77Eq23XJEhl9TcZVIpCrFIWyLeITUGtxPTh4qiLCiuW3SP3Omk/AE1Y9ZxShURzovNLqeXgZKUdhRFuGWHnWH7zVRYd90bUCNfCwXf+C/an5gPbjX+AA9qEce6oouuhTJm64h6iCd2beWnaH+sHtziH1R9zXQuwjmIpBAAt4LwtqpYrxs2Z8ErZtrmYh25g0nSrHpdlfUEnp56q5fIClN+IdRf7QZ17NbgQAB5hx8LZdTofg0Cr72AjoUPgNs2Jmn08YuhEgeKzr0C6rb988cF3n0dvPZH8MYWaD98i9DK5V0HluwsRqaDYGfINeJB4z5nSBVJMEma7g1nV1arzHeA0WWnnwFFvCwVzboK6vid+pPMW6+g46F7B+XIoZQ4UDjzT1C375+DLiguch+6B8K4LpcKgToooOxdMn/hilwaV6yxSIKJhZDJ3/2uyie5y4AvowrlF6Dw7MsM8/u+JfTh22i97+a0+ispxSUonH1NWLudwGvPo/3hOdm8W4kx96QT8Q32Oo+woxoSJasJRsRu2aq1tGOw/UXWn37iWGuB5VtmWDJx1YijU6HrYljE/UyfEvrsQ+N+Q4/L16fvsjF3fKGiYSi+5K9QRo/rp0fni0vQ2fDwoOyo0jlnRAhpuj6rrH7xfensd7D6ymqC8bkqrmfGuNL6xj8OFoCiX5/L2QCGM9U+RwMaY34Bis67EpYJu/QTI+45xM5B++aL3r+pKtRtJ8Aybjso2+wAKiruMugj6gqD012YobduhP7zGmjffwV93U/QVq8CQsHNVcSFbuHsa437ob4l8MISdCx5FNzRPqAhDn5j6gA4SMAGJu7QdTJAElfuTGwjUop01tZayDJvWN2iqHGDBn8sydEg2wnmUQIdWeL2bDlYT4LfnDHZUWpzrEupV3Zy5hrCKK/wgqthCXMnI0im86nHoX37JWiYHdbd9oa6wy7GC494So6n6OvXIvTlZwh9/B70H78FCopQ8HtXWEfGwMvPoGPRg12hJbKsiNciBfCzjhW6Qq9B549Um77efu/iZ7NsKClTN6sJxu9yLmXG/jrjtLK5nodThlIUwSKhPRFOG4y+E+nTIJnz/wLxrN2viJ2I3xs3oUTVQ+x0dA1Q+58ejSfzh+eAtey60CWQrrP+MCnKw466hucTmYeh0iarCcZX7fwchB0HKwnWylnHlYzozPuJkDkvR6YWbl6+8URsxjzflLwEKgVef9F4Lcq252cGfCEou4x0L1qTwLCHXJOsJhi/y/kOA5PErGmEO4bXeS5M5ww21ThvUBiXp7PPZPVFZSNQePp5YV+XktVHJDniGNZ2383QvetT3VXy5YtLWi10yvC5Tz6RfOG5JzG7Caba+RQTjhfTQoAW0kO/S9fEs2vKCD/U9wBENkPN4PVi2f5XyD/FBXXr/gGeUq62phk+RR1P/juj3BZMj5voUUddw+9N1x/CFbObYFwVdzPo3O75I9DP7VrgyC3nPfVJqufUf075sRxSnkl1P6mQr249HgUnnwU1zItSKvoLK5MZoa9WoH3eP6A3Zd1OZoPD7UluHOe0AZ/ejrKaYDZMP3GGqlrqe0FGWMUh5dDSeYtSGh8yWxPYi8BUBWdeEDtAVZrWob5hHTbeegW4STzEZU1hnZXzymRu6pgTltUE01FduWMHsciy1ysei9jJ/JzXMWHCXc+kxG3Yf7bzNNZx/yYTh5ggZ0oFZeSWKLrgaoh/Z1LRfU1ovfUKw34mWwoBb9ndngP66ltbC8vhL0+2TJ7cfyQLlo/UP911gX51LfTBMqtIN75ZTTAvTZ6cv8+Ojle7L3p7gicsJsG42+72zE4GqN7p5YcpVuVPuo7JJPyNsgw5stpQfNU/oGwxNhlwJF2G9tUKIzB5FtnDaKRqh+iaZT8CHwHmnUDKKDDbjfgNYYybxZIRmUEhwjoQNWma/prFynfa5yxZmnRAM0Rgln0m/VFrqik/W2FlTkQ8GesJeKykuOQmuu1B096s66ord7SSfgQznagQDmSGsDYT3vhZWay7TUThrCszV/f2VrTe9zeEVmRP2mci6MwiIgwL2+b4sTUyTpAu8i8R83KLqj5RVKDeT7ctaIpfWGa2SACVzBoIV1UV+0uDqzdlCQivnJhIBe3EWMXE70PHtyqUzqDCm8PwM+sBYioj0HYKMJ6JxgBcnG3HoEizQ8LJ8PTzQKPHQi0dGTa9yWDMrIjxIi55A2+9gsCrzwGDmGhtMMbfs08RxgqAn4jvCUK9JxdsbbKeYMQEbahxXmdhXGnO5W6wl9Hg9U+KApSNgHXH3WHZY5IRLkH4Fonjk/AvSksRZ4fODmi+DdBWfIzgO68abgWy9EBAHKJA68B8Q+nc7E5Zm6ZVldrlIy7WLljt/IaArVLbU3ZJF97TyvBRCH74DtgfZtetWiDsYSx77QfLr3Y3Ln+FK4FRkkU43ZcR4ln6848R/Pg9hD79ALqIDRwhiFS+81TDCC/4+ovgHg6T2YV+crQlpqUlHcUV9NBDPydHYnql5ATBCMjWnn7sHnn5+cty5Ugz0GUgIsYV/+X2rmwDoSBEOITAGy91fdiRii0PqnBuLBsBdZsdjEBVIs6vIUPsckwUcUkr8klrn39sRKPj9T8j9ON30Nesiu4WoFqQd+gxsB56NNSx24DbWtF629XQVn1totdcr0IbdZ1nDpa/3UDQzRmCESD4XOWXgpWbsvcq9pepJHtpV57m8TuBVAtCq79DcOkr/UMqRJj9glNnwnboMb1+FR+/9uVnCLzzGkQA8IhxeUVMX3FtKTJFWqwgq9XwsI4awpl1cDDY9Qokdh0d7WBN63J0jFDEbkkc06x77w/LbhOhlPVOminuZdr/eXv09U1kZIS07rW/8W+y2RD471PGnU4uFQJpOvMjpfWe2OkXMmjgOUUwm0kGyl+zIXxC5HVARoAo694HAOLeZFMRyeD1dWsQ+uhd46ihr/4+7K5AxG0pubEe6D7u9OlIpI/lpvXQ1qxCaPn70NeuNo4kvH4tWNdTtjzFXQ8NHwl1y62MWLzqDjtDHbONEWcmXNF9G9A25yYjhETfIo5zwlnTsuf+sGy/I8Ql9uaiaWi96zqIYFrZVHp+jH3vE40Tq7gEZrxur/ccmi3jyjmCEcALM36ElIcZGJ4tE9FTT3KUYdi19/xyHxJmEHrTOoRWfIzQB28h9PUKcIvIEtC1LPOOcSJ/WhwxuAKdCH3/NfSfV3cFi/r6c6CzE3qnkWesi3Q628Ht7eCOtsg7ksIikC0fIkyn+BLEDkjsUsRxTexUlNLhRjS7mGlue/TQMxeSseMZvxOse+4Hy467QRnTPzJed9PgsjfRVve3zJl+AYgCDYxOYmwk4rU6k7hX0Znoe2L+2kJoDxFbmKEpRGWk09Y62LCKJMK2DIxl4Kd2aAeMcS/JCv+KnCQYMSFcW2vxrf5gLoDTSDxSZ1FRRm6B4tq7oiaz7zkcQQrBt//XdSwIBVF04TVhswnEDYGuGcG3SQsZT8naTz8aux5xBOl1vFJViPzS4uNXy0aCRCYDccSyWgEaGPTB95eifd5tsB4w2fgnbBybMAMz4g3fe2PcQ052A4K4P9GXWVUs6WjXHh1qmQVylmC6F8ryqqri0fbOv5FCZxBT1ljgFp77Z1j32De+9R4luFN8giLX5vY2tNffiuDy9zdXEqlRiv98a+z82MlSwoSczqefQEfjv0zUTH4VkUGACc/k6/hTfn1Dnzikye8vkyXmPMF0g89VVTZ/qTJOQeBGjTCRmLfJ9BcncdTJO74qoz5cgac4eogjSHcR7geGj1OMzJLp+BD0Fj9Cb76EdhHgUFwyp7EQ4NVB8x0B+7U0f74vjV1nbFdDhmB6zgBfcMoWGwOhnTQtsJOqKmNCGsaAmXQFW6tMowj65viODEX4NH3NJDKD0lRKln2ImSVBBMUx3LjMtB58pPF8KyLzD3Zpc9+C4Htv9CIYseNStxgzaKqJJ3FxnAq+9QpETOA0R8rTSv9fwAAAIABJREFUGXjIUVBwGd3x6NpBAyEDOx6SBJPIPLDLVeindWvBhvtA2ot4aVHGbmtka1S33xGKvSxqitiUKcjctYN5/xf/PLGDKb7oWojL6XQWkZkytPLTrovuFR9DXHwPRiHgC7vb0z+L3GAok2F9SoIxOSHe/5u6DbXwSuAX/yWTTZNeTeQ5su1/GCwTD+669IySizrZnYuPuG3uPyC8nzcfkUpHdOWYDpOmNtn9C3nGMeiDtxF840WExIvX4JcvHJJgws6CJJgwsIhk9j3/s4jdIV6lmtd8sJG5d+yZwV7bZC+D7aAjkHf4caDSFL3Kd7RBW7vGsKo1jiJv/Ld3WAUi2CYdAnWn3Y28SyRekkxa/saDn0gO1/H0AoSWvZlRCdp0xmdl9Z7+CafiGVyO1h3SBLNx5rF7hLSCWcw8CWC7QjScCYWGxUKPQoYJKwm3/IxdBsLvyPCWTtIxRV+3FsFP3kXo7VcRWvW1iEnQlV4kWhJ6cT8lDAMVxXgBs+xzIGwTD06OX5OmoflyV3ifqkGeFUkwkSdgSBHM+nMr9reFqEIHTiWdRzKRVXwSHNUGfpBXr8nuhfFZwRnngwqLTLYIX01b/T2CrzyL4AdvQ2/2DihvtTC0U8Zth7yjphjGcWb9mSINoPlPM8DeDQMaXyoaS4IZ4gTTVDPlFBXqLJ2x56YcRjlHrOI5O79iAIHuO9oNQ73O5zxdrzDJLKoKy4RdDevigWQxaLv3RgQ/fDuZmiVFliSYIUowvprKo4n5Bh3YJ9useeNd+QVnXQjb/ofH28yoL+5VOp6Yn3LfHbLlIf/k6bAd/GtAERmb4yudTy9AR+Mj8TVKQ21JMEOQYHyuynowT88Fz2oz30jx5X8zEtXHW0SMljb3renLT0SE/MpTkXdMZdx3M8F3XkPb3L/HO8SU15cEM4QIRrgGjHWEPgPxkAk+RaqKoiv/YcRyiacI/6W2ebfF0yQ5dRUVecdNQ375KXHJEwTT/mgduHVjXO1SXVkSzBAhmLUXnLJFXnu7OKTH96WlegWmWL5h6PZ/10HEkDFbQl98gnb3rYZNyaAU1YKCqjNgO+IE092HvliO9vl3QORSyqjC+MJRLw3tws1Jzlx28uyqsubW4DIGhI/RkCrW3fZBYfXFQH6BqXELj+j2+++E9l3/OCsRBQi3hS3GGrFbehrZifoiPIOIgCdenYStilkzfRF+oUgc7UZHDrvQUx8jf9LNl2VcJkgCrSupa9hSZBkwNQEmKjFDaa6edqzOvDzVSQRNqJNwlZwhGJ/L+Q2AbRNGIkMaiiDcIm4KCooQy+9JhFIQYRPyK0+DdeJBpkYggk21P3Sv4bNjulhtRvArpXSEYWwnYur2LgTrfodCHTOuK0PAa8+bft4WaWyLxO7LJDl2LHwAoU+WxXyOZxGi37sBgpSiRdUzjUHUiszEeKSEtnCR2x05YI7JzkSmjKay4CKFsT3ZtKMddy8RazsrS04QjP9s59Os47jIMyCWG20kcCcDbdBpJam8Xhf5bHTkESm7ieBUBIiwaIrIcTMYRnXWPSYh76QzU+o0GPr4XbTOucm0pzEVFht3JSJQVOvd1wPBQESYlS3HIr/894ahnRHsKZpRXg8pha5LTBNkXF8Zs+H13eF5GPrPa+JqmlhlbobC9fYtm6+k2pc74pUhLMj91RU3gGgWgEKxVkvdnoEZNsWrRJLrZz3BeGsqp5LOT4R5LWoV4QVDrN07vCD0Eu56ZiNqaxWqrQ0ZrgC1wlq3FqitNdJ4drsH/HzBKSMLOjvKdY1PhsITwWT+YmMAkyPi0Radf5XxIaes6Dpa//EXhFYuN91FwannwHbA4dh402XGc3asIo474tgj7Gk6n3rcFMmI41XRuX+O6w4plh49fxfJ3EQA8TSWIDPeslmUmwrnLHomVppY33lTttMDymUK6FQAmwmFgQdK3Z4z0qh30rvKaoLh2sn5vh/tnxLRdgYywiRXIb/O+KcDI68cyHbVIJzZVY7OjaERHeBpAJ0D8NhUPXtbJx2MglNcvWPLJnm6ta8+Q+sd15pOzyqcFwvP+TOUEjuaL+oTa1pRoBQVg9vawCKwd/duRVFRfM2dhi9S6+3XRM9i0HMXM+tKiOyTqSgi4l/LlTNTITq6TLEeCUFmWsukNwGkEeNnVrgFzNsTlCKCEQpTpGzo9S0yod2qqAcUz1mYPakuw6CR1QTTfHZltaaze9MgmIgW6CG6NBWXYuurp+6rQPMoRsbH5Bd13HYoPPsyKCO2SL7wTRLbH74XgVefNy3fOukQiOwEIjdRy8VnGnFpxEuVuBsysp7m5Ru/CQM6BALQfvgG7Pei8Lwrjdg17Y/VI/C//5jqz3rI0Sg87RxTdeOtFHj5GbQ/6o632aDWJ+D2ZOVVH8yBZDXB+GY434CCAwHSWadLS+cuSqkVltflbCDAmaoJy/tNJfJOOLnrg01yYCvhqNhiOAt6Tasv4uzmVZ4GYkZL7SzjnoQ3tkAX/kAi+LdIVaKoUIpLjMDevLEZ3OwzCEb4RHV4/oXOZ54w1Z86equu3VISQz6IC22RpqXtvpvBHe2m9MiESgxe/hV+2G+S+70BXxgP9niylmDaXZWHdEAXQVeHWwj7Datr/DTVYG6sqbhYY+WWVF4Aq9uMNyLmGz47Ii9RNKIRH3ggAMvW46NG2Be4iOfjjbXng9n8S6rtwCNQIHYVqgWdSx5DxwuLjXxH0Ypl5z1RdGGtUaXt7r8i+PG7pqZFHKkKzrwg5mWv/v3XCP30Q8RwEN1ZENi3AaEvVyD44VumL7RNKZriSgR0UkDdq2T+wl8C7qS4z1SKz1qC8bkq/wnwEapqPWPYnAVxvLkmDqf/bOdprOPBxCXE2VKQS9QIEV0/Gvc3IlRDhDxIoo646Gy745q48h6JGLuF5//FyGMkdgOtt9caO4JIpecxTwQH33jtBXHZrOSf+FvkTfldRPniWb7l8mpjlxTdAT5zw2pEXQFGrhf6rcPdsCDOlZKx1bOWYNbPmFJhIctOjvqGm9OFblfg8GBnuvoz24/Y9RTNumpT9sXwrYw8Qe5bYr7qiJi/4rlc3Wo7WA6cDKVPDODAGy8i8Opz0L79arN9iQh0ZTtgsmGVq/SwJhbpX0Xys9DnnyD4/pubiCHyqMTxMJr7AHvXY+PfrzJyN+VaIUJIgTprWN3C+3JpbFlLMKtmV5XNsy9orq1FKJ0T4qt2doKMW/+MKcJWRaQNEfmUwhWRKzrw4pIuT+QotinW/Q5DQcUfuiLjRQrDqWmbM0KK4491171h3euArr7Fka5vEQZvgU5wix/tj/8TIl9RpGI7/FgU/L4m4u+GY+b9d2RkTJgBLoY2QL/G4V6cQZniBjiiTc2zlmCSM/z4pXhdFd8RKON8nYZd+Q8juFOiBGM79GjkC3IpLgG3t4IKiowdR+jblcDGlq6Ur2O2BhUPMy56RewY4SwpMjYW/K66665IZIP0rYf2/TdAYaFxlyQcMYV1r7ACFulpOx6p65VTqae+sQgmsPRltM+/M+YuLP5ZHbwWzPgOFvXC0jkLPYOnRep6lgQTJ7Zel3MxMab0tlqIU0gKqouXG+vuke1Ioh2RhBtA/u+qoRQUIrDsTXS+uAQFzj8AgU60L34U+pofDI2FEaAIaiUIo/PZhV1HHiIUX36LYb0b+O+TRs5ssVsRz+0ilQl3dhikIGxcbEeeCIRCaH98HkIfv9cPhVhHpMALi9G+4P4UoJd+keJ2TQO7O6BfmS1pYBNBSRJMnKj9PKPiTJtKc/vG7Y1TTNKrC3+kvGOnRj5eRLrkFQRx5T+MJ+eOpxYYKUDEMcp26DGw7nsoAi891StFiXhCN3Y5zV4jraxBPCO3hL7h517+R8IxUhCMJry2H55j1BPpVkRaW0FQrX+7HCLtSM8iyEtE5otU2h+8G4HXX0w6dmkVSGgnYGFHfsHFWwyBHEqSYOJcXSK7QMvqD1r1LuvLjCniklU880YqkZ6pRVaCollXIvDmS8YOpPuORjhcFs68HLpvA9rqbgFEwG/xYrXbRFj23Nd4+hUvS8JpMpwLQb7zD7Bs/6su0vr8481qiYtgy857IPi/5xD85JddjHB2LKy5FJZd9oowBEbLpdOhx2HHkwmTQ0Q6s/4Ng16zEP+tuK5xRSzXgUzQO1k6SIJJAMlM9NyORTCRDO3EUUYEf+p6GeodvsF28FGwHfRriEDgwmhOeG4L+5z8384wyEPsQFqEbU3PmDJEBkkImSK9SOfLz/byZhZP3iJLpe5vQuCFJZvRt4zfGYXn/Cmiq4TYIbVceU4aPKPNLwiRcA3g5wF1vaJy17cUAgKk6QpxE7Hlp5BV/779Z9vKcQsWNJmXnDs1JcEkMJf+syvfZJ0PSKBpUpuIC1SxAxFHGUEEwps5Wml/6B4EXnuhVxUaVoK830w1jh76mlW9m4v0I/sdZsjmZj8C7/wPpFqQV/F7wzZG7GL85528+WikDB8Fyx6TYBm/k7Gr6XzlWaC9jzGqLQ+2g4+EeMLuGTLCdnQFCk6K7Ncn7nva6m9F6OsvgFAwqTgmIkw8xmnFoa1G3Pbkj4m0HyptcppgRFwNWrAgqfEVReoTa1B5msHpzZPac0UKR8Mtxnbdk+wxEcrI0abWqwgwJexI0NkzkgAh74QqhJa9AW3TZW5fYda99oftGKcRqkFv9sO6y55dOw1m+C/4vXHfrWwzHqKeeC0Sr0vBD9+JuNsQtjbipQr6L1bFRRdcHeV41KWRcEUQl8MBkavpq8/6jMMUBEmrRIT19jrPyKQJzFFBOU0w3pqK5aQrn7NOs5PhAOk/p/xYDinCuWZQYnSIewrLr3aH7bBjYNl1n4T8lYQ1rjB+61lEiAVx1yKsbyMVslhg2esA5B05xSATsXsSpWPRgwi88V9j9ySM8oIfvRv3MUY8Zxed8ycjyJbZIgJJBd99zcgyKY5wZmPPmJUfsx7Ro466hgHkiYnZQ05UyG2CmVHxCil0qDC3Z+JPVCh/L3E3PBDvzPlcvx3P3PkgEQvHyrRjJo4jtqPLYd190oBjpoQ+ehet9/UOOCVcDISXdKygTOJupXDG/0FE3RPGc+JFyXiGfvAehN5fGtXPSRm91ebn7r74F519GSx7J37iFHqLS2qxc0p6Tqfwi0ULMCaNqvf0De0X79LK+fpp/1jSiWjzedN20gPaMgBGsNpNHiotpOMTTcWLwVDw31vOe+qTcDp5XeVHEOhIguJi8IgYzi8pGZZwHMw7usLI9wzhYZ2kIgJBdSx+tJc0yx77QvgeCWdCcX8iiKO7KFuMMchNXNyKXU7gpacRXPGRYXcjLoJpmN2w0BX2M8JmRrwuGUXE8R09zojQJ7yZ++6cRBUj5W3NpVH9qEwNW1gMt200fKU6nl0ITdzVpKgwc6uD1AnkXpSOMHkpGkV6xOY0wQgIfTOm3gtFDxNtiHQQd4KxEYQOYvqJwcLW3QFGMRQUgTl/MHYsQm/b5OOQd+JvoQyzJ30liLuM1rpbDBuV7iJ2McrYbbriAYvE9eIiVaR+FfFfxD95BUbc3M7/PQvti+VdRxJFgbrVtrAdfpxBEJrICClCNnS2G5fCglSMf1r8YWPjihAPxZfdFD0Gjq4bNjbC1sZsEZkS2u68Dtr3X5ltkkA9+lGDVq+z+ujI+obUsVkCmmVSk5wnGAG2v9r5FhP2yyTgo+lifHhX3ArFMdyUyuK4InYdIhi3eGomRUHhzMtEeL+I7cXH1zrnZnBT7xQg4vijjt8Z6lbbGAQjFoje4kPos4+iHqFEyE9BNjRySyi2PGg/r4H247ddWQbCFCM8w/TZRjDxiEXE1H33NQReeRaW3ScZmSvJ7og6rm5ZwaUvG35LqS5E5Nd13OEI2m+j+fOFm7csPRAYEgRjkIyr8m0G75sNsy+eeQtnXxMx5snmMQSDxtOxuGTVVvYOh1N03hXGRxmtaN9/bYRgEPYtaS2qirxjYydeC339Odruvn5zojWRMsW63+GwHf6bmKlOgh+9g7Z7bkjbsBjcSkx/ddR7bkxbp1nQ0ZAhGDEXXlfl4wSObIueIRMmnoCHXXuPkYOoXwkFEVr+vmEYF1zxccQo/+r4nVB80bXhPZx7CBUvMO2P1PUjqJRBYctD4SkuWA88IkYwLUbrrVcgFC7+DBHU7SYYOxrLpEOhFA/rp+5gpZlViJ8oqWvM+DWWsvntI3hIEcwmkjlfAdcykJZsAYlOpLhAzSv/fVdkO5Gg/ruvup5l330d7G8Ca1pM0XnHnQRhsh+riB1M5+JH0fnyM7GqDuh3cYwqnHWlqRS34lVIGAYKY77IhQCbDdY990XeYcdCnbCzcXwSr0qtt/wZuhGYKv2FGfNK6z0z0t9z5vU45AhGTMGGc343Tgl1XEegaQCH2SZkxkSRo6zrY2TuetnZ2ByXvQflF6Lg9HNjhqHsYjDNcGoUMXS11avitmWJhpiIV2PZbR/kO081XqpiFUEMrTddGl+K2MIiI9C4Omo0gp8siyv2cCx94v1dvFYqpFxlr1t0fbxtc63+kCSY7knsqK7csQOoZugnKQqNZmbbYL0apWphKWPGoXD6RcYFrJlixID56F10vvy0sRPo+Vxtpn3POkZK2Qm7Iu83Tlh22MUUtKI/kcNI+ybbH2bID9gmOtz/TuVTVrxTkvb6Q5pgeqItjOkIwdPA+q918HgQ7AAVCIBEpseeReQJJZ1COuBXCM0gflNn2ouYd8u0ODFCb3HcKph+kWEgZ7qEQgh98QmCH7xteEMbr03Cg3qTV3VYOYoCsuVDcZQZZv/W/Q+Duu0E012KWDFtc//eKzyE+caZV5MIt9vrPLMzT7P0aSQJJgbW3Rkfe/1lRv8k52svOGWL/PaOTwfVRynKWNQddjai/Yvn4USKvrHFiAEjAlcFnvP03tkQGb5KtokHQdlyq4SN5joWPYTO/yxKRL2MbEOAz+72ZPRdX6qBkwSTRISbXZX/1MFnJlFkUkUJy2CRPVJY5iZaRE6k9rl/7/W6o5SNQOHsa437j4QKMzqeehyBp5+IvkNKSPjAGolg3NDUimBeaIOi0wRotIcqXEaYJjGEIWbkQswdKujA4iHsUiAJZmDrb3Nr7/RpTqjaI7TJLSFJYpMuRvgEiRi6lp32SEw2s5HYXlwIdxfh2V00u9bwpI67hIJodd9i3Puk3WEx5u6VRQLze+zuxvN6VhUpizeusW+vsrJrELiRmbcPl1JYRHSwgC4a5m64M25ccqSBJJgkTGTLmVWHa9bg0wDiuORIQscJihCWwvknnGy4IyRSRPqT4Htv9CIYER5T+BzFU8TzuLhzCX3a27s7HhmprEuET+11nl1j9eFzVVwPpnNBcPSvS/c73A1nxZKRq79LghngzIo7Gl915U9EHPv9dYB9Jbu58CEq+O30yClKInSYDIIRl8atd13fFWohAwsD7SE1eOjIOU/1j04eRt/VZ0zZqdCmPgJg714/E9501HkOysAhpkUlSTADgFnE5/WveX8VmMx74g2gv1Q0Fc6N+SdP7/IJMhmJYkAE09mBzucb0fHsoohWyKkYZ1wyWUChXGN3L+rKgRtH8dc4lzNjl+4mDP641N2Y4Hk0jo4ztKokmAFMTHNNxQKd6aQBiMiYpurW4w2rXyPodgyiSYhgmA2fKRGgyjAYzODCxP9zjN77SKqtTSipX5OrYo0C2lIY3JGuP+qYu3jIBqaSBJPgQm+uLj+LFapjJkuCIjKvmcVqGOSJ9K3CQI5s4Z+04yWY0Kfvo/OlZyD+LWxdMr3ooEPL3A2vJapnc03FFGbFw8zERLeXuhsuSlRWtreTBJPADP502jGjCgoK32ZgmwSaZ3wTwwJ3+x1hO+QYWHbaHSKG7uai612vPn1fkS661jCw23w0EPFzv1qB4DuvIiRM96OE48w0QEIdoa1GPDiwYN6+6orPmGgsgy8pczfWZdoY06WPJJgEkG6qcd6gMC5PoGnWNbHssLORtcA68SBAtRixe9sfq4f2+S/BqkTqk6Lz/2LEgkGLv8vb+7XnDYLJxqIS7zqsrrF3/Is4B7JhxoknkaIeFSwovHooJFiLBI8kmDgXjqjuczl/BpB1r0YJDPWXJkSw7rIXaMzWCInYtz0SoIlodiL8gshZLeKwiJSz2VwY+q9L3YtfGugY3nVNLJzkfi9yJPWBdpAF7SXBxDlJ62dMqbCQ2hDOsKqvKGYGEX2lQX8Imv6jRbXcx0BXOH5ZMhYBZrq2tL7h6oxVMIsUkwQT52R5XRUfEij2syNhPan6aSWj9nmh+zVCWPuSqj0u/A/j7FZWTyMCDFpQ6m44OY1d5mxXkmDimNrHq6psR5cG2yj6LiTIxI1au3ZhuItCn6uiBkx3gjIrt3UcMOR8VWb+tJ30w8e4l6zP+cGmeICSYOIA2D9j2vGsaE9FbMLwWS3KqUVzFkWuI0J31kyZRbp6qySZOMBPZ1Xmjnwoe+bLbAEDRl0STBwQeqsrHiCi0yM0WddZULC72RcDb03FmcTkFqmB4lBBVk0TAlZVOTHWH4o0qZLV3UiCMTl9L02enL/PBMcyJuzctwmBVpaM2XOXeC0/m2oqphCThyCcdmXJLAT4MYe78ZTM0in7tJEEY3LO1p9+4lhLgWUluCtL5ObC8NnH7jUyXnLpbt86c+oJoZD2BBNFjS1iUk1ZLQoCIlecSXcrkWv4h+d8lvEnL1iwKU2lhDYRBCTBmERNxO/tJP6Ee7wAiYBCwWJthxG3DdDq01XxGEC/NamKrJYAAjrzCkVR5oP5CgD985z0kUki7LmKP5bN8TycQHeyySYEJMGYXApraip2yWf6qPsFSTiysYYby+Z5/mxSRMRqfpfzKgZfE8ff14F2OaTaE6gDauiIkjlL3m6uqXyUmU09QRPoHbu7IWsygmbipEqCMTkrLTUVu+hMYgdjYMaMtY56zxjxl86kiIjVvK7yhQRl6kDlyPbhESAgGLTyoSPuaXzr5xknHp9HlgY2ZSZAusJadUn94n9KbBNDQBKMSdyaXJWHKOBXRXWxYHXov0mGObmQ56uuXAXirUyqIqslhAB/Za9r3FE0bampbNDB5WbEMPCDY8xe2yV6x2amj1yuIwnG5Oyur566r4X0t43dC+ApdXsqTTaNWc3vcnYwkBezoqwwMASIL3HUNd4qUtQAnR+ZDXFKoKfs7oYTB9b50GwtCcbkvPvOm7IdBdUvWIeuWqzHDJuz4BWTTaNWW39mxf6qlZbKiUgGmjFkEP3QmZ8/SdgqGUclxfKUuEszU0SOo5W86oqh7rxoBquedeS6NonYateUEYVQPgPR+/Ym64mUpOdLf7XzaSYkFn3bpO6y2i8IhEi/akTdYiOlq9flbADgNPsREPCuolovTtYfl6EwL2axHQpYRB2jcL0fj3GvaazUjKhf9E4yABHJ2vLaOsT9SzzOjxqI1ExL8ZEMPOKVYYSkjLORyBRQUufZvfty3lft/A+AY0wLIrSD6bHOgvzLR60OeZP1hybOYWRN9XjnJ2sGlgpFfWdPvddx36JzkiXbN6O8DoriMiuPdf6flodL1QBVg+gsAg/l+ftC15SLFAvvBuabzGII0MagGpjcM1vAJheQ0+LiKwYzkVez6seL1ynz/Q+tmkN5gcY90zy7qoxuW9AUd8MwDXj26WP9rc2fmTH6Es0JaLG7PSXif6+cdVzJiE7bGwSKmbMnGbpmkgzxggcF0+33eR7q1qupeuo5KvFdDDbjcsE64aayut72S/6aaROg6w8yYT/EkEPAeh3kIVvoBsfdS77JJHwyTRdJMIM0I74Zzjeg4ECT3esWqBcXuxfeJuqLj4FZXwrwL0FwTQrK9mrMeKe03tPP+E14qCus3mYqoBfjP456z7F9seBaWFrXTtulLRiamKfysdCV0SzsnBQw6WgDKe+wFni1IxD4eMuHnhNRDWWJgYAkmEFYIv4a5+2s43wzUfHEBOlMDaX1DZsN8bwu54UEGGQz1IoOvFXm9hwQbtwbZpRfrSpKzFxGzPxtaX3jdkMNu8EYrySYNKPuc5VfClZuAJkLncnEn5bWNfY6CvlqnC+BMTnNqmdGd4z1bUHt0DHzl4SNKO51lb9HUPaJoWyLY9NxMzMGlbtaSIJJ49x2xYDBPLM+Rwxe7nA37tHXHcFXU+kDsz2NqmdMV0QIatD+WFa35NFwSomXOVt7++poITBEWtjVXuuoXRcs2JgxA8tRRSTBpGlim2ZUnKsqdFe3L1O0bsW5n5hvcdQ3/qlvvZYzqw7XrKHngbietn8RQ/wToLRBUbaBpg1aAPJNT8zvqyrPK7YEHvJ35v8d4BlmpkPX9TllcxdHfM3zVVfcRESXRTGia/3Ra91SEowZtAdWRxLMwPCL2bqLEIJzibCDiEcSszC+UNhyacncJxrD1fW7Ku5mpnPM3N/0a094Hpw3c11e87qRbBluCagTAuByIuU4Yt4+pm7JrRBUteA+w+Y9ZSRY+uaMyY7hNvsruomA6grxEyV1jVXR1PHVVDSBqTRcHQa3rvbaJMEkdz7DSpMEkyKQDX8XClxHjEoGRw0mRTAsWjaC6KF11vY/TbjrmYjJm/2uyrcZvG8Can9g91r3j2QY5q+p/JKZx5uXSx3M+nqFSBj+hRj8MzGGM2OCGfIjkA41dLB9zpKl3X16p5cfRqoi8hFFfW6O9JLUU3d/dcXDTPQHSTDmZzQVNSXBJBFVrp2c710zrFKFOguM3XRgWGSAhZ0WBRj8jR6iBnIodaV/X/RdLHV8LqeIdD88Vr2evzNzq4O2GEVud8QkYC01lVM1ZpFSJeaxiYBOTef/84f8/9pu/su+Xh+2q/JJBp8QSz+xmVPA99jdjef1bu8UT80XRmvPwJelbs+EaHVaZlYdrmnB54D+2RvkDibW7CTvd0kwycMS3mqnOAr9sWcgbxKhY4xlpZgJAAANhUlEQVQLBwZB6WRwC5g+UQme9QHvg30/0Fjq+GoqgmAyHyicSRimneCoa3g+hmylyVXxqQL6VSwdAKxr2agePO6RhSv71t20CzHlCMrQl5W6F0/sK8PncnYginc5EX1tr2uIudvyVld8TUThnqPlHYyJSU5GFUkwyUCxjwyurbUALxsk8PLLwLqRI/WqBQtC4v8PJEDVhnN+N86idX7LbMpitUsrxp8d9Z4bzQxzU6YDE8GVKMjgS0vdntv7yhW7uObVpd5Yx8JN7XxfYtXYvh7Kza7KJ/XouyBh1eyIhaXXVfkPAs8OM/b2H+UrkpklMeA6kmAGDGH6BBgxaRR9KdhsFgJeH4S6x0j3ojVmtPy52rmXjSBi3sR2voxAXFxVZfOXBpcD2CFWnwxuduQFxlGfOycjNEZA/SrSi5vRbszew2MFgfK5KqsAfqzvnQ4DvlK3J+wFcCyd5e/xISAJJj68BrV2c3X5WTqUuWYuUQ1FNwVYMqs0u6aMaIHlvzp491htGHRbqbvhon47GEDxVTtfIcIhsWQQkb+kybIVhbFH8bkq1gC0ZXgZ5LeP2XNEbIL57XjmzteJsEVPOcS0zl7fMCqWfvL3gSMgCWbgGKZNgvDmhq7PNNmhzx5wbEfz5/e6hI3V1uuqfJzAUZ+Au2TQIoe7YVo4ed5qp0iNOyvW4tJBP5aO2XPbcEThqymvg664wodRMEcwQjd/TeVrzHxwTz3DWUfHwkX+nhgCsdZAYlJlq6QjYNxt/OhYZDY4FTHuttd7ZsWrSLOr8m86+JJY7YjodXtdQ9hdipFil7QnY+60Ijgdir590088EhbLs+D+mS8Z8DvcnrJYdzBCTrOr4j4dVNOLYHQ8UDrXc0asMcrfB46AJJiBY5gWCVxVVdw8PPg46yai3zHY7vZYiOLPeLDhnJMOUkOh12MOinmpo74xrDe4QQ6qRTwRR7ZnMd6p6U+OuoabI/Xld1Vu4HAe4wyfo97cHUpLTfnZGitzevShMeiiUnfDnTHHKCsMGAFJMAOGMD0C4iIY4p8cdY2jE9HMcMaEEvGj75YZLRC2QTCK5floOxgi7igZ7S+l2pfFk3TY4nc5P2fAyATQsxDjO3u9Z1sz4/PWVE4l5oU96vpULXhotwWxGRmyTuIISIJJHLu0toyLYHRljmNuYpH3/C6n8JfqZfwWdqC6/nfH3MUXh/utZUbFuZpCd0cDiJlfKq1v/HW0Or4a53/AOKZfHaJvHXUNpsItiNS8gZD+ZHfKWCL61F7XMOQCdaV1sfboTBLMYCEfZ78vTZ6cv88EE3cwDFYV3m1YXeOncXZhVPdVO58F4TfR21JQZ+38svrF94Wr53U55xFwVkQZzB0arEcOr3/ijWj9eF3O+QTDcLH3Dkahpfb7GkwF62qqqZiisOLpjlLHjLtK6z3nJ4KNbBM/ApJg4sdsUFowoDTXOB9gxqnRFBAhJe1ujy0RJb3Tp24DVX+RgKhWskxo7wBPGh2GxISePpfzXQL2jqgDUYOj7pcAWpHqRTKUI+B2u9sTzoCunyhBMCpoETMsIoVsMKhPHnG/jKGbyPpIpI0kmERQG6Q2G6rLz7KQMjd6yAf+yuFujGnkFm4IwpDPSvpzDDiiDpH4W0dd+IhwYqe1944OEbe4IJwM4RdlUbCfmR1Wi6vyfI35jj5P1QEF5CpxNzxgZhqMHYxODSLAF4M+cXgtE2UmADPIJaeOJJjk4JgWKYYDXyj4UtTL0wFkIVw/Y0qFqige4d0ddZdEuMNe5wnrkCgCoze3BteHI0EhVSGaNqyuYZEZwDbWTDslxNq/ekX7J/ZaFMvk4jkLRWbGmKXriETiktfKwOxw7g0xhcgKCSMgCSZh6NLfcJ1r6mgL9B8iRmsj6KpO1w+rb7g6Ee18Myv+DI3+Gr0td2ps/XWk+5NNT9QvhN+94EuHz7qr2R1Em6uyqpP539SD8UTyM7vbYzpcRdcOBo+DSLcXFGxPdzy6NhFsZJvEEJAEkxhug9bKV+0MRYrnK8IotBHvE+5uxIzCvurKRSCOmnNbYXqwpL6h38Vrt/yW6sprNOK/hOmPQ0E+MJ77D79r6u911v5F3U9AxlZGucbuXhQzsHd3/15X+REKFA8Yr9nrPTHDSJjBSdYxj4AkGPNYZURNb7WzlQiF4ZQxfHvqGkxZuIZr762uWE5Eu0QaqLhADkDZJpLzpLA29q9xLAbj6J4yjA0I4T57XYNZNwej+UaX88IQ47buExuBOxUtNCkeG5bVZ0zZqcCqLgl0dkzb4sFnTR2rMmKic0QJSTBZNpH+audbXcnB+hcGe0vdjQnlSmqdecLEkGZ9hoGRkSGh+x3uhojPzyKZXHNr8zsM9DLyY+bVjrF7bxPLObFvv/6ayjnMfHb3f2fmF0rrG3uRV6zpY5er0Id114dzzIzVVv4+cAQkwQwcw7RK8FVX3sLEF4ebOJF32V7nSciIrLmmYorOJEIbhN0dAYiZ6mNT/GER8rKneqwHtT+U3R8+C0A08ATBgLmm+8K4DdrIMe4lIqJfXKX5vGk7ldy9MGyak7gEycpxIyAJJm7IBreB4Uioao3hnAAJvNzubtwtEQ2bXBU3KqB+WQyELCN+rsJn9EzXGq6PppoppyisPtLrN8KLjjrPUYno5HNVLgTYSDhHTEvt9eaM6xLpS7ZJDQKSYFKDa0ql+lxOEbt3676dDMQMvslV8agC+l04xRm0uNTdUBFrUN4ZzgtJ+SXjJDEFFIvlmGFzFpgKodlXvjDYA2MiFITsnY6R8YaeiKWv/D31CEiCST3GSe/BW13xABGdnkyC8c6oeIUUOqyvTHF/UlrfONbMIPwu51UMXNtdlxmvltZ7+sk0I0vU8VY7vyXC1jpRXVmcF8Rm+5D1UouAJJjU4psS6eIookJ9UJi/9+xgIDsYr8u5kvqEuSRCCJpaYZ+78GkzA/G7ymsZSpcNjvAZULi8pK5xiZm2fevU1sJy4eqKFToQunNM4261tTBiGsuSXQhIgsmu+er6dkVsmLLQB33zGCWdYIB3S9ye/c0EdhJ69SQY8aQdtPKhI+5JzO/HO718b1ZpekdAvztSHuosnLohp7IkmCyd8r73HWIYAyEYX03FGnDvGLg6ab+PlAM6HGxel/NCwuY7mLagGjxs5Jyn3stSiKXaSUBAEkwSQBwMEcJtwAptBUAl3f0PiGCqnV7QL06ORPRTSaFlV7ptgXBcNFWEL5OFVI/xSE3sDVlwXKI7GFMdykoZj4AkmIyfosgKbkr0Nn2gBMO1sPhXV2zoSVY6uK7M3bjZyM0MTCJdLnPHh0RUxIy1OixTY8V8MSNX1sleBCTBZO/coWX6CbtpqvXD7ti3xPjMXu+JaOofaaiCYJpXO9f1DNOggw4tcze8Fi88vhrnS2BMBvgnja3TJMHEi2Bu1ZcEk+Xz6auuuAlEl4lhMNHXpSZSqvYdcl+CEa9HJTzKHi2XdSTYNpxdWa3q7CZgbYjlDibLl9eA1ZcEM2AIB1+Ar6aiCUylIql7qbuxOF6NBMH4VjubCBi2qe0HDrcnckS6KB0YmR0doY0MfaXNYju9aM4Ceckb74TkUH1JMDkwmetryq+0QLmGmNpK3A12s8/KPYfudzlXb3ZSjCOfdTj4DENAhSYUKnkX2eb8e2kOQCyHkCACkmASBC7TmvmrK98E6SNLimz7xfPy0z0On8u5DJvi6CoBdeeS+Yk7B4qwDb7VjnsKmG7Or2/4ItOwkvqkDwFJMOnDOqU9bTjnd+OgdbiCoeC/t5z31CfxduZzlS8EK1OJSC+pa7AmkrStZ58iTEIidzjx6i3rZzYCkmAye37i1k5Y6Cd2RCq/mqFeDPB6h9tjKudQ3MrJBkMOAUkwQ27Kww94/bkV+1uDyl1gaDIsglwUyUJAEkyykMwBOc3V5WfpUHd21DdckgPDkUPIAAQkwWTAJEgVJAK5ioAkmFydWTkuiUAGICAJJgMmQaogEchVBCTB5OrMynFJBDIAAUkwGTAJUgWJQK4iIAkmV2dWjksikAEISILJgEmQKkgEchUBSTC5OrNyXBKBDEBAEkwGTIJUQSKQqwhIgsnVmZXjkghkAAKSYDJgEqQKEoFcRUASTK7OrByXRCADEJAEkwGTIFWQCOQqApJgcnVm5bgkAhmAgCSYDJgEqYJEIFcRkASTqzMrxyURyAAEJMFkwCRIFSQCuYqAJJhcnVk5LolABiAgCSYDJkGqIBHIVQQkweTqzMpxSQQyAAFJMBkwCVIFiUCuIiAJJldnVo5LIpABCEiCyYBJkCpIBHIVAUkwuTqzclwSgQxAQBJMBkyCVEEikKsISILJ1ZmV45IIZAACkmAyYBKkChKBXEVAEkyuzqwcl0QgAxCQBJMBkyBVkAjkKgKSYHJ1ZuW4JAIZgIAkmAyYBKmCRCBXEZAEk6szK8clEcgABCTBZMAkSBUkArmKgCSYXJ1ZOS6JQAYgIAkmAyZBqiARyFUEJMHk6szKcUkEMgABSTAZMAlSBYlAriIgCSZXZ1aOSyKQAQhIgsmASZAqSARyFQFJMLk6s3JcEoEMQEASTAZMglRBIpCrCEiCydWZleOSCGQAApJgMmASpAoSgVxF4P8BJDBLwZvO5hIAAAAASUVORK5CYII="/>
          <p:cNvSpPr>
            <a:spLocks noChangeAspect="1" noChangeArrowheads="1"/>
          </p:cNvSpPr>
          <p:nvPr/>
        </p:nvSpPr>
        <p:spPr bwMode="auto">
          <a:xfrm>
            <a:off x="155575" y="-319088"/>
            <a:ext cx="666750" cy="676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" name="AutoShape 6" descr="data:image/png;base64,iVBORw0KGgoAAAANSUhEUgAAARgAAAEcCAYAAAAcH6uaAAAAAXNSR0IArs4c6QAAAp50RVh0bXhmaWxlACUzQ214R3JhcGhNb2RlbCUzRSUzQ3Jvb3QlM0UlM0NteENlbGwlMjBpZCUzRCUyMjAlMjIlMkYlM0UlM0NteENlbGwlMjBpZCUzRCUyMjElMjIlMjBwYXJlbnQlM0QlMjIwJTIyJTJGJTNFJTNDbXhDZWxsJTIwaWQlM0QlMjIyJTIyJTIwdmFsdWUlM0QlMjIlMjIlMjBzdHlsZSUzRCUyMnZlcnRpY2FsTGFiZWxQb3NpdGlvbiUzRGJvdHRvbSUzQnNrZXRjaCUzRDAlM0JodG1sJTNEMSUzQmZpbGxDb2xvciUzRCUyM0YwNjY1MCUzQnN0cm9rZUNvbG9yJTNEJTIzZmZmZmZmJTNCdmVydGljYWxBbGlnbiUzRHRvcCUzQmFsaWduJTNEY2VudGVyJTNCcG9pbnRzJTNEJTVCJTVEJTNCcG9pbnRlckV2ZW50cyUzRDElM0JzaGFwZSUzRG14Z3JhcGguY2lzY29fc2FmZS5jb21wb3NpdGVJY29uJTNCYmdJY29uJTNEdGhyZWF0MSUzQnJlc0ljb24lM0RteGdyYXBoLmNpc2NvX3NhZmUudGhyZWF0LnRocmVhdF9hNiUzQiUyMiUyMHZlcnRleCUzRCUyMjElMjIlMjBwYXJlbnQlM0QlMjIxJTIyJTNFJTNDbXhHZW9tZXRyeSUyMHglM0QlMjItMjAwMCUyMiUyMHklM0QlMjI5NjAlMjIlMjB3aWR0aCUzRCUyMjQ5JTIyJTIwaGVpZ2h0JTNEJTIyNTAlMjIlMjBhcyUzRCUyMmdlb21ldHJ5JTIyJTJGJTNFJTNDJTJGbXhDZWxsJTNFJTNDJTJGcm9vdCUzRSUzQyUyRm14R3JhcGhNb2RlbCUzRV5Rg9QAACAASURBVHhe7V0HeFvV2X6/eyV5xpKdAUkIK4SyV8JeoYyyYssJpqUFCiSWCRAg/IxSoJhRRqFlEywnJYwCJSSWE1YZBcoKK8xAIOxAQkhiSXa8JN37/c+5joOHxpUsyZJ8zvPw0KJzvvOd95z7+oxvEGSRCEgEJAIpQoBSJFeKlQhIBCQCkAQjF4F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0BWI+CvmTbBXrdwZVYPIoeVlwSTw5M7FIbmrXYucRQWzKA7Hl07FMabbWOUBJNtMyb17YWA1+X8UgW/MMzdeA4BuoQnsxCQBJNZ8yG1iQMBBhS/q/J7AHbW9fNL5zbeH0dzWTUNCEiCSQPIsovUIMC1tRbv6g++V4DRAFY53J6tU9OTlJooApJgEkVOtht0BPoQDBNwtd3tuW7QFZMKbEZAEkwGLwaeXVW2trltTLFitbAeDMFi0UPFamsglNfR5l/TuW3ryDZasCCQwUNIqWp9CAYErLa7PWNT2qkUHhcCkmDigis9ldk1ZYSflcdBdETYHhkaEdoAtDDjEyLlgRL3oscy+ZKzqaZiSlld45JkIhiGYKCDLih1N9yZzH6krMQRkASTOHYpb+mrdl7OoNkgHhltohgQf70Z4BaF8Jwe0u5zzHvyxZQrGKMDrqoqbi4NPaYz78bES8vcjb9Lpk59CaZLNv3ocDdslcx+pKzEEZAEkzh2aWkpjkn+1sBFAF0KwGqmUyKEWMeHrGgPlNYtuctMm2TW4dqq4ubV2sU69IsIGEZApwqUF7s9zyW1H0DxVVesIqIxm+Uy0BbUdh4zf8mKZPYlZSWGgCSYxHBLe6ufZ5x4vFWx1BEQz19ncfG50gblmgL3okfSobR3evneiqo8qQNjeiyu7x1uzzap6N/nqvQBbO8pm5kfLK1v/GMq+pMy40NAEkx8eA1qba6dnO9f43gSjCPjUUTsaHQdzzrcngqi1Bmjbag+6SALaS8yOL+Hfkyk/MVet+j6eHQ2W9frcoYIUHsRDNDiCDi2pvnzfWblyHqpQUASTGpwTalU34zyW6GQODbFNX/ilaXE7RmXistg/4xpx7OiLwFY6Tl4AnW0IjRujHvJ+mSDIi7Dfayu64cCA2TRDrTPWbI02X1KefEhENcCjU+0rJ1KBHznnngkBy3PEdDrg47VJzO3QlFOL61rWBSrrtnffTWVR4PxFMD974gIbzrqPAeZlRVPveYZJ1WwGvKwuOXuW5huddQ3XBKPPFk3+QhIgkk+pmmT6KuuuAlElyXQYTtZ9Kn2exc/m0DbXk2WV1UVj3EE1xKhMKws4kscdY23DrSfcO391c6nmHB8WNnMSx31jQemol8p0zwCkmDMY5VxNZmhNJ9d/ijrysninTqeQqCm5iLLhHG3LWiKp13fur5q5/MgHBVOBgP+IGPyqHrPBwPpI6xsl6vQj59/AjAsPLHRD/k6jsyvb/gi2X1LeeYRiHNZmhcsa6YPAb+rci2DR8Xbo868uqy+MWHLV5+rsopZ/zdR+LsgJvqktK5h93j1MlO/ZfoJu2mq9eModYMBTS8fNW/guzQz+sg64RGQBJMDK8M/c8oBrFle73vBamZoBHrK7m440UzdnnW4qsrmLw2KQE8RHQwZ8JS6PZXxyjZT31ddeQuIL45al/FnR73nRjPyZJ3UICAJJjW4pl2qv6ZyDjOfnUDHDGvoaMc98Vn++qZPnQFVrx+MD3yda+poK+kfgTEiWv8EvdbuXnxNApjIJklCQBJMkoAcbDHrZ5841tpq+ZiB0nh10RmflY717UO1L3eYbet3OZcysH+0+opCrpL7GqKTkNkOe9Tzzaj4MxT6a6ymBNxtd3tmxaonf08dApJgUodtTMnGC0yJNrx03qLvYlY2UcHvct7GwIUmqvarwrpycencRX8307bJVXmISvrzzNTToK5XU7GwdOKzSuuSGwRqVVVVWbEjuIwIMS2DFeInSuoaq8yMSdZJDQKSYFKDa0yprTOrJgb14F0WRm2yfHS806duQ4r+AQiOmAr0qUDM35T4bDuZCf9g5v5D2KZYFJo2LIn2NkJls7sXY3iMFxz1nqPjxSKe+sLYj1JgRBiPDplcVxLMIM2O/2zn06zjaCsrBxXVL3onWWp4q8s9REpFAvJ0C6mnFtctfDRWW2+181UiHBKjXiAU5MNG3N/4Vix5Zn8XrhLe1Y6vN0Wwi92M8Zyj3vOb2BUTr7HR5bywCMq/yb1oTeJScrelJJhBmNuWmVWHa6Gg8Cy2tfisw8ctGJgtSs8h+Fy/HQ90fpnIsBhYUur2lMdq66upWAOmLaPVI6A1xJZjhtc/8UYseWZ/97oq/wHos8mk0Q+DFpS6G042Kz+Rel6Xcz4zWsrq5V1POPwkwSSyqgbYxldT+QqYDwOYHe7GuEz9Y3Vt3FGUBlcRIljWRhVATXZ3g4g9EzE6f+v08r2DqvIqgKKoohiBkI0PG3FPcnYwIv8RWF/BfXydoumggG4pcTeIMBcpKz5XxRqAfmrxWo9M5h+KlCmcZsGSYNIM+PrTTxxrybd8BSBPEIw34C/bbv7LSfP6FUGY/D++/yqIDoh3aATSFMLJ0e5NmlwVNRbQnTpgi7GDYY24IhlR7N51TSwcz1t/S8Qj4xlTiPSrRtQtTokXt9CDzzjD4bf5NwD6RpBykqOu4fl49BsKdSXBpHmW/dUVDzPRH7q6ZdahHFbmbngtmWr4XeVXM5TaRGQy8xOl9ZFfXsy+VCXzFak3ZuZGxWAEdZw1KoWpTLwznPNJwR9BCCGkzHTMWzTXnHZDp5YkmDTPta+moglMhq0KgXRd044onbf4f8lUY/25FftbgpRYqAKmHxz1DeMi6eOd4XyBFHPxaJJhByPcEQB+PG58GOutun5M0bzF78fd1kSD2lpYLlzt9AMoZEBnnc8vm9t4j4mmQ6qKJJg0TjdfcMoWvvb2n34BnZksfHwyvJr7DEPxVTs1k3ehfZqS7nA39Arg1LNCVA/mvpJIuWoggaa6wkDwM+gTUMrMlDHwhQPK5FS97mw4u7Ja1dndrYuu83mSYPrPjCQYM6s1SXXChVdIRXhHkfGw2eXsYJMxfHsNj4GOjrYttnzouZ97/nfxRLzuR8dONsITAMabgYRBi0vdDYk8maPlnKknaSFdPJlbzPTVt44CWlCSohcknjw53z+hdCWIN4cvlQQTfpYkwSSyehNoIy5ffas/+JSACb0+XOAHEa82mVHmNhHMBkb8BneGbsQrSEeeTlDBSgGI88mInsd5RLCGDfAUBhMCAgT6l0b6q2D+ttS9+CUz0HlrKs5UQG7mxMjFGIKC0+33eR4y01+8dXyuiusBuqJnO0kwkmDiXUdJrc+zjivxBfJ+JEZxL8HEIXuTrciMBa1ZhbgWFv+Pzh9A2MJsmxTXCzK4XcSgYcZqRcE7pFleYpU//U+T8t3Jm5LHCYz8nfl/J/B0EfUyUZ3E3RbDtqPD/W/xWpfU0mVn1LEMoBJJMLGhTXgSY4uWNXoi8NNpx4zKLyhcHe4+IZ/pV8kMjGTsYKqdqzlzCCbsYhCEozN/quuhB1TYQKpew8Ckga4cBi//4Av/pCNeNu+8abbPZlfl4zq4n3+T3MHIHYzZNZSSelEDJDFesdd7fp3MY1KTq2KNgujWtikZaEYI1S9zuBf/Ldmq+F2V1+vQr+hrSSxCArO85I3wRyTZsyDlhUVA5AsiVVkW7kdiCpQUB7en2578caDwrZt5wkQbW6/TdT62695kaBVxPPqP11LQfexK1uibayqm6EyNXUk0+5WAxvrM4fWL/5ms/nJFzpBbgIM1ca2zyvcOdoYnGKETMf/LXt94aiL6iSPRxpppLo21Cwk0IR5z+kT6y+Q2RPjUXufZNZk6Gl7qqi7Cc4aN/0vAWgqok0vmL5TZJPsALwkmmSsxiqyWmopddKbl4TJsiGY6c0eezgfFYxgmUrS2rdWPCmnabQzaOpGQmWkafnq6YbDGoZOHz31SPKUnpQgfKIb2IhgRjQ/FnU+pu3G3pHSYY0IkwaRpQjec87txaqhDBJaKjDnjP456z7GxVBJWpBesmnYiVO1vxNhBmATHajM0fuevHO7GHZI11o0zp+0RDIU8RLRdVJkm5y1ZemWTHLkw0zRbXU+weSJmSPj8QZv0iBXmsXX61BMCin47EZL2IaUJgtR2Q9AVXa8uSdI9SJehnzYfoOhe48ZfDOUau3tRQr5fqQVl8KVLgknTHBhezqs/+ATAr6J1KY5QShgjMRE5zc/qo6TgKLOGbmkaWkZ0I+5eVvKqfSe532sbqEIi7gyBZ5uRI17+dFWdVjpnocdM/aFWRxJMGmfcW+18UCGcFukeplsVQSC6Sq7hmwJmN9c4b9AYFyQW4yWNAxzUrigILXiOY96TCXs0r6+euq8K/XYCDjJ76BS5pUpJnZQqn6dBhTQJnUuCSQKIZkV4p5cfpqjKK7EIpkse6QR+h4HRBIwbiGWrWf1yoF6AGC+ErPlnD7/3sVVmx7MpSNctBDotbH7tKIIG8vpnVr9sricJJs2z53M5A0jECTHNemZ1d4T1FsYfYgVT59lVZd7WQJVCyp/AvG1CY9ZCRznmxZdTKqF+srSRJJg0T1yziOEK+qMIiCRLChEQABPPdLgb6/r2sto1ZUQ+lP9TgHP6+hTFo5GRiaG+cYdkWmDH03821JUEk+ZZWnvBKVvktbeL7bs1zV0Pze4Y79lJmQL3orXtrsppnaRfoLByAIMjxrwxC5QCOqPE3fCA2fpDsZ4kmEGYdW91xQNEdPogdD1Uu+w04sowVLOXt7GAEo6adnfD8Fj1hvrvkmAGYQWIXYytrW0ZEY0ZhO5llwNFgKCrujJrWP2iewcqKtfbS4IZpBn2VTsvB9H1Q968f5DwT7Rbw2iasdRe33BgojKGUjtJMIM02yK/M7H+YEwz9EHST3YbHgECvCXQdpTpYs2tEEkwMXASnsq+6VPH2YDdWNWDsZ4+zcAuZPpdlXMB/QwMwZAKZjDKzDoUtKjKpOI5Cz/KTP0yTytJMH3mZNXsqrKi1sAlKmgqE7YnQGFmAndBJf6XSMWoAx0K4xMQnizxWm82G/KyKzbvsncJyp6ZtxykRtEQsFksBxfem7xUuEMBbUkwm2bZP2Pa8aSEbtSJdjFeG8zEhBWmLCQM+ykA0Aqm0LzSuiV3RVs4flfl2wzedygsrlwZo7h10UG3l7obLsqVMaVrHEOeYDaFUbgTjONB0dOhxpwUNvY5K8DqxSXK8JfJ7e7leOevmXolWL9OmtjFRDJjKhBEgkhcWur23J4xSmWRIkOaYIRzm0XRnwZjRFLnTBAN0ZetgVD56PlLvvhy1nHFozvzzgox/pH62C0EKijoOs51dghf36QOLR3CyGIB8gqAYAAcECYsg1MY3GoFTU3GvdvgjGDwex2yBCN2E8z61Ykm9jI1dQxxe3M/KbqXdHV2qkNZqqPHwXrIUbDuPtFQT/vuKwSXvYngJ8uMjzXjCxFsh/0Glp33hLrlWOjNPoRWfIzQsjeg/TTgcMWmh298FAotLdFHHtl3F2paiKxoIDAkCcbrci5WgBM3eyizcXmbGjCMe5rUrjbxFz//5OmwHXQkYO3vgaD7vWi94xroP4qAeplZ1O13RMHva6CO276fghwKob3uZgQ/ejflyuvAGmhKddm8RU+lvLMh0EGKl37mIeitrryGwCdsCuD8jaaHniCydOSx4hU3MAHQ5i9UoWCHppGVmMaD9clEJIyrRmba07LtiBOQf9IfQZbI7k3aF8vReue14AzcydCIUSia8X9Qt9sx8oIJBbHxhkugpZgkdfDnpWP23o1qa0OZt3qzT6MhRzAtM6sOJy2Y12nJ/yyemCFiate5po7Op1CFzspVAMZkymVt8VW3Qd0qRrSBUBCtt9citPLTjFuleUeVI7/qzJh6dT69AB2Nj8SsN7AKzLqmTpE7mIGh2N16yBFMcmAD/DXOh3TGKQTjSXvQChUUYtiN9RD/jlqY0fH4P9H53ycHTddIHRe6LoF14kEx9Qq++zra6m+NWW/AFRjrNWv+PvH+ARpwvzkoQBLMACbVP3PKAawpLwOUNwAxA2pKefko/ut9UIbZY8rpeGI+Op8XucMyqxRddB0sv4qd9SOw9GW0339HWpQnoteDhcHfjuhKhqewy5WPOneHuE+T8V/MT4EkGPNYha25sdq5V5Dw/mACWTT7Wlh22j3mDmZj7fnQfvphgCNOfvO831Qif2rs6BXt/7oPgf/9J/kKhJEojOsY+JpZ/4QUZRR0TADBz4wfFPAPUJQW0SykBV9UlaL3He5/f5UWxbKsk8H8LrIMqsjqeqsrFxFx5WANSFyOFlZfDGX4yKgqhD56B20P3A3e2DxYqvbrV3GUoeiym6GURTdF0r77Eq23XJEhl9TcZVIpCrFIWyLeITUGtxPTh4qiLCiuW3SP3Omk/AE1Y9ZxShURzovNLqeXgZKUdhRFuGWHnWH7zVRYd90bUCNfCwXf+C/an5gPbjX+AA9qEce6oouuhTJm64h6iCd2beWnaH+sHtziH1R9zXQuwjmIpBAAt4LwtqpYrxs2Z8ErZtrmYh25g0nSrHpdlfUEnp56q5fIClN+IdRf7QZ17NbgQAB5hx8LZdTofg0Cr72AjoUPgNs2Jmn08YuhEgeKzr0C6rb988cF3n0dvPZH8MYWaD98i9DK5V0HluwsRqaDYGfINeJB4z5nSBVJMEma7g1nV1arzHeA0WWnnwFFvCwVzboK6vid+pPMW6+g46F7B+XIoZQ4UDjzT1C375+DLiguch+6B8K4LpcKgToooOxdMn/hilwaV6yxSIKJhZDJ3/2uyie5y4AvowrlF6Dw7MsM8/u+JfTh22i97+a0+ispxSUonH1NWLudwGvPo/3hOdm8W4kx96QT8Q32Oo+woxoSJasJRsRu2aq1tGOw/UXWn37iWGuB5VtmWDJx1YijU6HrYljE/UyfEvrsQ+N+Q4/L16fvsjF3fKGiYSi+5K9QRo/rp0fni0vQ2fDwoOyo0jlnRAhpuj6rrH7xfensd7D6ymqC8bkqrmfGuNL6xj8OFoCiX5/L2QCGM9U+RwMaY34Bis67EpYJu/QTI+45xM5B++aL3r+pKtRtJ8Aybjso2+wAKiruMugj6gqD012YobduhP7zGmjffwV93U/QVq8CQsHNVcSFbuHsa437ob4l8MISdCx5FNzRPqAhDn5j6gA4SMAGJu7QdTJAElfuTGwjUop01tZayDJvWN2iqHGDBn8sydEg2wnmUQIdWeL2bDlYT4LfnDHZUWpzrEupV3Zy5hrCKK/wgqthCXMnI0im86nHoX37JWiYHdbd9oa6wy7GC494So6n6OvXIvTlZwh9/B70H78FCopQ8HtXWEfGwMvPoGPRg12hJbKsiNciBfCzjhW6Qq9B549Um77efu/iZ7NsKClTN6sJxu9yLmXG/jrjtLK5nodThlIUwSKhPRFOG4y+E+nTIJnz/wLxrN2viJ2I3xs3oUTVQ+x0dA1Q+58ejSfzh+eAtey60CWQrrP+MCnKw466hucTmYeh0iarCcZX7fwchB0HKwnWylnHlYzozPuJkDkvR6YWbl6+8URsxjzflLwEKgVef9F4Lcq252cGfCEou4x0L1qTwLCHXJOsJhi/y/kOA5PErGmEO4bXeS5M5ww21ThvUBiXp7PPZPVFZSNQePp5YV+XktVHJDniGNZ2383QvetT3VXy5YtLWi10yvC5Tz6RfOG5JzG7Caba+RQTjhfTQoAW0kO/S9fEs2vKCD/U9wBENkPN4PVi2f5XyD/FBXXr/gGeUq62phk+RR1P/juj3BZMj5voUUddw+9N1x/CFbObYFwVdzPo3O75I9DP7VrgyC3nPfVJqufUf075sRxSnkl1P6mQr249HgUnnwU1zItSKvoLK5MZoa9WoH3eP6A3Zd1OZoPD7UluHOe0AZ/ejrKaYDZMP3GGqlrqe0FGWMUh5dDSeYtSGh8yWxPYi8BUBWdeEDtAVZrWob5hHTbeegW4STzEZU1hnZXzymRu6pgTltUE01FduWMHsciy1ysei9jJ/JzXMWHCXc+kxG3Yf7bzNNZx/yYTh5ggZ0oFZeSWKLrgaoh/Z1LRfU1ovfUKw34mWwoBb9ndngP66ltbC8vhL0+2TJ7cfyQLlo/UP911gX51LfTBMqtIN75ZTTAvTZ6cv8+Ojle7L3p7gicsJsG42+72zE4GqN7p5YcpVuVPuo7JJPyNsgw5stpQfNU/oGwxNhlwJF2G9tUKIzB5FtnDaKRqh+iaZT8CHwHmnUDKKDDbjfgNYYybxZIRmUEhwjoQNWma/prFynfa5yxZmnRAM0Rgln0m/VFrqik/W2FlTkQ8GesJeKykuOQmuu1B096s66ord7SSfgQznagQDmSGsDYT3vhZWay7TUThrCszV/f2VrTe9zeEVmRP2mci6MwiIgwL2+b4sTUyTpAu8i8R83KLqj5RVKDeT7ctaIpfWGa2SACVzBoIV1UV+0uDqzdlCQivnJhIBe3EWMXE70PHtyqUzqDCm8PwM+sBYioj0HYKMJ6JxgBcnG3HoEizQ8LJ8PTzQKPHQi0dGTa9yWDMrIjxIi55A2+9gsCrzwGDmGhtMMbfs08RxgqAn4jvCUK9JxdsbbKeYMQEbahxXmdhXGnO5W6wl9Eg9i/+zg4fCeuOu8OyxyQjXILwLRLHJ+FflJYizg6dHdB8G6Ct+BjBd1413Apk6YGAOESB1oH5htK52Z2yNk2rKrXLR1ysXbDa+Q0BW6W2p+ySLrynleGjEPzwHbA/zK5btUDYw1j22g+WX+1uXP4KVwKjJItwui8jxLP05x8j+PF7CH36AXQRGzhCEKl856mGEV7w9RfBPRwmswv95GhLTEtLOoor6KGHfk6OxPRKyQmCEZCtPf3YPfLy85flypFmoMtARIwr/svtXdkGQkGIcAiBN17q+rAjFVseVOHcWDYC6jY7GIGqRJxfQ4bY5Zgo4pJW5JPWPv/YiEbH639G6MfvoK9ZFd0tQLUg79BjYD30aKhjtwG3taL1tquhrfraRK+5XoU26jrPHCx/u4GgmzMEI0DwucovBSs3Ze9V7C9TSfbSrjzN43cCqRaEVn+H4NJX+odUiDD7BafOhO3QY3r9Kj5+7cvPEHjnNYgA4BHj8oqYvuI4JTJFWqwgq9XwsI4awpl1cDDY9Qokdh0d7WBN63J0jFDEbkkc06x77w/LbhOhlPVOminuZdr/eXv09U1kZIS07rW/8W+y2RD471PGnU4uFQJpOvMjpfWe2OkXMmjgOUUwm0kGyl+zIXxC5HVARoAo694HAIqyuZpIBq+vW4PQR+8aRw199fdhdwUibkvJjfVA93GnT0cifSw3rYe2ZhVCy9+Hvna1cSTh9WvBup6y5SnuesQdkLrlVkYsXnWHnaGO2caIMxOu6L4NaJtzkxFCom8RxznhrGnZc39Ytt8R4hJ7c9E0tN51HUQwrWwqPT/GvveJxolVXAIzXrfXew7NlnHlHMEI4IUZP0LKwwwMz5aJ6KknOcow7Np7frkPCTMIvWkdQis+RuiDtxD6egW4RWQJ6FqWecc4kT8tjhhcgU6Evv8a+s+ru4JFff050NkJvdPIM9ZFOp3t4PZ2cEdb5B1JYRHIlg8RplN8CWIHJHYp4rgmdipK6XAjml3MNLc9euiZC8nY8YzfCdY994Nlx92gjOkfGa+7aXDZm2ir+1vmTL8ARIEGRicxNhLxWp1J3KvoTPQ9MX9tIbSHiC3M0BSiMtJpax1sWEUSYVsGxjLwUzu0A8a4l2SFf0VOEoyYEK6ttfhWfzAXwGkkHqmzqCgjt0Bx7V1Rk9n3HI4gheDb/+s6FoSCKLrwmrDZBOKGQNeM4NukhYynZO2nH41djziC9DpeqSpEfmnx8atlI0Eik4E4YlmtAA0M+uD7S9E+7zZYD5hs/BM2jk2YgRnxhu+9Me4hJ7sBQdyf6MusKpZ0tGuPDrXMAjlLMN0LZXlVVfFoe+ffSKEziClrLHALz/0zrHvsG996jxLcKT5BkWtzexva629FcPn7myuJ1CjFf741dn7sZClhQk7n00+go/FfJmomv4rIIMCEZ/J1/Cm/vqFPHNLk95fJEnOeYLrB56oqm79UGacgcKNGmEjM22T6i5M46uQdX5VRH67AUxw9xBGkuwj3A8PHKUZmyXR8CHqLH6E3X0K7CHAoLpnTWAjw6qD5joD9Wpo/35fGrjO2qyFDMD1ngC84ZYuNgdBOmhbYSVWVMSENY8BMuoKtVaZRBH1zfEeGInyavmYSmUFpKiXLPsTMkiCC4hhuXGZaDz7SeL4VkfkHu7S5b0HwvTd6EYzYcalbjBk01cSTuDhOBd96BSImcJoj5ekMnL5NPgAAIABJREFUPOQoKLiM7nh07aCBkIEdD0mCSWQe2OUq9NO6tWDDfSDtRby0KGO3NbI1qtvvCMVeFjVFbMoUZO7awbz/i3+e2MEUX3QtxOV0OovITBla+WnXRfeKjyEuvgejEPCF3e3pn0VuMJTJsD4lwZicEO//Td2GWngl8Iv/ksmmSa8m8hzZ9j8MlokHd116RslFnezOxUfcNvcfEN7Pm49IpSO6ckyHSVOb7P6FPOMY9MHbCL7xIkLixWvwyxcOSTBhZ0ESTBhYRDL7nv9ZxO4Qr1LNaz7YyNw79sxgr22yl8F20BHIO/w4UGmKXuU72qCtXWNY1RpHkTf+2zusAhFskw6ButPuRt4lEi9JJi1/48FPJIfreHoBQsvezKgEbTrjs7J6T/+EU/EMLkfrDmmC2Tjz2D1CWsEsZp4EsF0hGs6EQsNioUchw4SVhFt+xi4D4XdkeEsn6Ziir1uL4CfvIvT2qwit+lrEJOhKLxItCb24nxKGgYpivIBZ9jkQtokHJ8evSdPQfLkrvE/VIM+KJJjIEzCkCGb9uRX720JUoQOnks4jmcgqPgmOagM/yKvXZPfC+KzgjPNBhUUmW4Svpq3+HsFXnkXwg7ehN3sHlLdaGNop47ZD3lFTDOM4s/5MkQbQ/KcZYO+GAY0vFY0lwQxxgmmqmXKKCnWWzthzUw6jnCNW8ZydXzGAQPcd7YahXudznq5XmGQWVYVlwq6GdfFAshi03Xsjgh++nUzNkiJLEswQJRhfTeXRxHyDDuyTbda88a78grMuhG3/w+NtZtQX9yodT8xPue8O2fKQf/J02A7+NaCIjM3xlc6nF6Cj8ZH4GqWhtiSYIUgwPldlPZin54JntZlvpPjyvxmJ6uMtIkZLm/vW9OUnIkJ+5anIO6Yy7ruZ4DuvoW3u3+MdYsrrS4IZQgQjXAPGOkKfgXjIBJ8iVUXRlf8wYrnEU4T/Utu82+Jpkpy6ioq846Yhv/yUuOQJgml/tA7cujGudqmuLAlmiBDM2gtO2SKvvV0c0uP70lK9AlMs3zB0+7/rIGLImC2hLz5Bu/tWw6ZkUIpqQUHVGbAdcYLp7kNfLEf7/DsgcillVGF84aiXhnbh5iRnLjt5dlVZc2twGQPCx2hIFetu+6Cw+mIgv8DUuIVHdPv9d0L7rn+clYgChNvCFmON2C09jexEfRGeQUTAE69OwlbFrJm+CL9QJI52oyOHXeipj5E/6ebLMi4TJIHWldQ1bCmyDJiaABOVmKE0V087VmdenuokgibUSbhKzhCMz+X8BsC2CSORIQ1FEG4RNwUFRYjl9yRCKYiwCfmVp8E68SBTIxDBptofutfw2TFdrDYj+JVSOsIwthMxdXsXgnW/Q6GOGdeVIeC1500/b4s0tkVi92WSHDsWPoDQJ8tiPsezCNHv3QBBStGi6pnGIGpFZmI8UkJbuMjtjhwwx2RnIlNGU1lwkcLYnmza0Y67l4i1nZUlJwjGf7bzadZxXOQZEMuNNhK4k4E26LSSVF6vi3w2OvKIlN1EcCoCRFg0ReS4GQyjOusek5B30pkpdRoMffwuWufcZNrTmAqLjbsSESiq9e7rgWAgIszKlmORX/57w9DOCPYUzSivh5RC1yWmCTKur4zZ8Pru8DwM/ec1cTVNrDI3Q+F6+5bNV1Ltyx3xyhAW5P7qihtANAtAoVirpW7PwAyb4lUiyfWznmC8NZVTSecnwrwWtYrwgiHW7h1eEHoJdz2zEbW1CtXWhgxXgFphrVsL1NYaaTy73QN+vuCUkQWdHeW6xidD4YlgMn+xMYDJEfFoi86/yviQU1Z0Ha3/+AtCK5eb7qLg1HNgO+BwbLzpMuM5O1YRxx1x7BH2NJ1PPW6KZMTxqujcP8d1hxRLj56/i2RuIoB4GkuQGW/ZLMpNhXMWPRMrTazvvCnb6QHlMgV0KoDNhMLAA6Vuzxlp1DvpXWU1wXDt5Hzfj/ZPiWg7AxlhkquQX2f804GRVw5ku2oQzuwqR+fG0IgO8DSAzgF4bKqeva2TDkbBKa7esWWTPN3aV5+h9Y5rTadnFc6Lhef8GUqJHc0X9Yk1rShQiorBbW1gEdi7e7eiqCi+5k7DF6n19muiZzHouYuZdSVE9slUFBHxr+XKmakQHV2mWI+EIDOtZdKbANKI8TMr3ALm7QlKEcEIhSlSNvT6FpnQblXUA4rnLMyeVJdh0Mhqgmk+u7Ja09m9aRBMRAv0EF2aikux9dVT91WgeRQj42PyizpuOxSefRmUEVskX/gmie0P34vAq8+blm+ddAhEdgKRm6jl4jONuDTipUrcDRlZT/Pyjd+EAR0CAWg/fAP2e1F43pVG7Jr2x+oR+N9/TPVnPeRoFJ52jqm68VYKvPwM2h91x9tsUOsTcHuy8qoP5kCymmB8M5xvQMGBAOms06Wlcxel1ArL63I2EOBM1YTl/aYSeSec3PXBJjmwlXBUbDGcBb2m1RdxdvMqTwMxo6V2lnFPwhtboAt/IBH8W6QqUVQoxSVGYG/e2Axu9hkEI3yiOjz/QuczT5jqTx29VdduKYkhH8SFtkjT0nbfzeCOdlN6ZEIlBi//Cj/sN8n93oAvjAd7PFlLMO2uykM6oIugq8MthP2G1TV+mmowN9ZUXKyxcksqL4DVbcYbEfMNnx2Rlyga0YgPPBCAZevxUSPsC1zE8/HG2vPBbP4l1XbgESgQuwrVgs4lj6HjhcVGvqNoxbLznii6sNao0nb3XxH8+F1T0yKOVAVnXhDzslf//muEfvohYjiI7iwI7NuA0JcrEPzwLdMX2qYUTXElAjopoO5VMn/hLwF3UtxnKsVnLcH4XJX/BPgIVbWeMWzOgjjeXBOH03+28zTW8WDiEuJsKcglaoSIrh+N+xsRqiFCHiRRR1x0tt1xTVx5j0SM3cLz/2LkMRK7gdbba40dQaTS85gngoNvvPaCuGxW8k/8LfKm/C6ifPEs33J5tbFLiu4An7lhNaKuACPXC/3W4W5YEOdKydjqWUsw62dMqbCQZSdHfcPN6UK3K3B4sDNd/ZntR+x6imZdtSn7YvhWRp4g9y0xX3VEzF/xXK5utR0sB06G0icGcOCNFxF49Tlo33612b5EBLqyHTDZsMpVelgTi/SvIvlZ6PNPEHz/zU3EEHlU4ngYzX2Aveux8e9XGbmbcq0QIaRAnTWsbuF9uTS2rCWYVbOryubZFzTX1iKUzgnxVTs7Qcatf8YUYasi0oaIfErhisgVHXhxSZcnchTbFOt+h6Gg4g9dkfEiheHUtM0ZIcXxx7rr3rDudUBX3+JI17cIg7dAJ7jFj/bH/wmRryhSsR1+LAp+XxPxd8Mx8/47MjImzAAXQxugX+NwL86gTHEDHNGm5llLMMkZfvxSvK6K7wiUcb5Ow678hxHcKVGCsR16NPIFuRSXgNtbQQVFxo4j9O1KYGNLV8rXMVuDiocZF70idoxwlhQZGwt+V911VySyQfrWQ/v+G6Cw0LhLEo6YwrpXWAGL9LQdj9T1yqnUU99YBBNY+jLa598ZcxcW/6wOXgtmfAeLemHpnIWewdMidT1LgokTW6/LuZgYU3pbLcQpJAXVxcuNdffIdiTRjkjCDSD/d9VQCgoRWPYmOl9cggLnH4BAJ9oXPwp9zQ+GxsIIUAS1EoTR+ezCriMPEYovv8Ww3g3890kjZ7bYrYjndpHKhDs7DFIQNi62I08EQiG0Pz4PoY/f64dCrCNS4IXFaF9wfwrQS79Icbumgd0d0K/MljSwiaAkCSZO1H6eUXGmTaW5feP2xikm6dWFP1LesVMjHy8iXfIKgrjyH8aTc8dTC4wUIOIYZTv0GFj3PRSBl57qlaJEPKEbu5xmr5FW1iCekVtC3/BzL/8j4RgpCEYTXtsPzzHqiXQrIq2tIKjWv10OkXakZxHkJSLzRSrtD96NwOsvJh27tAoktBOwsCO/4OIthkAOJUkwca4ukV2gZfUHrXqX9WXGFHHJKp55I5VIz9QiK0HRrCsRePMlYwfSfUcjHC4LZ14O3bcBbXW3ACLgt3ix2m0iLHvuazz9ipcl4TQZzoUg3/kHWLb/VRdpff7xZrXERbBl5z0Q/N9zCH7yyy5GODsW1lwKyy57RRgCo+XS6dDjsOPJhMkhIp1Z/4ZBr1mI/1Zc17gilutAJuidLB0kwSSAZCZ6bscimEiGduIoI4I/db0M9Q7fYDv4KNgO+jVEIHBhNCc8t4V9Tv5vZxjkIXYgLcK2pmdMGSKDJIRMkV6k8+Vne3kziydvkaVS9zch8MKSzehbxu+MwnP+FNFVQuyQWq48Jw2e0eYXhEi4BvDzgLpeUbnrWwoBAdJ0hbiJ2PJTyKp/3/6zbeW4BQuazEvOnZqSYBKYS//ZlW+yzgck0DSpTcQFqtiBiKOMIALhzRyttD90DwKvvdCrCg0rQd5vphpHD33Nqt7NRfqR/Q4zZHOzH4F3/gdSLcir+L1hGyN2Mf7zTt58NFKGj4Jlj0mwjN/J2NV0vvIs0N7HGNWWB9vBR0I8YfcMGWE7ugIFJ0X26xP3PW31tyL09RdAKJhUHBMRJh7jtOLQViNue/LHRNoPlTY5TTAirgYtWJDU+Ioi9Yk1qDzN4PTmSe25IoWj4RZju+5J9pgIZeRoU+tVBJgSdiTo7BlJgJB3QhVCy96Atukyt68w6177w3aM0wjVoDf7Yd1lz66dBjP8F/zeuO9WthkPUU+8FonXpeCH70TcbQhbG/FSBf0Xq+KiC66Ocjzq0ki4IojL4YDI1fTVZ33GYQqCpFUiwnp7nWdk0gTmqKCcJhhvTcVy0pXPWafZyXCA9J9TfiyHFOFcMygxOsQ9heVXu8N22DGw7LpPQv5KwhpXGL/1LCLEgrhrEda3kQpZLLDsdQDyjpxikInYPYnSsehBBN74r7F7EkZ5wY/ejfsYI56zi875kxFky2wRgaSC775mZJkURzizsWfMyo9Zj+hRR13DAPLExOwhJyrkNsHMqHiFFDpUmNsz8ScqlL+XuBseiHfmfK7fjmfufJCIhWNl2jETxxHb0eWw7j5pwDFTQh+9i9b7egecEi4Gwks6VlAmcbdSOOP/IKLuCeM58aJkPEM/eA9C7y+N6uekjN5q83N3X/yLzr4Mlr0TP3EKvcUltdg5JT2nU/jFogUYk0bVe/qG9ot3aeV8/bR/LOlEtPm8aTvpAW0ZACNY7SYPlRbS8Ymm4sVgKPjvLec99Uk4nbyu8iMIdCRBcTF4RAznl5QMSzgO5h1dYeR7hvCwTlIRgaA6Fj/aS5plj30hfI+EM6G4PxHE0V2ULcYY5CYubsUuJ/DS0wiu+MiwuxEXwTTMbljoCvsZYTMjXpeMIuL4jh5nROgT3sx9d06iipHytubSqH5UpoYtLIbbNhq+Uh3PLoQm7mpSVJi51UHqBHIvSkeYvBSNIj1ic5pgBIS+GVPvhaKHiTZEOog7wdgIQgcx/cRgYevuAKMYCorAnD8YOxaht23yccg78bdQhtmTvhLEXUZr3S2GjUp3EbsYZew2XfGAReJ6cZEqUr+K+C/in7wCI25u5/+ehfbF8q4jiaJA3Wpb2A4/ziAITWSEFCEbOtuNS2FBKsY/Lf6wsXFFiIfiy26KHgNH1w0bG2FrY7aITAltd14H7fuvzDZJoB79qEGr11l9dGR9Q+rYLAHNMqlJzhOMANtf7XyLCftlEvDRdDE+vCtuheIYbkplcVwRuw4RjFs8NZOioHDmZSK8X8T24uNrnXMzuKl3ChBx/FHH7wx1q20MghELRG/xIfTZR1GPUCLkpyAbGrklFFsetJ/XQPvx264sA2GKEZ5h+mwjmHjEImLqvvsaAq88C8vuk4zMlWR3RB1Xt6zg0pcNv6VUFyLy6zrucATtt9H8+cLNW5YeCAwJgjFIxlX5NoP3zYbZF8+8hbOviRjzZPMYgkHj6Vhcsmore4fDKTrvCuOjjFa07782QjAI+5a0FlVF3rGxE6+Fvv4cbXdfvznRmkiZYt3vcNgO/03MVCfBj95B2z03pG1YDG4lpr866j03pq3TLOhoyBCMmAuvq/JxAke2Rc+QCRNPwMOuvcfIQdSvhIIILX/fMIwLrvg4YpR/dfxOKL7o2vAezj2EiheY9kfq+hFUyqCw5aHwFBesBx4RI5gWo/XWKxAKF3+GCOp2E4wdjWXSoVCKh/VTd7DSzCrET5TUNWb8GkvZ/PYRPKQIZhPJnK+AaxlIS7aARCdSXKDmlf++K7KdSFD/3Vddz7Lvvg72N4E1LabovONOgjDZj1XEDqZz8aPofPmZWFUH9Ls4RhXOutJUilvxKiQMA4UxX+RCgM0G6577Iu+wY6FO2Nk4PolXpdZb/gzdCEyV/sKMeaX1nhnp7znzehxyBCOmYMM5vxunhDquI9A0gMNsEzJjoshR1vUxMne97Gxsjsveg/ILUXD6uTHDUHYxmGY4NYoYutrqVXHbskRDTMSrsey2D/KdpxovVbGKIIbWmy6NL0VsYZERaFwdNRrBT5bFFXs4lj7x/i5eKxVSrrLXLbo+3ra5Vn9IEkz3JHZUV+7YAVQz9JMUhUYzs22wXo1StbCUMeNQOP0i4wLWTDFiwHz0LjpfftrYCfR8rjbTvmcdI6XshF2R9xsnLDvsYgpa0Z/IYaR9k+0PM+QHbBMd7n+n8ikr3ilJe/0hTTA90RbGdITgaWD91zp4PAh2gAoEQCLTY88i8oSSTiEd8CuEZhC/qTPtRcy7ZVqcGKG3OG4VTL/IMJAzXUIhhL74BMEP3ja8oY3XJuFBvcmrOqwcRQHZ8qE4ygyzf+v+h0HddoLpLkWsmLa5f+8VHsJ848yrSYTb7XWe2ZmnWfo0kgQTA+vujI+9/jKjf5LztRecskV+e8eng+qjFGUs6g47G9H+xfNwIkXf2GLEgBGBqwLPeXrvbIgMXyXbxIOgbLlVwkZzHYseQud/FiWiXka2IcBnd3sy+q4v1cBJgkkiws2uyn/q4DOTKDKpooRlsMgeKSxzEy0iJ1L73L/3et1RykagcPa1xv1HQoUZHU89jsDTT0TfISUkfGCNRDBuaGpFMC+0QdFpAjTaQxUuI0yTGMIQM3Ih5g4VdGDxEHYpkAQzsPW3ubV3+jQnVO0R2uSWkCSxSRcjfIJEDF3LTnskJpvZSGwvLoS7i/DsLppda3hSx11CQbS6bzHufdLusBhz98oigfk9dnfjeT2ripTFG9fYt1dZ2TUI3MjM24dLKSwiOlhAFw1zN9wZNy450kASTBImsuXMqsM1a/BpAHFcciSh4wRFCEvh/BNONtwREiki/UnwvTd6EYwIjyl8juIp4nlc3LmEPu3t3R2PjFTWJcKn9jrPrrH68LkqrgfTuSA4+tel+x3uhrNiycjV3yXBDHBmxR2Nr7ryJyKO/f46wL6S3Vz4EBX8dnrkFCUROkwGwYhL49a7ru8KtZCBhYH2kBo8dOScp/pHJw+j7+ozpuxUaFMfAbB3r58JbzrqPAdl4BDTopIkmAHALOLz+te8vwpM5j3xBtBfKpoK58b8k6d3+QSZjEQxIILp7EDn843oeHZRRCvkVIwzLpksoFCusbsXdeXAjaP4a5zLmbFLdxMGf1zqbkzwPBpHxxlaVRLMACamuaZigc500gBEZExTdevxhtWvEXQ7BtEkRDDMhs+UCFBlGAxmcGHi/zlG730k1dYmlNSvyVWxRgFtKQzuSNcfdcxdPGQDU0mCSXChN1eXn8UK1TGTJUERmdfMYjUM8kT6VmEgR7bwT9rxEkzo0/fR+dIzEP8Wti6ZXnTQoWXuhtcS1bO5pmIKs+JhZmKi20vdDRclKivb20mCSWAGfzrtmFEFBYVvM7BNAs0zvolhgbv9jrAdcgwsO+0OEUN3c9H1rlefvq9IF11rGNhtPhqI+LlfrUDwnVcREqb7UcJxZhogoY7QViMeHFgwb191xWdMNJbBl5S5G+sybYzp0kcSTAJIN9U4b1AYlyfQNOuaWHbY2chaYJ14EKBajNi97Y/VQ/v8l2BVIvVJ0fl/MWLBoMXf5e392vMGwWRjUYl3HVbX2Dv+RZwD2TDjxJNIUY8KFhRePRQSrEWCRxJMnAtHVPe5nD8DyLpXowSG+ksTIlh32Qs0ZmuEROzbHgnQRDQ7EX5B5KwWcVhEytlsLgz916XuxS8NdAzvuiYWTnK/FzmS+kA7yIL2kmDinKT1M6ZUWEhtCGdY1VcUM4OIvtKgPwRN/9GiWu5joCscvywZiwAzXVta33B1xiqYRYpJgolzsryuig8JFPvZkbCeVP20klH7vND9GiGsfUnVHhf+h3F2K6unEQEGLSh1N5ycxi5ztitJMHFM7eNVVbajS4NtFH0XEmTiRq1duzDcRaHPVVEDpjtBmZXbOg4Ycr4qM3/aTvrhY9xL1uf8YFM8QEkwcQDsnzHteFa0pyI2YfisFuXUojmLItcRoTtrpswiXb1Vkkwc4KezKnNHPpQ982W2gAGjLgkmDgi91RUPENHpEZqs6ywo2N3si4G3puJMYnKL1EBxqCCrpgkBq6qcGOsPRZpUyepuJMGYnL6XJk/O32eCYxkTdu7bhEArS8bsuUu8lp9NNRVTiMlDEE67smQWAvyYw914SmbplH3aSIIxOWfrTz9xrKXAshLclSVyc2H47GP3GhkvuXS3b5059YRQSHuCiaLGFjGppqwWBQGRK86ku5XINfzDcz7L+JMXLNiUplJCmwgCkmBMoibi93YSf8I9XoBEQKFgsbbDiNsGaPXpqngMoN+aVEVWSwABnXmFoijzwXwFgP55TvrIJBH2XMUfy+Z4Hk6gO9lkEwKSYEwuhTU1FbvkM33U/YIkHNlYw41l8zx/NikiYjW/y3kVg6+J4+/rQLscUu0J1AE1dETJnCVvN9dUPsrMpp6gCfSO3d2QNRlBM3FSJcGYnJWWmopddCaxgzEwY8ZaR71njPhLZ1JExGpeV/lCgjJ1oHJk+/AIEBAMWvnQEfc0vvXzjBOPzyNLA5syEyBdYa26pH7xPyW2iSEgCcYkbk2uykMU8KuiuliwOvTfJMOcXMjzVVeuAvFWJlWR1RJCgL+y1zXuKJq21FQ26OByM2IY+MExZq/tEr1jM9NHLteRBGNydtdXT93XQvrbxu4F8JS6PZUmm8as5nc5OxjIi1lRVhgYAsSXOOoabxUpaoDOj8yGOCXQU3Z3w4kD63xotpYEY3LefedN2Y6C6hesQ1ct1mOGzVnwismmUautP7Nif9VKS+VEJAPNGDKIfujMz58kbJWMo5JieUrcpZkpIsfRSl51xVB3XjSDVc86cl2bRGy1a8qIQiifgeh9e5P1RErS86W/2vk0ExKLvm1Sd1ntFwRCpF81om6xkdLV63I2AHCa/QgIeFdRrRcn64/LUJgXs9gOBSyijlG43o/HuNc0VmpG1C96JxmAiGRteW0d4v4lHudHDURqpqX4SAYe8cowQlLG2UhkCiip8+zefTnvq3b+B8AxpgUR2sH0WGdB/uWjVoe8yfpDE+cwsqZ6vPOTNQNLhaK+s6fe67hv0TnJku2bUV4HRXGZlcc6/0/Lw6VqgKpBdBaBh/L8faFrykWKhXcD801mMQRoY1ANTO6ZLWCTC8hpcfEVg5nIq1n148XrlPn+h1bNobxA455pnl1VRrctaIq7YZgGPPv0sf7W5s/MGH2J5gS02N2eEvG/V846rmREp+0NAsXM2ZMMXTNJhnjBg4Lp9vs8D3Xr1VQ99RyV+C4Gm3G5YJ1wU1ldb/slf820CdD1B5mwH2LIIWC9DvKQLXSD4+4l32QSPpmmiySYQZoR3wznG1BwoMnudQvUi4vdC28T9cXHwKwvBfiXILgmBWV7NWa8U1rv6Wf8JjzUFVZvMxXQi/EfR73n2L5YcC0srWun7dIWDE3MU/lY6MpoFnZOCph0tIGUd1gLvNoRCHy85UPPiaiGssRAQBLMICwRf43zdtZxvpmoeGKCdKaG0vqGzYZ4XpfzQgIMshlqRQfeKnN7Dgg37g0zyq9WFSVmLiNm/ra0vnG7oYbdYIxXEkyaUfe5yi8FKzeAzIXOZOJPS+saex2FfDXOl8CYnGbVM6M7xvq2oHbomPlLwkYU97rK3yMo+8RQtsWx6biZGYPKXS0kwaRxbrtiwGCeWZ8jBi93uBv36OuO4Kup9IHZnkbVM6YrIgQ1aH8sq1vyaDilxMucrb19dbQQGCIt7GqvddSuCxZszJiB5agikmDSNLFNMyrOVRW6q9uXKVq34txPzLc46hv/1Ldey5lVh2vW0PNAXE/bv4gh/glQ2qAo20DTBi0A+aYn5vdVlecVWwIP+Tvz/w7wDDPToev6nLK5iyO+5vmqK24iosuiGNG1/ui1bikJxgzaA6sjCWZg+MVs3UUIwblE2EHEI4lZGF8obLm0ZO4TjeHq+l0VdzPTOWbub/q1JzwPzpu5Lq953Ui2DLcE1AkBcDmRchwxbx9Tt+RWCKpacJ9h854yEix9c8Zkx3Cb/RXdREB1hfiJkrrGqmjq+GoqmsBUGq4Og1tXe22SYJI7n2GlSYJJEciGvwsFriNGJYOjBpMiGBYtG0H00Dpr+58m3PVMxOTNflfl2wzeNwG1P7B7rftHMgzz11R+yczjzculDmZ9vUIkDP9CDP6ZGMOZMcEM+RFIhxo62D5nydLuPr3Tyw8jVRH5iKI+N0d6Seqpu7+64mEm+oMkGPMzmoqakmCSiCrXTs73rhlWqUKdBcZuOjAsMsDCTosCDP5GD1EDOZS60r8v+i6WOj6XU0S6Hx6rXs/fmbnVQVuMIrc7YhKwlprKqRqzSKkS89hEQKem8//5Q/5/bTf/ZV+vD9tV+SSDT4iln9jMKeB77O7G83q3d4qn5gujtWfgy1K3Z0K0Oi0zqw7XtOBzQP/sDXIHE2t2kve7JJjkYQlvtVMchf7YM5A3idAxxoUKX7olAAANg0lEQVQDg6B0MrgFTJ+oBM/6gPfBvh9oLHV8NRVBMJkPFM4kDNNOcNQ1PB9DttLkqvhUAf0qlg4A1rVsVA8e98jClX3rbtqFmHIEZejLSt2LJ/aV4XM5OxDFu5yIvrbXNcTcbXmrK74monDP0fIOxsQkJ6OKJJhkoNhHBtfWWoCXDRJ4+WVg3ciRetWCBSHx/wcSoGrDOb8bZ9E6v2U2ZbHapRXjz456z41mhrkp04GJ4EoUZPClpW7P7X3lil1c8+pSb6xj4aZ2vi+xamxfD+VmV+WTevRdkLBqdsTC0uuq/AeBZ4cZe/uP8hXJzJIYcB1JMAOGMH0CjJg0ir4UbDYLAa8PQt1jpHvRGjNa/lzt3MtGEDFvYjtfRiAurqqy+UuDywHsEKtPBjc78gLjqM+dkxEaI6B+FenFzWg3Zu/hsYJA+VyVVQA/1vdOhwFfqdsT9gI4ls7y9/gQkAQTH16DWru5uvwsHcpcM5eohqKbAiyZVZpdU0a0wPJfHbx7rDYMuq3U3XBRvx0MoPiqna8Q4ZBYMojIX9Jk2YrC2KP4XBVrANoyvAzy28fsOSI2wfx2PHPn60TYoqccYlpnr28YFUs/+fvAEZAEM3AM0yZBeHND12ea7NBnDzi2o/nze13CxmrrdVU+TuCoT8BdMmiRw90wLZw8b7VTpMadFWtx6aAfS8fsuW04ovDVlNdBV1zhwyiYIxihm7+m8jVmPrinnuGso2PhIn9PDIFYayAxqbJV0hEw7jZ+dCwyG5yKGHfb6z2z4lWk2VX5Nx18Sax2RPS6va4h7C7FSLFL2pMxd1oRnA5F377pJx4Ji+VZcP/Mlwz4HW5PWaw7GCGn2VVxnw6q6UUwOh4ones5I9YY5e8DR0ASzMAxTIsErqoqbh4efJx1E9HvGGx3eyxE8Wc82HDOSQepodDrMQfFvNRR3xjWG9wgB9Uinogj27MY79T0J0ddw82R+vK7KjdwOI9xhs9Rb+4OpaWm/GyNlTk9+tAYdFGpu+HOmGOUFQaMgCSYAUOYHgFxEQzxT466xtGJaGY4Y0KJ+NF3y4wWCNsgGMXyfLQdDBF3lIz2l1Lty+JJOmzxu5yfM2BkAuhZiPGdvd6zrZnxeWsqpxLzwh51faoWPLTbgtiMDFkncQQkwSSOXVpbxkUwujLHMTexyHt+l1P4S/Uyfgs7UF3/u2Pu4ovD/dYyo+JcTaG7owHEzC+V1jf+OlodX43zP2Ac068O0beOugZT4RZEat5ASH+yO2UsEX1qr2sYcoG60rpYe3QmCWawkI+z35cmT87fZ4KJOxgGqwrvNqyu8dM4uzCq+6qdz4Lwm+htKaizdn5Z/eL7wtXzupzzCDgrogzmDg3WI4fXP/FGtH68Lud8gmG42HsHo9BS+30NpoJ1NdVUTFFY8XRHqWPGXaX1nvMTwUa2iR8BSTDxYzYoLRhQmmucDzDj1GgKiJCSdrfHloiS3ulTt4Gqv0hAVCtZJrR3gCeNDkNiQk+fy/kuAXtH1IGowVH3SwCtSPUiGcoRcLvd7QlnQNdPlCAYFbSIGRaRQjYY1CePuF/G0E1kfSTSRhJMIqgNUpsN1eVnWUiZGz3kA3/lcDfGNHILNwRhyGcl/TkGHFGHSPytoy58RDix09p7R4eIW1wQTobwi7Io2M/MDqvFVXm+xnxHn6fqgAJylbgbHjAzDcYORqcGEeCLQZ84vJaJMhOAGeSSU0cSTHJwTIsUw4EvFHwp6uXpALIQrp8xpUJVFI/w7o66SyLcYa/zhHVIFIHRm1uD68ORoJCqEE0bVtewyAxgG2umnRJi7V+9ov0Tey2KZXLxnIUiM2PM0nVEInHJa2Vgdjj3hphCZIWEEZAEkzB06W+4zjV1tAX6DxGjtRF0Vafrh9U3XJ2Idr6ZFX+GRn+N3pY7Nbb+OtL9yaYn6hfC717wpcNn3dXsDqLNVVnVyfxv6sF4IvmZ3e0xHa6iaweDx0Gk2wsKtqc7Hl2bCDayTWIISIJJDLdBa+WrdoYixfMVYRTaiPcJdzdiRmFfdeUiEEfNua0wPVhS39Dv4rVbfkt15TUa8V/C9MehIB8Yz/2H3zX19zpr/6LuJyBjK6NcY3cvihnYu7t/r6v8CAWKB4zX7PWemGEkzOAk65hHQBKMeawyoqa32tlKhMJwyhi+PXUNpixcw7X3VlcsJ6JdIg1UXCAHoGwTyXlSWBv71zgWg3F0TxnGBoRwn72uwaybg9F8o8t5YYhxW/eJjcCdihaaFI8Ny+ozpuxUYFWXBDo7pm3x4LOmjlUZMdE5ooQkmCybSH+1862u5GD9C4O9pe7GhHIltc48YWJIsz7DwMjIkND9DndDxOdnkUyuubX5HQZ6Gfkx82rH2L23ieWc2Ldff03lHGY+u/u/M/MLpfWNvcgr1vSxy1Xow7rrwzlmxmorfx84ApJgBo5hWiX4qitvYeKLw02cyLtsr/MkZETWXFMxRWcSoQ3C7o4AxEz1sSn+sAh52VM91oPaH8ruD58FIBp4gmDAXNN9YdwGbeQY9xIR0S+u0nzetJ1K7l4YNs1JXIJk5bgRkAQTN2SD28BwJFS1xnBOgARebnc37paIhk2uihsVUL8sBkKWET9X4TN6pmsN10dTzZRTFFYf6fUb4UVHneeoRHTyuSoXAmwknCOmpfZ6c8Z1ifQl26QGAUkwqcE1pVJ9LqeI3bt1304GYgbf5Kp4VAH9LpziDFpc6m6oiDUo7wznhaT8knGSmAKKxXLMsDkLTIXQ7CtfGOyBMREKQvZOx8h4Q0/E0lf+nnoEJMGkHuOk9+CtrniAiE5PJsF4Z1S8Qgod1lemuD8prW8ca2YQfpfzKgau7a7LjFdL6z39ZJqRJep4q53fEmFrnaiuLM4LYrN9yHqpRUASTGrxTYl0cRRRoT4ozN97djCQHYzX5VxJfcJcEiEETa2wz134tJmB+F3ltQylywZH+AwoXF5S17jETNu+dWprYblwdcUKHQjdOaZxt9paGDGNZckuBCTBZNd8dX27IjZMWeiDvnmMkk4wwLslbs/+ZgI7Cb16Eox40g5a+dAR9yTm9+OdXr43qzS9I6DfHSkPdRZO3ZBTWRJMlk553/sOMYyBEIyvpmINuHcMXJ2030fKAR0ONq/LeSFh8x1MW1ANHjZyzlPvZSnEUu0kICAJJgkgDoYI4TZghbYCoJLu/gdEMNVOL+gXJ0ci+qmk0LIr3bZAOC6aKsKXyUKqx3ikJvaGLDgu0R2MqQ5lpYxHQBJMxk9RZAU3JXqbPlCC4VpY/KsrNvQkKx1cV+Zu3GzkZgYmkS6XueNDIipixlodlqmxYr6YkSvrZC8CkmCyd+7QMv2E3TTV+mF37FtifGav90Q09Y80VEEwzaud63qGadBBh5a5G16LFx5fjfMlMCYD/JPG1mmSYOJFMLfqS4LJ8vn0VVfcBKLLxDCY6OtSEylV+w65L8GI16MSHmWPlss6Emwbzq6sVnV2E7A2xHIHk+XLa8DqS4IZMISDL8BXU9EEplKR1L3U3Vgcr0aCYHyrnU0EDNvU9gOH2xM5Il2UDozMjo7QRoa+0maxnV40Z4G85I13QnKoviSYHJjM9TXlV1qgXENMbSXuBrvZZ+WeQ/e7nKs3OynGkc86HHyGIaBCEwqVvItsc/69NAcglkNIEAFJMAkCl2nN/NWVb4L0kSVFtv3iefnpHofP5VyGTXF0lYC6c8n8xJ0DRdgG32rHPQVMN+fXN3yRaVhJfdKHgCSY9GGd0p42nPO7cdA6XMFQ8N9bznvqk3g787nKF4KVqUSkl9Q1WBNJ2tazTxEmIZE7nHj1lvUzGwFJMJk9P3FrJyz0EzsilV/NUC8GeL3D7TGVcyhu5WSDIYeAJJghN+XhB7z+3Ir9rUHlLjA0GRZBLopkISAJJllI5oCc5urys3SoOzvqGy7JgeHIIWQAApJgMmASpAoSgVxFQBJMrs6sHJdEIAMQkASTAZMgVZAI5CoCkmBydWbluCQCGYCAJJgMmASpgkQgVxGQBJOrMyvHJRHIAAQkwWTAJEgVJAK5ioAkmFydWTkuiUAGICAJJgMmQaogEchVBCTB5OrMynFJBDIAAUkwGTAJUgWJQK4iIAkmV2dWjksikAEISILJgEmQKkgEchUBSTC5OrNyXBKBDEBAEkwGTIJUQSKQqwhIgsnVmZXjkghkAAKSYDJgEqQKEoFcRUASTK7OrByXRCADEJAEkwGTIFWQCOQqApJgcnVm5bgkAhmAgCSYDJgEqYJEIFcRkASTqzMrxyURyAAEJMFkwCRIFSQCuYqAJJhcnVk5LolABiAgCSYDJkGqIBHIVQQkweTqzMpxSQQyAAFJMBkwCVIFiUCuIiAJJldnVo5LIpABCEiCyYBJkCpIBHIVAUkwuTqzclwSgQxAQBJMBkyCVEEikKsISILJ1ZmV45IIZAACkmAyYBKkChKBXEVAEkyuzqwcl0QgAxCQBJMBkyBVkAjkKgKSYHJ1ZuW4JAIZgIAkmAyYBKmCRCBXEZAEk6szK8clEcgABCTBZMAkSBUkArmKgCSYXJ1ZOS6JQAYgIAkmAyZBqiARyFUEJMHk6szKcUkEMgABSTAZMAlSBYlAriLw/yQkS8FADfW/AAAAAElFTkSuQmCC"/>
          <p:cNvSpPr>
            <a:spLocks noChangeAspect="1" noChangeArrowheads="1"/>
          </p:cNvSpPr>
          <p:nvPr/>
        </p:nvSpPr>
        <p:spPr bwMode="auto">
          <a:xfrm>
            <a:off x="307975" y="-166688"/>
            <a:ext cx="666750" cy="676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307975" y="938786"/>
            <a:ext cx="9037513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+mj-ea"/>
                <a:ea typeface="+mj-ea"/>
              </a:rPr>
              <a:t>Control Plane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>
              <a:latin typeface="+mj-ea"/>
              <a:ea typeface="+mj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+mj-ea"/>
                <a:ea typeface="+mj-ea"/>
              </a:rPr>
              <a:t>Mixer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+mj-ea"/>
                <a:ea typeface="+mj-ea"/>
              </a:rPr>
              <a:t>서비스 </a:t>
            </a:r>
            <a:r>
              <a:rPr lang="ko-KR" altLang="en-US" dirty="0" err="1">
                <a:latin typeface="+mj-ea"/>
                <a:ea typeface="+mj-ea"/>
              </a:rPr>
              <a:t>매쉬</a:t>
            </a:r>
            <a:r>
              <a:rPr lang="ko-KR" altLang="en-US" dirty="0">
                <a:latin typeface="+mj-ea"/>
                <a:ea typeface="+mj-ea"/>
              </a:rPr>
              <a:t> </a:t>
            </a:r>
            <a:r>
              <a:rPr lang="ko-KR" altLang="en-US" dirty="0" err="1">
                <a:latin typeface="+mj-ea"/>
                <a:ea typeface="+mj-ea"/>
              </a:rPr>
              <a:t>엑세스</a:t>
            </a:r>
            <a:r>
              <a:rPr lang="ko-KR" altLang="en-US" dirty="0">
                <a:latin typeface="+mj-ea"/>
                <a:ea typeface="+mj-ea"/>
              </a:rPr>
              <a:t> 컨트롤 및 정책 관리 수행</a:t>
            </a:r>
            <a:r>
              <a:rPr lang="en-US" altLang="ko-KR" dirty="0">
                <a:latin typeface="+mj-ea"/>
                <a:ea typeface="+mj-ea"/>
              </a:rPr>
              <a:t>	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+mj-ea"/>
                <a:ea typeface="+mj-ea"/>
              </a:rPr>
              <a:t>Envoy</a:t>
            </a:r>
            <a:r>
              <a:rPr lang="ko-KR" altLang="en-US" dirty="0">
                <a:latin typeface="+mj-ea"/>
                <a:ea typeface="+mj-ea"/>
              </a:rPr>
              <a:t>와 다른 서비스에서 모니터링 지표 수집</a:t>
            </a:r>
            <a:endParaRPr lang="en-US" altLang="ko-KR" dirty="0">
              <a:latin typeface="+mj-ea"/>
              <a:ea typeface="+mj-ea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altLang="ko-KR" dirty="0">
              <a:latin typeface="+mj-ea"/>
              <a:ea typeface="+mj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+mj-ea"/>
                <a:ea typeface="+mj-ea"/>
              </a:rPr>
              <a:t>Pilot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+mj-ea"/>
                <a:ea typeface="+mj-ea"/>
              </a:rPr>
              <a:t>Envoy </a:t>
            </a:r>
            <a:r>
              <a:rPr lang="ko-KR" altLang="en-US" dirty="0">
                <a:latin typeface="+mj-ea"/>
                <a:ea typeface="+mj-ea"/>
              </a:rPr>
              <a:t>설정 관리를 수행하는 모듈</a:t>
            </a:r>
            <a:endParaRPr lang="en-US" altLang="ko-KR" dirty="0">
              <a:latin typeface="+mj-ea"/>
              <a:ea typeface="+mj-ea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+mj-ea"/>
                <a:ea typeface="+mj-ea"/>
              </a:rPr>
              <a:t>Envoy</a:t>
            </a:r>
            <a:r>
              <a:rPr lang="ko-KR" altLang="en-US" dirty="0">
                <a:latin typeface="+mj-ea"/>
                <a:ea typeface="+mj-ea"/>
              </a:rPr>
              <a:t>가 호출하는 서비스의 주소를 얻을 수 있는 </a:t>
            </a:r>
            <a:r>
              <a:rPr lang="en-US" altLang="ko-KR" dirty="0" err="1">
                <a:latin typeface="+mj-ea"/>
                <a:ea typeface="+mj-ea"/>
              </a:rPr>
              <a:t>Serivce</a:t>
            </a:r>
            <a:r>
              <a:rPr lang="en-US" altLang="ko-KR" dirty="0">
                <a:latin typeface="+mj-ea"/>
                <a:ea typeface="+mj-ea"/>
              </a:rPr>
              <a:t> Discovery </a:t>
            </a:r>
            <a:r>
              <a:rPr lang="ko-KR" altLang="en-US" dirty="0">
                <a:latin typeface="+mj-ea"/>
                <a:ea typeface="+mj-ea"/>
              </a:rPr>
              <a:t>기능을 제공</a:t>
            </a:r>
            <a:endParaRPr lang="en-US" altLang="ko-KR" dirty="0">
              <a:latin typeface="+mj-ea"/>
              <a:ea typeface="+mj-ea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altLang="ko-KR" dirty="0">
              <a:latin typeface="+mj-ea"/>
              <a:ea typeface="+mj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+mj-ea"/>
                <a:ea typeface="+mj-ea"/>
              </a:rPr>
              <a:t>Citadel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+mj-ea"/>
                <a:ea typeface="+mj-ea"/>
              </a:rPr>
              <a:t>보안 관련 기능을 수행하는 모듈</a:t>
            </a:r>
            <a:endParaRPr lang="en-US" altLang="ko-KR" dirty="0">
              <a:latin typeface="+mj-ea"/>
              <a:ea typeface="+mj-ea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+mj-ea"/>
                <a:ea typeface="+mj-ea"/>
              </a:rPr>
              <a:t>사용자 인증을 통해서 서비스</a:t>
            </a:r>
            <a:r>
              <a:rPr lang="en-US" altLang="ko-KR" dirty="0">
                <a:latin typeface="+mj-ea"/>
                <a:ea typeface="+mj-ea"/>
              </a:rPr>
              <a:t>/</a:t>
            </a:r>
            <a:r>
              <a:rPr lang="ko-KR" altLang="en-US" dirty="0" err="1">
                <a:latin typeface="+mj-ea"/>
                <a:ea typeface="+mj-ea"/>
              </a:rPr>
              <a:t>앤드</a:t>
            </a:r>
            <a:r>
              <a:rPr lang="ko-KR" altLang="en-US" dirty="0">
                <a:latin typeface="+mj-ea"/>
                <a:ea typeface="+mj-ea"/>
              </a:rPr>
              <a:t> 유저 간의 인증을 강화한다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+mj-ea"/>
                <a:ea typeface="+mj-ea"/>
              </a:rPr>
              <a:t>TSL(SSL)</a:t>
            </a:r>
            <a:r>
              <a:rPr lang="ko-KR" altLang="en-US" dirty="0">
                <a:latin typeface="+mj-ea"/>
                <a:ea typeface="+mj-ea"/>
              </a:rPr>
              <a:t>을 이용하여 통신 암호화와 인증서를 관리</a:t>
            </a:r>
            <a:endParaRPr lang="en-US" altLang="ko-KR" dirty="0">
              <a:latin typeface="+mj-ea"/>
              <a:ea typeface="+mj-ea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altLang="ko-KR" dirty="0">
              <a:latin typeface="+mj-ea"/>
              <a:ea typeface="+mj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+mj-ea"/>
                <a:ea typeface="+mj-ea"/>
              </a:rPr>
              <a:t>Galley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ko-KR" dirty="0" err="1">
                <a:latin typeface="+mj-ea"/>
                <a:ea typeface="+mj-ea"/>
              </a:rPr>
              <a:t>Istio</a:t>
            </a:r>
            <a:r>
              <a:rPr lang="en-US" altLang="ko-KR" dirty="0">
                <a:latin typeface="+mj-ea"/>
                <a:ea typeface="+mj-ea"/>
              </a:rPr>
              <a:t> </a:t>
            </a:r>
            <a:r>
              <a:rPr lang="ko-KR" altLang="en-US" dirty="0">
                <a:latin typeface="+mj-ea"/>
                <a:ea typeface="+mj-ea"/>
              </a:rPr>
              <a:t>설정을 </a:t>
            </a:r>
            <a:r>
              <a:rPr lang="en-US" altLang="ko-KR" dirty="0">
                <a:latin typeface="+mj-ea"/>
                <a:ea typeface="+mj-ea"/>
              </a:rPr>
              <a:t>Validation, Ingestion, Processing, Distribution</a:t>
            </a:r>
            <a:r>
              <a:rPr lang="ko-KR" altLang="en-US" dirty="0">
                <a:latin typeface="+mj-ea"/>
                <a:ea typeface="+mj-ea"/>
              </a:rPr>
              <a:t>하는 역할</a:t>
            </a:r>
            <a:endParaRPr lang="en-US" altLang="ko-KR" dirty="0">
              <a:latin typeface="+mj-ea"/>
              <a:ea typeface="+mj-ea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ko-KR" dirty="0" err="1">
                <a:latin typeface="+mj-ea"/>
                <a:ea typeface="+mj-ea"/>
              </a:rPr>
              <a:t>Istio</a:t>
            </a:r>
            <a:r>
              <a:rPr lang="ko-KR" altLang="en-US" dirty="0">
                <a:latin typeface="+mj-ea"/>
                <a:ea typeface="+mj-ea"/>
              </a:rPr>
              <a:t>의 구성 및 설정을 검증하고 배포 관리를 진행</a:t>
            </a:r>
            <a:endParaRPr lang="en-US" altLang="ko-KR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5748380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1BEF1B6D-EDD0-46B0-8C4B-4503BA8E5168}"/>
              </a:ext>
            </a:extLst>
          </p:cNvPr>
          <p:cNvSpPr txBox="1">
            <a:spLocks/>
          </p:cNvSpPr>
          <p:nvPr/>
        </p:nvSpPr>
        <p:spPr>
          <a:xfrm>
            <a:off x="294114" y="264068"/>
            <a:ext cx="7444968" cy="42862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400" b="1" kern="1200" baseline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</a:lstStyle>
          <a:p>
            <a:r>
              <a:rPr lang="en-US" altLang="ko-KR" sz="2000" dirty="0">
                <a:solidFill>
                  <a:prstClr val="black"/>
                </a:solidFill>
                <a:latin typeface="+mj-lt"/>
                <a:ea typeface="+mn-ea"/>
                <a:cs typeface="Arial" charset="0"/>
              </a:rPr>
              <a:t>8. </a:t>
            </a:r>
            <a:r>
              <a:rPr lang="en-US" altLang="ko-KR" sz="2000" dirty="0">
                <a:solidFill>
                  <a:prstClr val="black"/>
                </a:solidFill>
                <a:cs typeface="Arial" charset="0"/>
              </a:rPr>
              <a:t>ISTIO Architecture</a:t>
            </a:r>
            <a:endParaRPr lang="ko-KR" altLang="en-US" sz="2200" dirty="0"/>
          </a:p>
        </p:txBody>
      </p:sp>
      <p:sp>
        <p:nvSpPr>
          <p:cNvPr id="9" name="AutoShape 2" descr="data:image/png;base64,iVBORw0KGgoAAAANSUhEUgAAARgAAAEcCAYAAAAcH6uaAAAAAXNSR0IArs4c6QAAAp50RVh0bXhmaWxlACUzQ214R3JhcGhNb2RlbCUzRSUzQ3Jvb3QlM0UlM0NteENlbGwlMjBpZCUzRCUyMjAlMjIlMkYlM0UlM0NteENlbGwlMjBpZCUzRCUyMjElMjIlMjBwYXJlbnQlM0QlMjIwJTIyJTJGJTNFJTNDbXhDZWxsJTIwaWQlM0QlMjIyJTIyJTIwdmFsdWUlM0QlMjIlMjIlMjBzdHlsZSUzRCUyMnZlcnRpY2FsTGFiZWxQb3NpdGlvbiUzRGJvdHRvbSUzQnNrZXRjaCUzRDAlM0JodG1sJTNEMSUzQmZpbGxDb2xvciUzRCUyM0YwNjY1MCUzQnN0cm9rZUNvbG9yJTNEJTIzZmZmZmZmJTNCdmVydGljYWxBbGlnbiUzRHRvcCUzQmFsaWduJTNEY2VudGVyJTNCcG9pbnRzJTNEJTVCJTVEJTNCcG9pbnRlckV2ZW50cyUzRDElM0JzaGFwZSUzRG14Z3JhcGguY2lzY29fc2FmZS5jb21wb3NpdGVJY29uJTNCYmdJY29uJTNEdGhyZWF0MSUzQnJlc0ljb24lM0RteGdyYXBoLmNpc2NvX3NhZmUudGhyZWF0LnRocmVhdF9hNiUzQiUyMiUyMHZlcnRleCUzRCUyMjElMjIlMjBwYXJlbnQlM0QlMjIxJTIyJTNFJTNDbXhHZW9tZXRyeSUyMHglM0QlMjItMjAwMCUyMiUyMHklM0QlMjI5NjAlMjIlMjB3aWR0aCUzRCUyMjQ5JTIyJTIwaGVpZ2h0JTNEJTIyNTAlMjIlMjBhcyUzRCUyMmdlb21ldHJ5JTIyJTJGJTNFJTNDJTJGbXhDZWxsJTNFJTNDJTJGcm9vdCUzRSUzQyUyRm14R3JhcGhNb2RlbCUzRV5Rg9QAACAASURBVHhe7V0HeFvV2X6/eyV5xpKdAUkIK4SyV8JeoYyyYssJpqUFCiSWCRAg/IxSoJhRRqFlEywnJYwCJSSWE1YZBcoKK8xAIOxAQkhiSXa8JN37/c+5joOHxpUsyZJ8zvPw0KJzvvOd95z7+oxvEGSRCEgEJAIpQoBSJFeKlQhIBCQCkAQjF4F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0BWI+CvmTbBXrdwZVYPIoeVlwSTw5M7FIbmrXYucRQWzKA7Hl07FMabbWOUBJNtMyb17YWA1+X8UgW/MMzdeA4BuoQnsxCQBJNZ8yG1iQMBBhS/q/J7AHbW9fNL5zbeH0dzWTUNCEiCSQPIsovUIMC1tRbv6g++V4DRAFY53J6tU9OTlJooApJgEkVOtht0BPoQDBNwtd3tuW7QFZMKbEZAEkwGLwaeXVW2trltTLFitbAeDMFi0UPFamsglNfR5l/TuW3ryDZasCCQwUNIqWp9CAYErLa7PWNT2qkUHhcCkmDigis9ldk1ZYSflcdBdETYHhkaEdoAtDDjEyLlgRL3oscy+ZKzqaZiSlld45JkIhiGYKCDLih1N9yZzH6krMQRkASTOHYpb+mrdl7OoNkgHhltohgQf70Z4BaF8Jwe0u5zzHvyxZQrGKMDrqoqbi4NPaYz78bES8vcjb9Lpk59CaZLNv3ocDdslcx+pKzEEZAEkzh2aWkpjkn+1sBFAF0KwGqmUyKEWMeHrGgPlNYtuctMm2TW4dqq4ubV2sU69IsIGEZApwqUF7s9zyW1H0DxVVesIqIxm+Uy0BbUdh4zf8mKZPYlZSWGgCSYxHBLe6ufZ5x4vFWx1BEQz19ncfG50gblmgL3okfSobR3evneiqo8qQNjeiyu7x1uzzap6N/nqvQBbO8pm5kfLK1v/GMq+pMy40NAEkx8eA1qba6dnO9f43gSjCPjUUTsaHQdzzrcngqi1Bmjbag+6SALaS8yOL+Hfkyk/MVet+j6eHQ2W9frcoYIUHsRDNDiCDi2pvnzfWblyHqpQUASTGpwTalU34zyW6GQODbFNX/ilaXE7RmXistg/4xpx7OiLwFY6Tl4AnW0IjRujHvJ+mSDIi7Dfayu64cCA2TRDrTPWbI02X1KefEhENcCjU+0rJ1KBHznnngkBy3PEdDrg47VJzO3QlFOL61rWBSrrtnffTWVR4PxFMD974gIbzrqPAeZlRVPveYZJ1WwGvKwuOXuW5huddQ3XBKPPFk3+QhIgkk+pmmT6KuuuAlElyXQYTtZ9Kn2exc/m0DbXk2WV1UVj3EE1xKhMKws4kscdY23DrSfcO391c6nmHB8WNnMSx31jQemol8p0zwCkmDMY5VxNZmhNJ9d/ijrysninTqeQqCm5iLLhHG3LWiKp13fur5q5/MgHBVOBgP+IGPyqHrPBwPpI6xsl6vQj59/AjAsPLHRD/k6jsyvb/gi2X1LeeYRiHNZmhcsa6YPAb+rci2DR8Xbo868uqy+MWHLV5+rsopZ/zdR+LsgJvqktK5h93j1MlO/ZfoJu2mq9eModYMBTS8fNW/guzQz+sg64RGQBJMDK8M/c8oBrFle73vBamZoBHrK7m440UzdnnW4qsrmLw2KQE8RHQwZ8JS6PZXxyjZT31ddeQuIL45al/FnR73nRjPyZJ3UICAJJjW4pl2qv6ZyDjOfnUDHDGvoaMc98Vn++qZPnQFVrx+MD3yda+poK+kfgTEiWv8EvdbuXnxNApjIJklCQBJMkoAcbDHrZ5841tpq+ZiB0nh10RmflY717UO1L3eYbet3OZcysH+0+opCrpL7GqKTkNkOe9Tzzaj4MxT6a6ymBNxtd3tmxaonf08dApJgUodtTMnGC0yJNrx03qLvYlY2UcHvct7GwIUmqvarwrpycencRX8307bJVXmISvrzzNTToK5XU7GwdOKzSuuSGwRqVVVVWbEjuIwIMS2DFeInSuoaq8yMSdZJDQKSYFKDa0yprTOrJgb14F0WRm2yfHS806duQ4r+AQiOmAr0qUDM35T4bDuZCf9g5v5D2KZYFJo2LIn2NkJls7sXY3iMFxz1nqPjxSKe+sLYj1JgRBiPDplcVxLMIM2O/2zn06zjaCsrBxXVL3onWWp4q8s9REpFAvJ0C6mnFtctfDRWW2+181UiHBKjXiAU5MNG3N/4Vix5Zn8XrhLe1Y6vN0Wwi92M8Zyj3vOb2BUTr7HR5bywCMq/yb1oTeJScrelJJhBmNuWmVWHa6Gg8Cy2tfisw8ctGJgtSs8h+Fy/HQ90fpnIsBhYUur2lMdq66upWAOmLaPVI6A1xJZjhtc/8UYseWZ/97oq/wHos8mk0Q+DFpS6G042Kz+Rel6Xcz4zWsrq5V1POPwkwSSyqgbYxldT+QqYDwOYHe7GuEz9Y3Vt3FGUBlcRIljWRhVATXZ3g4g9EzE6f+v08r2DqvIqgKKoohiBkI0PG3FPcnYwIv8RWF/BfXydoumggG4pcTeIMBcpKz5XxRqAfmrxWo9M5h+KlCmcZsGSYNIM+PrTTxxrybd8BSBPEIw34C/bbv7LSfP6FUGY/D++/yqIDoh3aATSFMLJ0e5NmlwVNRbQnTpgi7GDYY24IhlR7N51TSwcz1t/S8Qj4xlTiPSrRtQtTokXt9CDzzjD4bf5NwD6RpBykqOu4fl49BsKdSXBpHmW/dUVDzPRH7q6ZdahHFbmbngtmWr4XeVXM5TaRGQy8xOl9ZFfXsy+VCXzFak3ZuZGxWAEdZw1KoWpTLwznPNJwR9BCCGkzHTMWzTXnHZDp5YkmDTPta+moglMhq0KgXRd044onbf4f8lUY/25FftbgpRYqAKmHxz1DeMi6eOd4XyBFHPxaJJhByPcEQB+PG58GOutun5M0bzF78fd1kSD2lpYLlzt9AMoZEBnnc8vm9t4j4mmQ6qKJJg0TjdfcMoWvvb2n34BnZksfHwyvJr7DEPxVTs1k3ehfZqS7nA39Arg1LNCVA/mvpJIuWoggaa6wkDwM+gTUMrMlDHwhQPK5FS97mw4u7Ja1dndrYuu83mSYPrPjCQYM6s1SXXChVdIRXhHkfGw2eXsYJMxfHsNj4GOjrYttnzouZ97/nfxRLzuR8dONsITAMabgYRBi0vdDYk8maPlnKknaSFdPJlbzPTVt44CWlCSohcknjw53z+hdCWIN4cvlQQTfpYkwSSyehNoIy5ffas/+JSACb0+XOAHEa82mVHmNhHMBkb8BneGbsQrSEeeTlDBSgGI88mInsd5RLCGDfAUBhMCAgT6l0b6q2D+ttS9+CUz0HlrKs5UQG7mxMjFGIKC0+33eR4y01+8dXyuiusBuqJnO0kwkmDiXUdJrc+zjivxBfJ+JEZxL8HEIXuTrciMBa1ZhbgWFv+Pzh9A2MJsmxTXCzK4XcSgYcZqRcE7pFleYpU//U+T8t3Jm5LHCYz8nfl/J/B0EfUyUZ3E3RbDtqPD/W/xWpfU0mVn1LEMoBJJMLGhTXgSY4uWNXoi8NNpx4zKLyhcHe4+IZ/pV8kMjGTsYKqdqzlzCCbsYhCEozN/quuhB1TYQKpew8Ckga4cBi//4Av/pCNeNu+8abbPZlfl4zq4n3+T3MHIHYzZNZSSelEDJDFesdd7fp3MY1KTq2KNgujWtikZaEYI1S9zuBf/Ldmq+F2V1+vQr+hrSSxCArO85I3wRyTZsyDlhUVA5AsiVVkW7kdiCpQUB7en2578caDwrZt5wkQbW6/TdT62695kaBVxPPqP11LQfexK1uibayqm6EyNXUk0+5WAxvrM4fWL/5ms/nJFzpBbgIM1ca2zyvcOdoYnGKETMf/LXt94aiL6iSPRxpppLo21Cwk0IR5z+kT6y+Q2RPjUXufZNZk6Gl7qqi7Cc4aN/0vAWgqok0vmL5TZJPsALwkmmSsxiqyWmopddKbl4TJsiGY6c0eezgfFYxgmUrS2rdWPCmnabQzaOpGQmWkafnq6YbDGoZOHz31SPKUnpQgfKIb2IhgRjQ/FnU+pu3G3pHSYY0IkwaRpQjec87txaqhDBJaKjDnjP456z7GxVBJWpBesmnYiVO1vxNhBmATHajM0fuevHO7GHZI11o0zp+0RDIU8RLRdVJkm5y1ZemWTHLkw0zRbXU+weSJmSPj8QZv0iBXmsXX61BMCin47EZL2IaUJgtR2Q9AVXa8uSdI9SJehnzYfoOhe48ZfDOUau3tRQr5fqQVl8KVLgknTHBhezqs/+ATAr6J1KY5QShgjMRE5zc/qo6TgKLOGbmkaWkZ0I+5eVvKqfSe532sbqEIi7gyBZ5uRI17+dFWdVjpnocdM/aFWRxJMGmfcW+18UCGcFukeplsVQSC6Sq7hmwJmN9c4b9AYFyQW4yWNAxzUrigILXiOY96TCXs0r6+euq8K/XYCDjJ76BS5pUpJnZQqn6dBhTQJnUuCSQKIZkV4p5cfpqjKK7EIpkse6QR+h4HRBIwbiGWrWf1yoF6AGC+ErPlnD7/3sVVmx7MpSNctBDotbH7tKIIG8vpnVr9sricJJs2z53M5A0jECTHNemZ1d4T1FsYfYgVT59lVZd7WQJVCyp/AvG1CY9ZCRznmxZdTKqF+srSRJJg0T1yziOEK+qMIiCRLChEQABPPdLgb6/r2sto1ZUQ+lP9TgHP6+hTFo5GRiaG+cYdkWmDH03821JUEk+ZZWnvBKVvktbeL7bs1zV0Pze4Y79lJmQL3orXtrsppnaRfoLByAIMjxrwxC5QCOqPE3fCA2fpDsZ4kmEGYdW91xQNEdPogdD1Uu+w04sowVLOXt7GAEo6adnfD8Fj1hvrvkmAGYQWIXYytrW0ZEY0ZhO5llwNFgKCrujJrWP2iewcqKtfbS4IZpBn2VTsvB9H1Q968f5DwT7Rbw2iasdRe33BgojKGUjtJMIM02yK/M7H+YEwz9EHST3YbHgECvCXQdpTpYs2tEEkwMXASnsq+6VPH2YDdWNWDsZ4+zcAuZPpdlXMB/QwMwZAKZjDKzDoUtKjKpOI5Cz/KTP0yTytJMH3mZNXsqrKi1sAlKmgqE7YnQGFmAndBJf6XSMWoAx0K4xMQnizxWm82G/KyKzbvsncJyp6ZtxykRtEQsFksBxfem7xUuEMBbUkwm2bZP2Pa8aSEbtSJdjFeG8zEhBWmLCQM+ykA0Aqm0LzSuiV3RVs4flfl2wzedygsrlwZo7h10UG3l7obLsqVMaVrHEOeYDaFUbgTjONB0dOhxpwUNvY5K8DqxSXK8JfJ7e7leOevmXolWL9OmtjFRDJjKhBEgkhcWur23J4xSmWRIkOaYIRzm0XRnwZjRFLnTBAN0ZetgVD56PlLvvhy1nHFozvzzgox/pH62C0EKijoOs51dghf36QOLR3CyGIB8gqAYAAcECYsg1MY3GoFTU3GvdvgjGDwex2yBCN2E8z61Ykm9jI1dQxxe3M/KbqXdHV2qkNZqqPHwXrIUbDuPtFQT/vuKwSXvYngJ8uMjzXjCxFsh/0Glp33hLrlWOjNPoRWfIzQsjeg/TTgcMWmh298FAotLdFHHtl3F2paiKxoIDAkCcbrci5WgBM3eyizcXmbGjCMe5rUrjbxFz//5OmwHXQkYO3vgaD7vWi94xroP4qAeplZ1O13RMHva6CO276fghwKob3uZgQ/ejflyuvAGmhKddm8RU+lvLMh0EGKl37mIeitrryGwCdsCuD8jaaHniCydOSx4hU3MAHQ5i9UoWCHppGVmMaD9clEJIyrRmba07LtiBOQf9IfQZbI7k3aF8vReue14AzcydCIUSia8X9Qt9sx8oIJBbHxhkugpZgkdfDnpWP23o1qa0OZt3qzT6MhRzAtM6sOJy2Y12nJ/yyemCFiate5po7Op1CFzspVAMZkymVt8VW3Qd0qRrSBUBCtt9citPLTjFuleUeVI7/qzJh6dT69AB2Nj8SsN7AKzLqmTpE7mIGh2N16yBFMcmAD/DXOh3TGKQTjSXvQChUUYtiN9RD/jlqY0fH4P9H53ycHTddIHRe6LoF14kEx9Qq++zra6m+NWW/AFRjrNWv+PvH+ARpwvzkoQBLMACbVP3PKAawpLwOUNwAxA2pKefko/ut9UIbZY8rpeGI+Op8XucMyqxRddB0sv4qd9SOw9GW0339HWpQnoteDhcHfjuhKhqewy5WPOneHuE+T8V/MT4EkGPNYha25sdq5V5Dw/mACWTT7Wlh22j3mDmZj7fnQfvphgCNOfvO831Qif2rs6BXt/7oPgf/9J/kKhJEojOsY+JpZ/4QUZRR0TADBz4wfFPAPUJQW0SykBV9UlaL3He5/f5UWxbKsk8H8LrIMqsjqeqsrFxFx5WANSFyOFlZfDGX4yKgqhD56B20P3A3e2DxYqvbrV3GUoeiym6GURTdF0r77Eq23XJEhl9TcZVIpCrFIWyLeITUGtxPTh4qiLCiuW3SP3Omk/AE1Y9ZxShURzovNLqeXgZKUdhRFuGWHnWH7zVRYd90bUCNfCwXf+C/an5gPbjX+AA9qEce6oouuhTJm64h6iCd2beWnaH+sHtziH1R9zXQuwjmIpBAAt4LwtqpYrxs2Z8ErZtrmYh25g0nSrHpdlfUEnp56q5fIClN+IdRf7QZ17NbgQAB5hx8LZdTofg0Cr72AjoUPgNs2Jmn08YuhEgeKzr0C6rb988cF3n0dvPZH8MYWaD98i9DK5V0HluwsRqaDYGfINeJB4z5nSBVJMEma7g1nV1arzHeA0WWnnwFFvCwVzboK6vid+pPMW6+g46F7B+XIoZQ4UDjzT1C375+DLiguch+6B8K4LpcKgToooOxdMn/hilwaV6yxSIKJhZDJ3/2uyie5y4AvowrlF6Dw7MsM8/u+JfTh22i97+a0+ispxSUonH1NWLudwGvPo/3hOdm8W4kx96QT8Q32Oo+woxoSJasJRsRu2aq1tGOw/UXWn37iWGuB5VtmWDJx1YijU6HrYljE/UyfEvrsQ+N+Q4/L16fvsjF3fKGiYSi+5K9QRo/rp0fni0vQ2fDwoOyo0jlnRAhpuj6rrH7xfensd7D6ymqC8bkqrmfGuNL6xj8OFoCiX5/L2QCGM9U+RwMaY34Bis67EpYJu/QTI+45xM5B++aL3r+pKtRtJ8Aybjso2+wAKiruMugj6gqD012YobduhP7zGmjffwV93U/QVq8CQsHNVcSFbuHsa437ob4l8MISdCx5FNzRPqAhDn5j6gA4SMAGJu7QdTJAElfuTGwjUop01tZayDJvWN2iqHGDBn8sydEg2wnmUQIdWeL2bDlYT4LfnDHZUWpzrEupV3Zy5hrCKK/wgqthCXMnI0im86nHoX37JWiYHdbd9oa6wy7GC494So6n6OvXIvTlZwh9/B70H78FCopQ8HtXWEfGwMvPoGPRg12hJbKsiNciBfCzjhW6Qq9B549Um77efu/iZ7NsKClTN6sJxu9yLmXG/jrjtLK5nodThlIUwSKhPRFOG4y+E+nTIJnz/wLxrN2viJ2I3xs3oUTVQ+x0dA1Q+58ejSfzh+eAtey60CWQrrP+MCnKw466hucTmYeh0iarCcZX7fwchB0HKwnWylnHlYzozPuJkDkvR6YWbl6+8URsxjzflLwEKgVef9F4Lcq252cGfCEou4x0L1qTwLCHXJOsJhi/y/kOA5PErGmEO4bXeS5M5ww21ThvUBiXp7PPZPVFZSNQePp5YV+XktVHJDniGNZ2383QvetT3VXy5YtLWi10yvC5Tz6RfOG5JzG7Caba+RQTjhfTQoAW0kO/S9fEs2vKCD/U9wBENkPN4PVi2f5XyD/FBXXr/gGeUq62phk+RR1P/juj3BZMj5voUUddw+9N1x/CFbObYFwVdzPo3O75I9DP7VrgyC3nPfVJqufUf075sRxSnkl1P6mQr249HgUnnwU1zItSKvoLK5MZoa9WoH3eP6A3Zd1OZoPD7UluHOe0AZ/ejrKaYDZMP3GGqlrqe0FGWMUh5dDSeYtSGh8yWxPYi8BUBWdeEDtAVZrWob5hHTbeegW4STzEZU1hnZXzymRu6pgTltUE01FduWMHsciy1ysei9jJ/JzXMWHCXc+kxG3Yf7bzNNZx/yYTh5ggZ0oFZeSWKLrgaoh/Z1LRfU1ovfUKw34mWwoBb9ndngP66ltbC8vhL0+2TJ7cfyQLlo/UP911gX51LfTBMqtIN75ZTTAvTZ6cv8+Ojle7L3p7gicsJsG42+72zE4GqN7p5YcpVuVPuo7JJPyNsgw5stpQfNU/oGwxNhlwJF2G9tUKIzB5FtnDaKRqh+iaZT8CHwHmnUDKKDDbjfgNYYybxZIRmUEhwjoQNWma/prFynfa5yxZmnRAM0Rgln0m/VFrqik/W2FlTkQ8GesJeKykuOQmuu1B096s66ord7SSfgQznagQDmSGsDYT3vhZWay7TUThrCszV/f2VrTe9zeEVmRP2mci6MwiIgwL2+b4sTUyTpAu8i8R83KLqj5RVKDeT7ctaIpfWGa2SACVzBoIV1UV+0uDqzdlCQivnJhIBe3EWMXE70PHtyqUzqDCm8PwM+sBYioj0HYKMJ6JxgBcnG3HoEizQ8LJ8PTzQKPHQi0dGTa9yWDMrIjxIi55A2+9gsCrzwGDmGhtMMbfs08RxgqAn4jvCUK9JxdsbbKeYMQEbahxXmdhXGnO5W6wl9Hg9U+KApSNgHXH3WHZY5IRLkH4Fonjk/AvSksRZ4fODmi+DdBWfIzgO68abgWy9EBAHKJA68B8Q+nc7E5Zm6ZVldrlIy7WLljt/IaArVLbU3ZJF97TyvBRCH74DtgfZtetWiDsYSx77QfLr3Y3Ln+FK4FRkkU43ZcR4ln6848R/Pg9hD79ALqIDRwhiFS+81TDCC/4+ovgHg6T2YV+crQlpqUlHcUV9NBDPydHYnql5ATBCMjWnn7sHnn5+cty5Ugz0GUgIsYV/+X2rmwDoSBEOITAGy91fdiRii0PqnBuLBsBdZsdjEBVIs6vIUPsckwUcUkr8klrn39sRKPj9T8j9ON30Nesiu4WoFqQd+gxsB56NNSx24DbWtF629XQVn1totdcr0IbdZ1nDpa/3UDQzRmCESD4XOWXgpWbsvcq9pepJHtpV57m8TuBVAtCq79DcOkr/UMqRJj9glNnwnboMb1+FR+/9uVnCLzzGkQA8IhxeUVMX3FtKTJFWqwgq9XwsI4awpl1cDDY9Qokdh0d7WBN63J0jFDEbkkc06x77w/LbhOhlPVOminuZdr/eXv09U1kZIS07rW/8W+y2RD471PGnU4uFQJpOvMjpfWe2OkXMmjgOUUwm0kGyl+zIXxC5HVARoAo694HAOLeZFMRyeD1dWsQ+uhd46ihr/4+7K5AxG0pubEe6D7u9OlIpI/lpvXQ1qxCaPn70NeuNo4kvH4tWNdTtjzFXQ8NHwl1y62MWLzqDjtDHbONEWcmXNF9G9A25yYjhETfIo5zwlnTsuf+sGy/I8Ql9uaiaWi96zqIYFrZVHp+jH3vE40Tq7gEZrxur/ccmi3jyjmCEcALM36ElIcZGJ4tE9FTT3KUYdi19/xyHxJmEHrTOoRWfIzQB28h9PUKcIvIEtC1LPOOcSJ/WhwxuAKdCH3/NfSfV3cFi/r6c6CzE3qnkWesi3Q628Ht7eCOtsg7ksIikC0fIkyn+BLEDkjsUsRxTexUlNLhRjS7mGlue/TQMxeSseMZvxOse+4Hy467QRnTPzJed9PgsjfRVve3zJl+AYgCDYxOYmwk4rU6k7hX0Znoe2L+2kJoDxFbmKEpRGWk09Y62LCKJMK2DIxl4Kd2aAeMcS/JCv+KnCQYMSFcW2vxrf5gLoDTSDxSZ1FRRm6B4tq7oiaz7zkcQQrBt//XdSwIBVF04TVhswnEDYGuGcG3SQsZT8naTz8aux5xBOl1vFJViPzS4uNXy0aCRCYDccSyWgEaGPTB95eifd5tsB4w2fgnbBybMAMz4g3fe2PcQ052A4K4P9GXWVUs6WjXHh1qmQVylmC6F8ryqqri0fbOv5FCZxBT1ljgFp77Z1j32De+9R4luFN8giLX5vY2tNffiuDy9zdXEqlRiv98a+z82MlSwoSczqefQEfjv0zUTH4VkUGACc/k6/hTfn1Dnzikye8vkyXmPMF0g89VVTZ/qTJOQeBGjTCRmLfJ9BcncdTJO74qoz5cgac4eogjSHcR7geGj1OMzJLp+BD0Fj9Cb76EdhHgUFwyp7EQ4NVB8x0B+7U0f74vjV1nbFdDhmB6zgBfcMoWGwOhnTQtsJOqKmNCGsaAmXQFW6tMowj65viODEX4NH3NJDKD0lRKln2ImSVBBMUx3LjMtB58pPF8KyLzD3Zpc9+C4Htv9CIYseNStxgzaKqJJ3FxnAq+9QpETOA0R8rTSv9fwAAAIABJREFUGXjIUVBwGd3x6NpBAyEDOx6SBJPIPLDLVeindWvBhvtA2ot4aVHGbmtka1S33xGKvSxqitiUKcjctYN5/xf/PLGDKb7oWojL6XQWkZkytPLTrovuFR9DXHwPRiHgC7vb0z+L3GAok2F9SoIxOSHe/5u6DbXwSuAX/yWTTZNeTeQ5su1/GCwTD+669IySizrZnYuPuG3uPyC8nzcfkUpHdOWYDpOmNtn9C3nGMeiDtxF840WExIvX4JcvHJJgws6CJJgwsIhk9j3/s4jdIV6lmtd8sJG5d+yZwV7bZC+D7aAjkHf4caDSFL3Kd7RBW7vGsKo1jiJv/Ld3WAUi2CYdAnWn3Y28SyRekkxa/saDn0gO1/H0AoSWvZlRCdp0xmdl9Z7+CafiGVyO1h3SBLNx5rF7hLSCWcw8CWC7QjScCYWGxUKPQoYJKwm3/IxdBsLvyPCWTtIxRV+3FsFP3kXo7VcRWvW1iEnQlV4kWhJ6cT8lDAMVxXgBs+xzIGwTD06OX5OmoflyV3ifqkGeFUkwkSdgSBHM+nMr9reFqEIHTiWdRzKRVXwSHNUGfpBXr8nuhfFZwRnngwqLTLYIX01b/T2CrzyL4AdvQ2/2DihvtTC0U8Zth7yjphjGcWb9mSINoPlPM8DeDQMaXyoaS4IZ4gTTVDPlFBXqLJ2x56YcRjlHrOI5O79iAIHuO9oNQ73O5zxdrzDJLKoKy4RdDevigWQxaLv3RgQ/fDuZmiVFliSYIUowvprKo4n5Bh3YJ9useeNd+QVnXQjb/ofH28yoL+5VOp6Yn3LfHbLlIf/k6bAd/GtAERmb4yudTy9AR+Mj8TVKQ21JMEOQYHyuynowT88Fz2oz30jx5X8zEtXHW0SMljb3renLT0SE/MpTkXdMZdx3M8F3XkPb3L/HO8SU15cEM4QIRrgGjHWEPgPxkAk+RaqKoiv/YcRyiacI/6W2ebfF0yQ5dRUVecdNQ375KXHJEwTT/mgduHVjXO1SXVkSzBAhmLUXnLJFXnu7OKTH96WlegWmWL5h6PZ/10HEkDFbQl98gnb3rYZNyaAU1YKCqjNgO+IE092HvliO9vl3QORSyqjC+MJRLw3tws1Jzlx28uyqsubW4DIGhI/RkCrW3fZBYfXFQH6BqXELj+j2+++E9l3/OCsRBQi3hS3GGrFbehrZifoiPIOIgCdenYStilkzfRF+oUgc7UZHDrvQUx8jf9LNl2VcJkgCrSupa9hSZBkwNQEmKjFDaa6edqzOvDzVSQRNqJNwlZwhGJ/L+Q2AbRNGIkMaiiDcIm4KCooQy+9JhFIQYRPyK0+DdeJBpkYggk21P3Sv4bNjulhtRvArpXSEYWwnYur2LgTrfodCHTOuK0PAa8+bft4WaWyLxO7LJDl2LHwAoU+WxXyOZxGi37sBgpSiRdUzjUHUiszEeKSEtnCR2x05YI7JzkSmjKay4CKFsT3ZtKMddy8RazsrS04QjP9s59Os47jIMyCWG20kcCcDbdBpJam8Xhf5bHTkESm7ieBUBIiwaIrIcTMYRnXWPSYh76QzU+o0GPr4XbTOucm0pzEVFht3JSJQVOvd1wPBQESYlS3HIr/894ahnRHsKZpRXg8pha5LTBNkXF8Zs+H13eF5GPrPa+JqmlhlbobC9fYtm6+k2pc74pUhLMj91RU3gGgWgEKxVkvdnoEZNsWrRJLrZz3BeGsqp5LOT4R5LWoV4QVDrN07vCD0Eu56ZiNqaxWqrQ0ZrgC1wlq3FqitNdJ4drsH/HzBKSMLOjvKdY1PhsITwWT+YmMAkyPi0Radf5XxIaes6Dpa//EXhFYuN91FwannwHbA4dh402XGc3asIo474tgj7Gk6n3rcFMmI41XRuX+O6w4plh49fxfJ3EQA8TSWIDPeslmUmwrnLHomVppY33lTttMDymUK6FQAmwmFgQdK3Z4z0qh30rvKaoLh2sn5vh/tnxLRdgYywiRXIb/O+KcDI68cyHbVIJzZVY7OjaERHeBpAJ0D8NhUPXtbJx2MglNcvWPLJnm6ta8+Q+sd15pOzyqcFwvP+TOUEjuaL+oTa1pRoBQVg9vawCKwd/duRVFRfM2dhi9S6+3XRM9i0HMXM+tKiOyTqSgi4l/LlTNTITq6TLEeCUFmWsukNwGkEeNnVrgFzNsTlCKCEQpTpGzo9S0yod2qqAcUz1mYPakuw6CR1QTTfHZltaaze9MgmIgW6CG6NBWXYuurp+6rQPMoRsbH5Bd13HYoPPsyKCO2SL7wTRLbH74XgVefNy3fOukQiOwEIjdRy8VnGnFpxEuVuBsysp7m5Ru/CQM6BALQfvgG7Pei8Lwrjdg17Y/VI/C//5jqz3rI0Sg87RxTdeOtFHj5GbQ/6o632aDWJ+D2ZOVVH8yBZDXB+GY434CCAwHSWadLS+cuSqkVltflbCDAmaoJy/tNJfJOOLnrg01yYCvhqNhiOAt6Tasv4uzmVZ4GYkZL7SzjnoQ3tkAX/kAi+LdIVaKoUIpLjMDevLEZ3OwzCEb4RHV4/oXOZ54w1Z86equu3VISQz6IC22RpqXtvpvBHe2m9MiESgxe/hV+2G+S+70BXxgP9niylmDaXZWHdEAXQVeHWwj7Datr/DTVYG6sqbhYY+WWVF4Aq9uMNyLmGz47Ii9RNKIRH3ggAMvW46NG2Be4iOfjjbXng9n8S6rtwCNQIHYVqgWdSx5DxwuLjXxH0Ypl5z1RdGGtUaXt7r8i+PG7pqZFHKkKzrwg5mWv/v3XCP30Q8RwEN1ZENi3AaEvVyD44VumL7RNKZriSgR0UkDdq2T+wl8C7qS4z1SKz1qC8bkq/wnwEapqPWPYnAVxvLkmDqf/bOdprOPBxCXE2VKQS9QIEV0/Gvc3IlRDhDxIoo646Gy745q48h6JGLuF5//FyGMkdgOtt9caO4JIpecxTwQH33jtBXHZrOSf+FvkTfldRPniWb7l8mpjlxTdAT5zw2pEXQFGrhf6rcPdsCDOlZKx1bOWYNbPmFJhIctOjvqGm9OFblfg8GBnuvoz24/Y9RTNumpT9sXwrYw8Qe5bYr7qiJi/4rlc3Wo7WA6cDKVPDODAGy8i8Opz0L79arN9iQh0ZTtgsmGVq/SwJhbpX0Xys9DnnyD4/pubiCHyqMTxMJr7AHvXY+PfrzJyN+VaIUJIgTprWN3C+3JpbFlLMKtmV5XNsy9orq1FKJ0T4qt2doKMW/+MKcJWRaQNEfmUwhWRKzrw4pIuT+QotinW/Q5DQcUfuiLjRQrDqWmbM0KK4491171h3euArr7Fka5vEQZvgU5wix/tj/8TIl9RpGI7/FgU/L4m4u+GY+b9d2RkTJgBLoY2QL/G4V6cQZniBjiiTc2zlmCSM/z4pXhdFd8RKON8nYZd+Q8juFOiBGM79GjkC3IpLgG3t4IKiowdR+jblcDGlq6Ur2O2BhUPMy56RewY4SwpMjYW/K66665IZIP0rYf2/TdAYaFxlyQcMYV1r7ACFulpOx6p65VTqae+sQgmsPRltM+/M+YuLP5ZHbwWzPgOFvXC0jkLPYOnRep6lgQTJ7Zel3MxMab0tlqIU0gKqouXG+vuke1Ioh2RhBtA/u+qoRQUIrDsTXS+uAQFzj8AgU60L34U+pofDI2FEaAIaiUIo/PZhV1HHiIUX36LYb0b+O+TRs5ssVsRz+0ilQl3dhikIGxcbEeeCIRCaH98HkIfv9cPhVhHpMALi9G+4P4UoJd+keJ2TQO7O6BfmS1pYBNBSRJMnKj9PKPiTJtKc/vG7Y1TTNKrC3+kvGOnRj5eRLrkFQRx5T+MJ+eOpxYYKUDEMcp26DGw7nsoAi891StFiXhCN3Y5zV4jraxBPCO3hL7h517+R8IxUhCMJry2H55j1BPpVkRaW0FQrX+7HCLtSM8iyEtE5otU2h+8G4HXX0w6dmkVSGgnYGFHfsHFWwyBHEqSYOJcXSK7QMvqD1r1LuvLjCniklU880YqkZ6pRVaCollXIvDmS8YOpPuORjhcFs68HLpvA9rqbgFEwG/xYrXbRFj23Nd4+hUvS8JpMpwLQb7zD7Bs/6su0vr8481qiYtgy857IPi/5xD85JddjHB2LKy5FJZd9oowBEbLpdOhx2HHkwmTQ0Q6s/4Ng16zEP+tuK5xRSzXgUzQO1k6SIJJAMlM9NyORTCRDO3EUUYEf+p6GeodvsF28FGwHfRriEDgwmhOeG4L+5z8384wyEPsQFqEbU3PmDJEBkkImSK9SOfLz/byZhZP3iJLpe5vQuCFJZvRt4zfGYXn/Cmiq4TYIbVceU4aPKPNLwiRcA3g5wF1vaJy17cUAgKk6QpxE7Hlp5BV/779Z9vKcQsWNJmXnDs1JcEkMJf+syvfZJ0PSKBpUpuIC1SxAxFHGUEEwps5Wml/6B4EXnuhVxUaVoK830w1jh76mlW9m4v0I/sdZsjmZj8C7/wPpFqQV/F7wzZG7GL85528+WikDB8Fyx6TYBm/k7Gr6XzlWaC9jzGqLQ+2g4+EeMLuGTLCdnQFCk6K7Ncn7nva6m9F6OsvgFAwqTgmIkw8xmnFoa1G3Pbkj4m0HyptcppgRFwNWrAgqfEVReoTa1B5msHpzZPac0UKR8Mtxnbdk+wxEcrI0abWqwgwJexI0NkzkgAh74QqhJa9AW3TZW5fYda99oftGKcRqkFv9sO6y55dOw1m+C/4vXHfrWwzHqKeeC0Sr0vBD9+JuNsQtjbipQr6L1bFRRdcHeV41KWRcEUQl8MBkavpq8/6jMMUBEmrRIT19jrPyKQJzFFBOU0w3pqK5aQrn7NOs5PhAOk/p/xYDinCuWZQYnSIewrLr3aH7bBjYNl1n4T8lYQ1rjB+61lEiAVx1yKsbyMVslhg2esA5B05xSATsXsSpWPRgwi88V9j9ySM8oIfvRv3MUY8Zxed8ycjyJbZIgJJBd99zcgyKY5wZmPPmJUfsx7Ro466hgHkiYnZQ05UyG2CmVHxCil0qDC3Z+JPVCh/L3E3PBDvzPlcvx3P3PkgEQvHyrRjJo4jtqPLYd190oBjpoQ+ehet9/UOOCVcDISXdKygTOJupXDG/0FE3RPGc+JFyXiGfvAehN5fGtXPSRm91ebn7r74F519GSx7J37iFHqLS2qxc0p6Tqfwi0ULMCaNqvf0De0X79LK+fpp/1jSiWjzedN20gPaMgBGsNpNHiotpOMTTcWLwVDw31vOe+qTcDp5XeVHEOhIguJi8IgYzi8pGZZwHMw7usLI9wzhYZ2kIgJBdSx+tJc0yx77QvgeCWdCcX8iiKO7KFuMMchNXNyKXU7gpacRXPGRYXcjLoJpmN2w0BX2M8JmRrwuGUXE8R09zojQJ7yZ++6cRBUj5W3NpVH9qEwNW1gMt200fKU6nl0ITdzVpKgwc6uD1AnkXpSOMHkpGkV6xOY0wQgIfTOm3gtFDxNtiHQQd4KxEYQOYvqJwcLW3QFGMRQUgTl/MHYsQm/b5OOQd+JvoQyzJ30liLuM1rpbDBuV7iJ2McrYbbriAYvE9eIiVaR+FfFfxD95BUbc3M7/PQvti+VdRxJFgbrVtrAdfpxBEJrICClCNnS2G5fCglSMf1r8YWPjihAPxZfdFD0Gjq4bNjbC1sZsEZkS2u68Dtr3X5ltkkA9+lGDVq+z+ujI+obUsVkCmmVSk5wnGAG2v9r5FhP2yyTgo+lifHhX3ArFMdyUyuK4InYdIhi3eGomRUHhzMtEeL+I7cXH1zrnZnBT7xQg4vijjt8Z6lbbGAQjFoje4kPos4+iHqFEyE9BNjRySyi2PGg/r4H247ddWQbCFCM8w/TZRjDxiEXE1H33NQReeRaW3ScZmSvJ7og6rm5ZwaUvG35LqS5E5Nd13OEI2m+j+fOFm7csPRAYEgRjkIyr8m0G75sNsy+eeQtnXxMx5snmMQSDxtOxuGTVVvYOh1N03hXGRxmtaN9/bYRgEPYtaS2qirxjYydeC339Odruvn5zojWRMsW63+GwHf6bmKlOgh+9g7Z7bkjbsBjcSkx/ddR7bkxbp1nQ0ZAhGDEXXlfl4wSObIueIRMmnoCHXXuPkYOoXwkFEVr+vmEYF1zxccQo/+r4nVB80bXhPZx7CBUvMO2P1PUjqJRBYctD4SkuWA88IkYwLUbrrVcgFC7+DBHU7SYYOxrLpEOhFA/rp+5gpZlViJ8oqWvM+DWWsvntI3hIEcwmkjlfAdcykJZsAYlOpLhAzSv/fVdkO5Gg/ruvup5l330d7G8Ca1pM0XnHnQRhsh+riB1M5+JH0fnyM7GqDuh3cYwqnHWlqRS34lVIGAYKY77IhQCbDdY990XeYcdCnbCzcXwSr0qtt/wZuhGYKv2FGfNK6z0z0t9z5vU45AhGTMGGc343Tgl1XEegaQCH2SZkxkSRo6zrY2TuetnZ2ByXvQflF6Lg9HNjhqHsYjDNcGoUMXS11avitmWJhpiIV2PZbR/kO081XqpiFUEMrTddGl+K2MIiI9C4Omo0gp8siyv2cCx94v1dvFYqpFxlr1t0fbxtc63+kCSY7knsqK7csQOoZugnKQqNZmbbYL0apWphKWPGoXD6RcYFrJlixID56F10vvy0sRPo+Vxtpn3POkZK2Qm7Iu83Tlh22MUUtKI/kcNI+ybbH2bID9gmOtz/TuVTVrxTkvb6Q5pgeqItjOkIwdPA+q918HgQ7AAVCIBEpseeReQJJZ1COuBXCM0gflNn2ouYd8u0ODFCb3HcKph+kWEgZ7qEQgh98QmCH7xteEMbr03Cg3qTV3VYOYoCsuVDcZQZZv/W/Q+Duu0E012KWDFtc//eKzyE+caZV5MIt9vrPLMzT7P0aSQJJgbW3Rkfe/1lRv8k52svOGWL/PaOTwfVRynKWNQddjai/Yvn4USKvrHFiAEjAlcFnvP03tkQGb5KtokHQdlyq4SN5joWPYTO/yxKRL2MbEOAz+72ZPRdX6qBkwSTRISbXZX/1MFnJlFkUkUJy2CRPVJY5iZaRE6k9rl/7/W6o5SNQOHsa437j4QKMzqeehyBp5+IvkNKSPjAGolg3NDUimBeaIOi0wRotIcqXEaYJjGEIWbkQswdKujA4iHsUiAJZmDrb3Nr7/RpTqjaI7TJLSFJYpMuRvgEiRi6lp32SEw2s5HYXlwIdxfh2V00u9bwpI67hIJodd9i3Puk3WEx5u6VRQLze+zuxvN6VhUpizeusW+vsrJrELiRmbcPl1JYRHSwgC4a5m64M25ccqSBJJgkTGTLmVWHa9bg0wDiuORIQscJihCWwvknnGy4IyRSRPqT4Htv9CIYER5T+BzFU8TzuLhzCX3a27s7HhmprEuET+11nl1j9eFzVVwPpnNBcPSvS/c73A1nxZKRq79LghngzIo7Gl915U9EHPv9dYB9Jbu58CEq+O30yClKInSYDIIRl8atd13fFWohAwsD7SE1eOjIOU/1j04eRt/VZ0zZqdCmPgJg714/E9501HkOysAhpkUlSTADgFnE5/WveX8VmMx74g2gv1Q0Fc6N+SdP7/IJMhmJYkAE09mBzucb0fHsoohWyKkYZ1wyWUChXGN3L+rKgRtH8dc4lzNjl+4mDP641N2Y4Hk0jo4ztKokmAFMTHNNxQKd6aQBiMiYpurW4w2rXyPodgyiSYhgmA2fKRGgyjAYzODCxP9zjN77SKqtTSipX5OrYo0C2lIY3JGuP+qYu3jIBqaSBJPgQm+uLj+LFapjJkuCIjKvmcVqGOSJ9K3CQI5s4Z+04yWY0Kfvo/OlZyD+LWxdMr3ooEPL3A2vJapnc03FFGbFw8zERLeXuhsuSlRWtreTBJPADP502jGjCgoK32ZgmwSaZ3wTwwJ3+x1hO+QYWHbaHSKG7uai612vPn1fkS661jCw23w0EPFzv1qB4DuvIiRM96OE48w0QEIdoa1GPDiwYN6+6orPmGgsgy8pczfWZdoY06WPJJgEkG6qcd6gMC5PoGnWNbHssLORtcA68SBAtRixe9sfq4f2+S/BqkTqk6Lz/2LEgkGLv8vb+7XnDYLJxqIS7zqsrrF3/Is4B7JhxoknkaIeFSwovHooJFiLBI8kmDgXjqjuczl/BpB1r0YJDPWXJkSw7rIXaMzWCInYtz0SoIlodiL8gshZLeKwiJSz2VwY+q9L3YtfGugY3nVNLJzkfi9yJPWBdpAF7SXBxDlJ62dMqbCQ2hDOsKqvKGYGEX2lQX8Imv6jRbXcx0BXOH5ZMhYBZrq2tL7h6oxVMIsUkwQT52R5XRUfEij2syNhPan6aSWj9nmh+zVCWPuSqj0u/A/j7FZWTyMCDFpQ6m44OY1d5mxXkmDimNrHq6psR5cG2yj6LiTIxI1au3ZhuItCn6uiBkx3gjIrt3UcMOR8VWb+tJ30w8e4l6zP+cGmeICSYOIA2D9j2vGsaE9FbMLwWS3KqUVzFkWuI0J31kyZRbp6qySZOMBPZ1Xmjnwoe+bLbAEDRl0STBwQeqsrHiCi0yM0WddZULC72RcDb03FmcTkFqmB4lBBVk0TAlZVOTHWH4o0qZLV3UiCMTl9L02enL/PBMcyJuzctwmBVpaM2XOXeC0/m2oqphCThyCcdmXJLAT4MYe78ZTM0in7tJEEY3LO1p9+4lhLgWUluCtL5ObC8NnH7jUyXnLpbt86c+oJoZD2BBNFjS1iUk1ZLQoCIlecSXcrkWv4h+d8lvEnL1iwKU2lhDYRBCTBmERNxO/tJP6Ee7wAiYBCwWJthxG3DdDq01XxGEC/NamKrJYAAjrzCkVR5oP5CgD985z0kUki7LmKP5bN8TycQHeyySYEJMGYXApraip2yWf6qPsFSTiysYYby+Z5/mxSRMRqfpfzKgZfE8ff14F2OaTaE6gDauiIkjlL3m6uqXyUmU09QRPoHbu7IWsygmbipEqCMTkrLTUVu+hMYgdjYMaMtY56zxjxl86kiIjVvK7yhQRl6kDlyPbhESAgGLTyoSPuaXzr5xknHp9HlgY2ZSZAusJadUn94n9KbBNDQBKMSdyaXJWHKOBXRXWxYHXov0mGObmQ56uuXAXirUyqIqslhAB/Za9r3FE0bampbNDB5WbEMPCDY8xe2yV6x2amj1yuIwnG5Oyur566r4X0t43dC+ApdXsqTTaNWc3vcnYwkBezoqwwMASIL3HUNd4qUtQAnR+ZDXFKoKfs7oYTB9b50GwtCcbkvPvOm7IdBdUvWIeuWqzHDJuz4BWTTaNWW39mxf6qlZbKiUgGmjFkEP3QmZ8/SdgqGUclxfKUuEszU0SOo5W86oqh7rxoBquedeS6NonYateUEYVQPgPR+/Ym64mUpOdLf7XzaSYkFn3bpO6y2i8IhEi/akTdYiOlq9flbADgNPsREPCuolovTtYfl6EwL2axHQpYRB2jcL0fj3GvaazUjKhf9E4yABHJ2vLaOsT9SzzOjxqI1ExL8ZEMPOKVYYSkjLORyBRQUufZvfty3lft/A+AY0wLIrSD6bHOgvzLR60OeZP1hybOYWRN9XjnJ2sGlgpFfWdPvddx36JzkiXbN6O8DoriMiuPdf6flodL1QBVg+gsAg/l+ftC15SLFAvvBuabzGII0MagGpjcM1vAJheQ0+LiKwYzkVez6seL1ynz/Q+tmkN5gcY90zy7qoxuW9AUd8MwDXj26WP9rc2fmTH6Es0JaLG7PSXif6+cdVzJiE7bGwSKmbMnGbpmkgzxggcF0+33eR7q1qupeuo5KvFdDDbjcsE64aayut72S/6aaROg6w8yYT/EkEPAeh3kIVvoBsfdS77JJHwyTRdJMIM0I74Zzjeg4ECT3esWqBcXuxfeJuqLj4FZXwrwL0FwTQrK9mrMeKe03tPP+E14qCus3mYqoBfjP456z7F9seBaWFrXTtulLRiamKfysdCV0SzsnBQw6WgDKe+wFni1IxD4eMuHnhNRDWWJgYAkmEFYIv4a5+2s43wzUfHEBOlMDaX1DZsN8bwu54UEGGQz1IoOvFXm9hwQbtwbZpRfrSpKzFxGzPxtaX3jdkMNu8EYrySYNKPuc5VfClZuAJkLncnEn5bWNfY6CvlqnC+BMTnNqmdGd4z1bUHt0DHzl4SNKO51lb9HUPaJoWyLY9NxMzMGlbtaSIJJ49x2xYDBPLM+Rwxe7nA37tHXHcFXU+kDsz2NqmdMV0QIatD+WFa35NFwSomXOVt7++poITBEWtjVXuuoXRcs2JgxA8tRRSTBpGlim2ZUnKsqdFe3L1O0bsW5n5hvcdQ3/qlvvZYzqw7XrKHngbietn8RQ/wToLRBUbaBpg1aAPJNT8zvqyrPK7YEHvJ35v8d4BlmpkPX9TllcxdHfM3zVVfcRESXRTGia/3Ra91SEowZtAdWRxLMwPCL2bqLEIJzibCDiEcSszC+UNhyacncJxrD1fW7Ku5mpnPM3N/0a094Hpw3c11e87qRbBluCagTAuByIuU4Yt4+pm7JrRBUteA+w+Y9ZSRY+uaMyY7hNvsruomA6grxEyV1jVXR1PHVVDSBqTRcHQa3rvbaJMEkdz7DSpMEkyKQDX8XClxHjEoGRw0mRTAsWjaC6KF11vY/TbjrmYjJm/2uyrcZvG8Can9g91r3j2QY5q+p/JKZx5uXSx3M+nqFSBj+hRj8MzGGM2OCGfIjkA41dLB9zpKl3X16p5cfRqoi8hFFfW6O9JLUU3d/dcXDTPQHSTDmZzQVNSXBJBFVrp2c710zrFKFOguM3XRgWGSAhZ0WBRj8jR6iBnIodaV/X/RdLHV8LqeIdD88Vr2evzNzq4O2GEVud8QkYC01lVM1ZpFSJeaxiYBOTef/84f8/9pu/su+Xh+2q/JJBp8QSz+xmVPA99jdjef1bu8UT80XRmvPwJelbs+EaHVaZlYdrmnB54D+2RvkDibW7CTvd0kwycMS3mqnOAr9sWcgbxKhY4xlpZgJAAANhUlEQVQLBwZB6WRwC5g+UQme9QHvg30/0Fjq+GoqgmAyHyicSRimneCoa3g+hmylyVXxqQL6VSwdAKxr2agePO6RhSv71t20CzHlCMrQl5W6F0/sK8PncnYginc5EX1tr2uIudvyVld8TUThnqPlHYyJSU5GFUkwyUCxjwyurbUALxsk8PLLwLqRI/WqBQtC4v8PJEDVhnN+N86idX7LbMpitUsrxp8d9Z4bzQxzU6YDE8GVKMjgS0vdntv7yhW7uObVpd5Yx8JN7XxfYtXYvh7Kza7KJ/XouyBh1eyIhaXXVfkPAs8OM/b2H+UrkpklMeA6kmAGDGH6BBgxaRR9KdhsFgJeH4S6x0j3ojVmtPy52rmXjSBi3sR2voxAXFxVZfOXBpcD2CFWnwxuduQFxlGfOycjNEZA/SrSi5vRbszew2MFgfK5KqsAfqzvnQ4DvlK3J+wFcCyd5e/xISAJJj68BrV2c3X5WTqUuWYuUQ1FNwVYMqs0u6aMaIHlvzp491htGHRbqbvhon47GEDxVTtfIcIhsWQQkb+kybIVhbFH8bkq1gC0ZXgZ5LeP2XNEbIL57XjmzteJsEVPOcS0zl7fMCqWfvL3gSMgCWbgGKZNgvDmhq7PNNmhzx5wbEfz5/e6hI3V1uuqfJzAUZ+Au2TQIoe7YVo4ed5qp0iNOyvW4tJBP5aO2XPbcEThqymvg664wodRMEcwQjd/TeVrzHxwTz3DWUfHwkX+nhgCsdZAYlJlq6QjYNxt/OhYZDY4FTHuttd7ZsWrSLOr8m86+JJY7YjodXtdQ9hdipFil7QnY+60Ijgdir590088EhbLs+D+mS8Z8DvcnrJYdzBCTrOr4j4dVNOLYHQ8UDrXc0asMcrfB46AJJiBY5gWCVxVVdw8PPg46yai3zHY7vZYiOLPeLDhnJMOUkOh12MOinmpo74xrDe4QQ6qRTwRR7ZnMd6p6U+OuoabI/Xld1Vu4HAe4wyfo97cHUpLTfnZGitzevShMeiiUnfDnTHHKCsMGAFJMAOGMD0C4iIY4p8cdY2jE9HMcMaEEvGj75YZLRC2QTCK5floOxgi7igZ7S+l2pfFk3TY4nc5P2fAyATQsxDjO3u9Z1sz4/PWVE4l5oU96vpULXhotwWxGRmyTuIISIJJHLu0toyLYHRljmNuYpH3/C6n8JfqZfwWdqC6/nfH3MUXh/utZUbFuZpCd0cDiJlfKq1v/HW0Or4a53/AOKZfHaJvHXUNpsItiNS8gZD+ZHfKWCL61F7XMOQCdaV1sfboTBLMYCEfZ78vTZ6cv88EE3cwDFYV3m1YXeOncXZhVPdVO58F4TfR21JQZ+38svrF94Wr53U55xFwVkQZzB0arEcOr3/ijWj9eF3O+QTDcLH3Dkahpfb7GkwF62qqqZiisOLpjlLHjLtK6z3nJ4KNbBM/ApJg4sdsUFowoDTXOB9gxqnRFBAhJe1ujy0RJb3Tp24DVX+RgKhWskxo7wBPGh2GxISePpfzXQL2jqgDUYOj7pcAWpHqRTKUI+B2u9sTzoCunyhBMCpoETMsIoVsMKhPHnG/jKGbyPpIpI0kmERQG6Q2G6rLz7KQMjd6yAf+yuFujGnkFm4IwpDPSvpzDDiiDpH4W0dd+IhwYqe1944OEbe4IJwM4RdlUbCfmR1Wi6vyfI35jj5P1QEF5CpxNzxgZhqMHYxODSLAF4M+cXgtE2UmADPIJaeOJJjk4JgWKYYDXyj4UtTL0wFkIVw/Y0qFqige4d0ddZdEuMNe5wnrkCgCoze3BteHI0EhVSGaNqyuYZEZwDbWTDslxNq/ekX7J/ZaFMvk4jkLRWbGmKXriETiktfKwOxw7g0xhcgKCSMgCSZh6NLfcJ1r6mgL9B8iRmsj6KpO1w+rb7g6Ee18Myv+DI3+Gr0td2ps/XWk+5NNT9QvhN+94EuHz7qr2R1Em6uyqpP539SD8UTyM7vbYzpcRdcOBo+DSLcXFGxPdzy6NhFsZJvEEJAEkxhug9bKV+0MRYrnK8IotBHvE+5uxIzCvurKRSCOmnNbYXqwpL6h38Vrt/yW6sprNOK/hOmPQ0E+MJ77D79r6u911v5F3U9AxlZGucbuXhQzsHd3/15X+REKFA8Yr9nrPTHDSJjBSdYxj4AkGPNYZURNb7WzlQiF4ZQxfHvqGkxZuIZr762uWE5Eu0QaqLhADkDZJpLzpLA29q9xLAbj6J4yjA0I4T57XYNZNwej+UaX88IQ47buExuBOxUtNCkeG5bVZ0zZqcCqLgl0dkzb4sFnTR2rMmKic0QJSTBZNpH+audbXcnB+hcGe0vdjQnlSmqdecLEkGZ9hoGRkSGh+x3uhojPzyKZXHNr8zsM9DLyY+bVjrF7bxPLObFvv/6ayjnMfHb3f2fmF0rrG3uRV6zpY5er0Id114dzzIzVVv4+cAQkwQwcw7RK8FVX3sLEF4ebOJF32V7nSciIrLmmYorOJEIbhN0dAYiZ6mNT/GER8rKneqwHtT+U3R8+C0A08ATBgLmm+8K4DdrIMe4lIqJfXKX5vGk7ldy9MGyak7gEycpxIyAJJm7IBreB4Uioao3hnAAJvNzubtwtEQ2bXBU3KqB+WQyELCN+rsJn9EzXGq6PppoppyisPtLrN8KLjjrPUYno5HNVLgTYSDhHTEvt9eaM6xLpS7ZJDQKSYFKDa0ql+lxOEbt3676dDMQMvslV8agC+l04xRm0uNTdUBFrUN4ZzgtJ+SXjJDEFFIvlmGFzFpgKodlXvjDYA2MiFITsnY6R8YaeiKWv/D31CEiCST3GSe/BW13xABGdnkyC8c6oeIUUOqyvTHF/UlrfONbMIPwu51UMXNtdlxmvltZ7+sk0I0vU8VY7vyXC1jpRXVmcF8Rm+5D1UouAJJjU4psS6eIookJ9UJi/9+xgIDsYr8u5kvqEuSRCCJpaYZ+78GkzA/G7ymsZSpcNjvAZULi8pK5xiZm2fevU1sJy4eqKFToQunNM4261tTBiGsuSXQhIgsmu+er6dkVsmLLQB33zGCWdYIB3S9ye/c0EdhJ69SQY8aQdtPKhI+5JzO/HO718b1ZpekdAvztSHuosnLohp7IkmCyd8r73HWIYAyEYX03FGnDvGLg6ab+PlAM6HGxel/NCwuY7mLagGjxs5Jyn3stSiKXaSUBAEkwSQBwMEcJtwAptBUAl3f0PiGCqnV7QL06ORPRTSaFlV7ptgXBcNFWEL5OFVI/xSE3sDVlwXKI7GFMdykoZj4AkmIyfosgKbkr0Nn2gBMO1sPhXV2zoSVY6uK7M3bjZyM0MTCJdLnPHh0RUxIy1OixTY8V8MSNX1sleBCTBZO/coWX6CbtpqvXD7ti3xPjMXu+JaOofaaiCYJpXO9f1DNOggw4tcze8Fi88vhrnS2BMBvgnja3TJMHEi2Bu1ZcEk+Xz6auuuAlEl4lhMNHXpSZSqvYdcl+CEa9HJTzKHi2XdSTYNpxdWa3q7CZgbYjlDibLl9eA1ZcEM2AIB1+Ar6aiCUylIql7qbuxOF6NBMH4VjubCBi2qe0HDrcnckS6KB0YmR0doY0MfaXNYju9aM4Ceckb74TkUH1JMDkwmetryq+0QLmGmNpK3A12s8/KPYfudzlXb3ZSjCOfdTj4DENAhSYUKnkX2eb8e2kOQCyHkCACkmASBC7TmvmrK98E6SNLimz7xfPy0z0On8u5DJvi6CoBdeeS+Yk7B4qwDb7VjnsKmG7Or2/4ItOwkvqkDwFJMOnDOqU9bTjnd+OgdbiCoeC/t5z31CfxduZzlS8EK1OJSC+pa7AmkrStZ58iTEIidzjx6i3rZzYCkmAye37i1k5Y6Cd2RCq/mqFeDPB6h9tjKudQ3MrJBkMOAUkwQ27Kww94/bkV+1uDyl1gaDIsglwUyUJAEkyykMwBOc3V5WfpUHd21DdckgPDkUPIAAQkwWTAJEgVJAK5ioAkmFydWTkuiUAGICAJJgMmQaogEchVBCTB5OrMynFJBDIAAUkwGTAJUgWJQK4iIAkmV2dWjksikAEISILJgEmQKkgEchUBSTC5OrNyXBKBDEBAEkwGTIJUQSKQqwhIgsnVmZXjkghkAAKSYDJgEqQKEoFcRUASTK7OrByXRCADEJAEkwGTIFWQCOQqApJgcnVm5bgkAhmAgCSYDJgEqYJEIFcRkASTqzMrxyURyAAEJMFkwCRIFSQCuYqAJJhcnVk5LolABiAgCSYDJkGqIBHIVQQkweTqzMpxSQQyAAFJMBkwCVIFiUCuIiAJJldnVo5LIpABCEiCyYBJkCpIBHIVAUkwuTqzclwSgQxAQBJMBkyCVEEikKsISILJ1ZmV45IIZAACkmAyYBKkChKBXEVAEkyuzqwcl0QgAxCQBJMBkyBVkAjkKgKSYHJ1ZuW4JAIZgIAkmAyYBKmCRCBXEZAEk6szK8clEcgABCTBZMAkSBUkArmKgCSYXJ1ZOS6JQAYgIAkmAyZBqiARyFUEJMHk6szKcUkEMgABSTAZMAlSBYlAriIgCSZXZ1aOSyKQAQhIgsmASZAqSARyFQFJMLk6s3JcEoEMQEASTAZMglRBIpCrCEiCydWZleOSCGQAApJgMmASpAoSgVxF4P8BJDBLwZvO5hIAAAAASUVORK5CYII="/>
          <p:cNvSpPr>
            <a:spLocks noChangeAspect="1" noChangeArrowheads="1"/>
          </p:cNvSpPr>
          <p:nvPr/>
        </p:nvSpPr>
        <p:spPr bwMode="auto">
          <a:xfrm>
            <a:off x="155575" y="-319088"/>
            <a:ext cx="666750" cy="676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" name="AutoShape 6" descr="data:image/png;base64,iVBORw0KGgoAAAANSUhEUgAAARgAAAEcCAYAAAAcH6uaAAAAAXNSR0IArs4c6QAAAp50RVh0bXhmaWxlACUzQ214R3JhcGhNb2RlbCUzRSUzQ3Jvb3QlM0UlM0NteENlbGwlMjBpZCUzRCUyMjAlMjIlMkYlM0UlM0NteENlbGwlMjBpZCUzRCUyMjElMjIlMjBwYXJlbnQlM0QlMjIwJTIyJTJGJTNFJTNDbXhDZWxsJTIwaWQlM0QlMjIyJTIyJTIwdmFsdWUlM0QlMjIlMjIlMjBzdHlsZSUzRCUyMnZlcnRpY2FsTGFiZWxQb3NpdGlvbiUzRGJvdHRvbSUzQnNrZXRjaCUzRDAlM0JodG1sJTNEMSUzQmZpbGxDb2xvciUzRCUyM0YwNjY1MCUzQnN0cm9rZUNvbG9yJTNEJTIzZmZmZmZmJTNCdmVydGljYWxBbGlnbiUzRHRvcCUzQmFsaWduJTNEY2VudGVyJTNCcG9pbnRzJTNEJTVCJTVEJTNCcG9pbnRlckV2ZW50cyUzRDElM0JzaGFwZSUzRG14Z3JhcGguY2lzY29fc2FmZS5jb21wb3NpdGVJY29uJTNCYmdJY29uJTNEdGhyZWF0MSUzQnJlc0ljb24lM0RteGdyYXBoLmNpc2NvX3NhZmUudGhyZWF0LnRocmVhdF9hNiUzQiUyMiUyMHZlcnRleCUzRCUyMjElMjIlMjBwYXJlbnQlM0QlMjIxJTIyJTNFJTNDbXhHZW9tZXRyeSUyMHglM0QlMjItMjAwMCUyMiUyMHklM0QlMjI5NjAlMjIlMjB3aWR0aCUzRCUyMjQ5JTIyJTIwaGVpZ2h0JTNEJTIyNTAlMjIlMjBhcyUzRCUyMmdlb21ldHJ5JTIyJTJGJTNFJTNDJTJGbXhDZWxsJTNFJTNDJTJGcm9vdCUzRSUzQyUyRm14R3JhcGhNb2RlbCUzRV5Rg9QAACAASURBVHhe7V0HeFvV2X6/eyV5xpKdAUkIK4SyV8JeoYyyYssJpqUFCiSWCRAg/IxSoJhRRqFlEywnJYwCJSSWE1YZBcoKK8xAIOxAQkhiSXa8JN37/c+5joOHxpUsyZJ8zvPw0KJzvvOd95z7+oxvEGSRCEgEJAIpQoBSJFeKlQhIBCQCkAQjF4F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0BWI+CvmTbBXrdwZVYPIoeVlwSTw5M7FIbmrXYucRQWzKA7Hl07FMabbWOUBJNtMyb17YWA1+X8UgW/MMzdeA4BuoQnsxCQBJNZ8yG1iQMBBhS/q/J7AHbW9fNL5zbeH0dzWTUNCEiCSQPIsovUIMC1tRbv6g++V4DRAFY53J6tU9OTlJooApJgEkVOtht0BPoQDBNwtd3tuW7QFZMKbEZAEkwGLwaeXVW2trltTLFitbAeDMFi0UPFamsglNfR5l/TuW3ryDZasCCQwUNIqWp9CAYErLa7PWNT2qkUHhcCkmDigis9ldk1ZYSflcdBdETYHhkaEdoAtDDjEyLlgRL3oscy+ZKzqaZiSlld45JkIhiGYKCDLih1N9yZzH6krMQRkASTOHYpb+mrdl7OoNkgHhltohgQf70Z4BaF8Jwe0u5zzHvyxZQrGKMDrqoqbi4NPaYz78bES8vcjb9Lpk59CaZLNv3ocDdslcx+pKzEEZAEkzh2aWkpjkn+1sBFAF0KwGqmUyKEWMeHrGgPlNYtuctMm2TW4dqq4ubV2sU69IsIGEZApwqUF7s9zyW1H0DxVVesIqIxm+Uy0BbUdh4zf8mKZPYlZSWGgCSYxHBLe6ufZ5x4vFWx1BEQz19ncfG50gblmgL3okfSobR3evneiqo8qQNjeiyu7x1uzzap6N/nqvQBbO8pm5kfLK1v/GMq+pMy40NAEkx8eA1qba6dnO9f43gSjCPjUUTsaHQdzzrcngqi1Bmjbag+6SALaS8yOL+Hfkyk/MVet+j6eHQ2W9frcoYIUHsRDNDiCDi2pvnzfWblyHqpQUASTGpwTalU34zyW6GQODbFNX/ilaXE7RmXistg/4xpx7OiLwFY6Tl4AnW0IjRujHvJ+mSDIi7Dfayu64cCA2TRDrTPWbI02X1KefEhENcCjU+0rJ1KBHznnngkBy3PEdDrg47VJzO3QlFOL61rWBSrrtnffTWVR4PxFMD974gIbzrqPAeZlRVPveYZJ1WwGvKwuOXuW5huddQ3XBKPPFk3+QhIgkk+pmmT6KuuuAlElyXQYTtZ9Kn2exc/m0DbXk2WV1UVj3EE1xKhMKws4kscdY23DrSfcO391c6nmHB8WNnMSx31jQemol8p0zwCkmDMY5VxNZmhNJ9d/ijrysninTqeQqCm5iLLhHG3LWiKp13fur5q5/MgHBVOBgP+IGPyqHrPBwPpI6xsl6vQj59/AjAsPLHRD/k6jsyvb/gi2X1LeeYRiHNZmhcsa6YPAb+rci2DR8Xbo868uqy+MWHLV5+rsopZ/zdR+LsgJvqktK5h93j1MlO/ZfoJu2mq9eModYMBTS8fNW/guzQz+sg64RGQBJMDK8M/c8oBrFle73vBamZoBHrK7m440UzdnnW4qsrmLw2KQE8RHQwZ8JS6PZXxyjZT31ddeQuIL45al/FnR73nRjPyZJ3UICAJJjW4pl2qv6ZyDjOfnUDHDGvoaMc98Vn++qZPnQFVrx+MD3yda+poK+kfgTEiWv8EvdbuXnxNApjIJklCQBJMkoAcbDHrZ5841tpq+ZiB0nh10RmflY717UO1L3eYbet3OZcysH+0+opCrpL7GqKTkNkOe9Tzzaj4MxT6a6ymBNxtd3tmxaonf08dApJgUodtTMnGC0yJNrx03qLvYlY2UcHvct7GwIUmqvarwrpycencRX8307bJVXmISvrzzNTToK5XU7GwdOKzSuuSGwRqVVVVWbEjuIwIMS2DFeInSuoaq8yMSdZJDQKSYFKDa0yprTOrJgb14F0WRm2yfHS806duQ4r+AQiOmAr0qUDM35T4bDuZCf9g5v5D2KZYFJo2LIn2NkJls7sXY3iMFxz1nqPjxSKe+sLYj1JgRBiPDplcVxLMIM2O/2zn06zjaCsrBxXVL3onWWp4q8s9REpFAvJ0C6mnFtctfDRWW2+181UiHBKjXiAU5MNG3N/4Vix5Zn8XrhLe1Y6vN0Wwi92M8Zyj3vOb2BUTr7HR5bywCMq/yb1oTeJScrelJJhBmNuWmVWHa6Gg8Cy2tfisw8ctGJgtSs8h+Fy/HQ90fpnIsBhYUur2lMdq66upWAOmLaPVI6A1xJZjhtc/8UYseWZ/97oq/wHos8mk0Q+DFpS6G042Kz+Rel6Xcz4zWsrq5V1POPwkwSSyqgbYxldT+QqYDwOYHe7GuEz9Y3Vt3FGUBlcRIljWRhVATXZ3g4g9EzE6f+v08r2DqvIqgKKoohiBkI0PG3FPcnYwIv8RWF/BfXydoumggG4pcTeIMBcpKz5XxRqAfmrxWo9M5h+KlCmcZsGSYNIM+PrTTxxrybd8BSBPEIw34C/bbv7LSfP6FUGY/D++/yqIDoh3aATSFMLJ0e5NmlwVNRbQnTpgi7GDYY24IhlR7N51TSwcz1t/S8Qj4xlTiPSrRtQtTokXt9CDzzjD4bf5NwD6RpBykqOu4fl49BsKdSXBpHmW/dUVDzPRH7q6ZdahHFbmbngtmWr4XeVXM5TaRGQy8xOl9ZFfXsy+VCXzFak3ZuZGxWAEdZw1KoWpTLwznPNJwR9BCCGkzHTMWzTXnHZDp5YkmDTPta+moglMhq0KgXRd044onbf4f8lUY/25FftbgpRYqAKmHxz1DeMi6eOd4XyBFHPxaJJhByPcEQB+PG58GOutun5M0bzF78fd1kSD2lpYLlzt9AMoZEBnnc8vm9t4j4mmQ6qKJJg0TjdfcMoWvvb2n34BnZksfHwyvJr7DEPxVTs1k3ehfZqS7nA39Arg1LNCVA/mvpJIuWoggaa6wkDwM+gTUMrMlDHwhQPK5FS97mw4u7Ja1dndrYuu83mSYPrPjCQYM6s1SXXChVdIRXhHkfGw2eXsYJMxfHsNj4GOjrYttnzouZ97/nfxRLzuR8dONsITAMabgYRBi0vdDYk8maPlnKknaSFdPJlbzPTVt44CWlCSohcknjw53z+hdCWIN4cvlQQTfpYkwSSyehNoIy5ffas/+JSACb0+XOAHEa82mVHmNhHMBkb8BneGbsQrSEeeTlDBSgGI88mInsd5RLCGDfAUBhMCAgT6l0b6q2D+ttS9+CUz0HlrKs5UQG7mxMjFGIKC0+33eR4y01+8dXyuiusBuqJnO0kwkmDiXUdJrc+zjivxBfJ+JEZxL8HEIXuTrciMBa1ZhbgWFv+Pzh9A2MJsmxTXCzK4XcSgYcZqRcE7pFleYpU//U+T8t3Jm5LHCYz8nfl/J/B0EfUyUZ3E3RbDtqPD/W/xWpfU0mVn1LEMoBJJMLGhTXgSY4uWNXoi8NNpx4zKLyhcHe4+IZ/pV8kMjGTsYKqdqzlzCCbsYhCEozN/quuhB1TYQKpew8Ckga4cBi//4Av/pCNeNu+8abbPZlfl4zq4n3+T3MHIHYzZNZSSelEDJDFesdd7fp3MY1KTq2KNgujWtikZaEYI1S9zuBf/Ldmq+F2V1+vQr+hrSSxCArO85I3wRyTZsyDlhUVA5AsiVVkW7kdiCpQUB7en2578caDwrZt5wkQbW6/TdT62695kaBVxPPqP11LQfexK1uibayqm6EyNXUk0+5WAxvrM4fWL/5ms/nJFzpBbgIM1ca2zyvcOdoYnGKETMf/LXt94aiL6iSPRxpppLo21Cwk0IR5z+kT6y+Q2RPjUXufZNZk6Gl7qqi7Cc4aN/0vAWgqok0vmL5TZJPsALwkmmSsxiqyWmopddKbl4TJsiGY6c0eezgfFYxgmUrS2rdWPCmnabQzaOpGQmWkafnq6YbDGoZOHz31SPKUnpQgfKIb2IhgRjQ/FnU+pu3G3pHSYY0IkwaRpQjec87txaqhDBJaKjDnjP456z7GxVBJWpBesmnYiVO1vxNhBmATHajM0fuevHO7GHZI11o0zp+0RDIU8RLRdVJkm5y1ZemWTHLkw0zRbXU+weSJmSPj8QZv0iBXmsXX61BMCin47EZL2IaUJgtR2Q9AVXa8uSdI9SJehnzYfoOhe48ZfDOUau3tRQr5fqQVl8KVLgknTHBhezqs/+ATAr6J1KY5QShgjMRE5zc/qo6TgKLOGbmkaWkZ0I+5eVvKqfSe532sbqEIi7gyBZ5uRI17+dFWdVjpnocdM/aFWRxJMGmfcW+18UCGcFukeplsVQSC6Sq7hmwJmN9c4b9AYFyQW4yWNAxzUrigILXiOY96TCXs0r6+euq8K/XYCDjJ76BS5pUpJnZQqn6dBhTQJnUuCSQKIZkV4p5cfpqjKK7EIpkse6QR+h4HRBIwbiGWrWf1yoF6AGC+ErPlnD7/3sVVmx7MpSNctBDotbH7tKIIG8vpnVr9sricJJs2z53M5A0jECTHNemZ1d4T1FsYfYgVT59lVZd7WQJVCyp/AvG1CY9ZCRznmxZdTKqF+srSRJJg0T1yziOEK+qMIiCRLChEQABPPdLgb6/r2sto1ZUQ+lP9TgHP6+hTFo5GRiaG+cYdkWmDH03821JUEk+ZZWnvBKVvktbeL7bs1zV0Pze4Y79lJmQL3orXtrsppnaRfoLByAIMjxrwxC5QCOqPE3fCA2fpDsZ4kmEGYdW91xQNEdPogdD1Uu+w04sowVLOXt7GAEo6adnfD8Fj1hvrvkmAGYQWIXYytrW0ZEY0ZhO5llwNFgKCrujJrWP2iewcqKtfbS4IZpBn2VTsvB9H1Q968f5DwT7Rbw2iasdRe33BgojKGUjtJMIM02yK/M7H+YEwz9EHST3YbHgECvCXQdpTpYs2tEEkwMXASnsq+6VPH2YDdWNWDsZ4+zcAuZPpdlXMB/QwMwZAKZjDKzDoUtKjKpOI5Cz/KTP0yTytJMH3mZNXsqrKi1sAlKmgqE7YnQGFmAndBJf6XSMWoAx0K4xMQnizxWm82G/KyKzbvsncJyp6ZtxykRtEQsFksBxfem7xUuEMBbUkwm2bZP2Pa8aSEbtSJdjFeG8zEhBWmLCQM+ykA0Aqm0LzSuiV3RVs4flfl2wzedygsrlwZo7h10UG3l7obLsqVMaVrHEOeYDaFUbgTjONB0dOhxpwUNvY5K8DqxSXK8JfJ7e7leOevmXolWL9OmtjFRDJjKhBEgkhcWur23J4xSmWRIkOaYIRzm0XRnwZjRFLnTBAN0ZetgVD56PlLvvhy1nHFozvzzgox/pH62C0EKijoOs51dghf36QOLR3CyGIB8gqAYAAcECYsg1MY3GoFTU3GvdvgjGDwex2yBCN2E8z61Ykm9jI1dQxxe3M/KbqXdHV2qkNZqqPHwXrIUbDuPtFQT/vuKwSXvYngJ8uMjzXjCxFsh/0Glp33hLrlWOjNPoRWfIzQsjeg/TTgcMWmh298FAotLdFHHtl3F2paiKxoIDAkCcbrci5WgBM3eyizcXmbGjCMe5rUrjbxFz//5OmwHXQkYO3vgaD7vWi94xroP4qAeplZ1O13RMHva6CO276fghwKob3uZgQ/ejflyuvAGmhKddm8RU+lvLMh0EGKl37mIeitrryGwCdsCuD8jaaHniCydOSx4hU3MAHQ5i9UoWCHppGVmMaD9clEJIyrRmba07LtiBOQf9IfQZbI7k3aF8vReue14AzcydCIUSia8X9Qt9sx8oIJBbHxhkugpZgkdfDnpWP23o1qa0OZt3qzT6MhRzAtM6sOJy2Y12nJ/yyemCFiate5po7Op1CFzspVAMZkymVt8VW3Qd0qRrSBUBCtt9citPLTjFuleUeVI7/qzJh6dT69AB2Nj8SsN7AKzLqmTpE7mIGh2N16yBFMcmAD/DXOh3TGKQTjSXvQChUUYtiN9RD/jlqY0fH4P9H53ycHTddIHRe6LoF14kEx9Qq++zra6m+NWW/AFRjrNWv+PvH+ARpwvzkoQBLMACbVP3PKAawpLwOUNwAxA2pKefko/ut9UIbZY8rpeGI+Op8XucMyqxRddB0sv4qd9SOw9GW0339HWpQnoteDhcHfjuhKhqewy5WPOneHuE+T8V/MT4EkGPNYha25sdq5V5Dw/mACWTT7Wlh22j3mDmZj7fnQfvphgCNOfvO831Qif2rs6BXt/7oPgf/9J/kKhJEojOsY+JpZ/4QUZRR0TADBz4wfFPAPUJQW0SykBV9UlaL3He5/f5UWxbKsk8H8LrIMqsjqeqsrFxFx5WANSFyOFlZfDGX4yKgqhD56B20P3A3e2DxYqvbrV3GUoeiym6GURTdF0r77Eq23XJEhl9TcZVIpCrFIWyLeITUGtxPTh4qiLCiuW3SP3Omk/AE1Y9ZxShURzovNLqeXgZKUdhRFuGWHnWH7zVRYd90bUCNfCwXf+C/an5gPbjX+AA9qEce6oouuhTJm64h6iCd2beWnaH+sHtziH1R9zXQuwjmIpBAAt4LwtqpYrxs2Z8ErZtrmYh25g0nSrHpdlfUEnp56q5fIClN+IdRf7QZ17NbgQAB5hx8LZdTofg0Cr72AjoUPgNs2Jmn08YuhEgeKzr0C6rb988cF3n0dvPZH8MYWaD98i9DK5V0HluwsRqaDYGfINeJB4z5nSBVJMEma7g1nV1arzHeA0WWnnwFFvCwVzboK6vid+pPMW6+g46F7B+XIoZQ4UDjzT1C375+DLiguch+6B8K4LpcKgToooOxdMn/hilwaV6yxSIKJhZDJ3/2uyie5y4AvowrlF6Dw7MsM8/u+JfTh22i97+a0+ispxSUonH1NWLudwGvPo/3hOdm8W4kx96QT8Q32Oo+woxoSJasJRsRu2aq1tGOw/UXWn37iWGuB5VtmWDJx1YijU6HrYljE/UyfEvrsQ+N+Q4/L16fvsjF3fKGiYSi+5K9QRo/rp0fni0vQ2fDwoOyo0jlnRAhpuj6rrH7xfensd7D6ymqC8bkqrmfGuNL6xj8OFoCiX5/L2QCGM9U+RwMaY34Bis67EpYJu/QTI+45xM5B++aL3r+pKtRtJ8Aybjso2+wAKiruMugj6gqD012YobduhP7zGmjffwV93U/QVq8CQsHNVcSFbuHsa437ob4l8MISdCx5FNzRPqAhDn5j6gA4SMAGJu7QdTJAElfuTGwjUop01tZayDJvWN2iqHGDBn8sydEg2wnmUQIdWeL2bDlYT4LfnDHZUWpzrEupV3Zy5hrCKK/wgqthCXMnI0im86nHoX37JWiYHdbd9oa6wy7GC494So6n6OvXIvTlZwh9/B70H78FCopQ8HtXWEfGwMvPoGPRg12hJbKsiNciBfCzjhW6Qq9B549Um77efu/iZ7NsKClTN6sJxu9yLmXG/jrjtLK5nodThlIUwSKhPRFOG4y+E+nTIJnz/wLxrN2viJ2I3xs3oUTVQ+x0dA1Q+58ejSfzh+eAtey60CWQrrP+MCnKw466hucTmYeh0iarCcZX7fwchB0HKwnWylnHlYzozPuJkDkvR6YWbl6+8URsxjzflLwEKgVef9F4Lcq252cGfCEou4x0L1qTwLCHXJOsJhi/y/kOA5PErGmEO4bXeS5M5ww21ThvUBiXp7PPZPVFZSNQePp5YV+XktVHJDniGNZ2383QvetT3VXy5YtLWi10yvC5Tz6RfOG5JzG7Caba+RQTjhfTQoAW0kO/S9fEs2vKCD/U9wBENkPN4PVi2f5XyD/FBXXr/gGeUq62phk+RR1P/juj3BZMj5voUUddw+9N1x/CFbObYFwVdzPo3O75I9DP7VrgyC3nPfVJqufUf075sRxSnkl1P6mQr249HgUnnwU1zItSKvoLK5MZoa9WoH3eP6A3Zd1OZoPD7UluHOe0AZ/ejrKaYDZMP3GGqlrqe0FGWMUh5dDSeYtSGh8yWxPYi8BUBWdeEDtAVZrWob5hHTbeegW4STzEZU1hnZXzymRu6pgTltUE01FduWMHsciy1ysei9jJ/JzXMWHCXc+kxG3Yf7bzNNZx/yYTh5ggZ0oFZeSWKLrgaoh/Z1LRfU1ovfUKw34mWwoBb9ndngP66ltbC8vhL0+2TJ7cfyQLlo/UP911gX51LfTBMqtIN75ZTTAvTZ6cv8+Ojle7L3p7gicsJsG42+72zE4GqN7p5YcpVuVPuo7JJPyNsgw5stpQfNU/oGwxNhlwJF2G9tUKIzB5FtnDaKRqh+iaZT8CHwHmnUDKKDDbjfgNYYybxZIRmUEhwjoQNWma/prFynfa5yxZmnRAM0Rgln0m/VFrqik/W2FlTkQ8GesJeKykuOQmuu1B096s66ord7SSfgQznagQDmSGsDYT3vhZWay7TUThrCszV/f2VrTe9zeEVmRP2mci6MwiIgwL2+b4sTUyTpAu8i8R83KLqj5RVKDeT7ctaIpfWGa2SACVzBoIV1UV+0uDqzdlCQivnJhIBe3EWMXE70PHtyqUzqDCm8PwM+sBYioj0HYKMJ6JxgBcnG3HoEizQ8LJ8PTzQKPHQi0dGTa9yWDMrIjxIi55A2+9gsCrzwGDmGhtMMbfs08RxgqAn4jvCUK9JxdsbbKeYMQEbahxXmdhXGnO5W6wl9Eg9i/+zg4fCeuOu8OyxyQjXILwLRLHJ+FflJYizg6dHdB8G6Ct+BjBd1413Apk6YGAOESB1oH5htK52Z2yNk2rKrXLR1ysXbDa+Q0BW6W2p+ySLrynleGjEPzwHbA/zK5btUDYw1j22g+WX+1uXP4KVwKjJItwui8jxLP05x8j+PF7CH36AXQRGzhCEKl856mGEV7w9RfBPRwmswv95GhLTEtLOoor6KGHfk6OxPRKyQmCEZCtPf3YPfLy85flypFmoMtARIwr/svtXdkGQkGIcAiBN17q+rAjFVseVOHcWDYC6jY7GIGqRJxfQ4bY5Zgo4pJW5JPWPv/YiEbH639G6MfvoK9ZFd0tQLUg79BjYD30aKhjtwG3taL1tquhrfraRK+5XoU26jrPHCx/u4GgmzMEI0DwucovBSs3Ze9V7C9TSfbSrjzN43cCqRaEVn+H4NJX+odUiDD7BafOhO3QY3r9Kj5+7cvPEHjnNYgA4BHj8oqYvuI4JTJFWqwgq9XwsI4awpl1cDDY9Qokdh0d7WBN63J0jFDEbkkc06x77w/LbhOhlPVOminuZdr/eXv09U1kZIS07rW/8W+y2RD471PGnU4uFQJpOvMjpfWe2OkXMmjgOUUwm0kGyl+zIXxC5HVARoAo694HAIqyuZpIBq+vW4PQR+8aRw199fdhdwUibkvJjfVA93GnT0cifSw3rYe2ZhVCy9+Hvna1cSTh9WvBup6y5SnuesQdkLrlVkYsXnWHnaGO2caIMxOu6L4NaJtzkxFCom8RxznhrGnZc39Ytt8R4hJ7c9E0tN51HUQwrWwqPT/GvveJxolVXAIzXrfXew7NlnHlHMEI4IUZP0LKwwwMz5aJ6KknOcow7Np7frkPCTMIvWkdQis+RuiDtxD6egW4RWQJ6FqWecc4kT8tjhhcgU6Evv8a+s+ru4JFff050NkJvdPIM9ZFOp3t4PZ2cEdb5B1JYRHIlg8RplN8CWIHJHYp4rgmdipK6XAjml3MNLc9euiZC8nY8YzfCdY994Nlx92gjOkfGa+7aXDZm2ir+1vmTL8ARIEGRicxNhLxWp1J3KvoTPQ9MX9tIbSHiC3M0BSiMtJpax1sWEUSYVsGxjLwUzu0A8a4l2SFf0VOEoyYEK6ttfhWfzAXwGkkHqmzqCgjt0Bx7V1Rk9n3HI4gheDb/+s6FoSCKLrwmrDZBOKGQNeM4NukhYynZO2nH41djziC9DpeqSpEfmnx8atlI0Eik4E4YlmtAA0M+uD7S9E+7zZYD5hs/BM2jk2YgRnxhu+9Me4hJ7sBQdyf6MusKpZ0tGuPDrXMAjlLMN0LZXlVVfFoe+ffSKEziClrLHALz/0zrHvsG996jxLcKT5BkWtzexva629FcPn7myuJ1CjFf741dn7sZClhQk7n00+go/FfJmomv4rIIMCEZ/J1/Cm/vqFPHNLk95fJEnOeYLrB56oqm79UGacgcKNGmEjM22T6i5M46uQdX5VRH67AUxw9xBGkuwj3A8PHKUZmyXR8CHqLH6E3X0K7CHAoLpnTWAjw6qD5joD9Wpo/35fGrjO2qyFDMD1ngC84ZYuNgdBOmhbYSVWVMSENY8BMuoKtVaZRBH1zfEeGInyavmYSmUFpKiXLPsTMkiCC4hhuXGZaDz7SeL4VkfkHu7S5b0HwvTd6EYzYcalbjBk01cSTuDhOBd96BSImcJoj5ekMnL5NPgAAIABJREFUPOQoKLiM7nh07aCBkIEdD0mCSWQe2OUq9NO6tWDDfSDtRby0KGO3NbI1qtvvCMVeFjVFbMoUZO7awbz/i3+e2MEUX3QtxOV0OovITBla+WnXRfeKjyEuvgejEPCF3e3pn0VuMJTJsD4lwZicEO//Td2GWngl8Iv/ksmmSa8m8hzZ9j8MlokHd116RslFnezOxUfcNvcfEN7Pm49IpSO6ckyHSVOb7P6FPOMY9MHbCL7xIkLixWvwyxcOSTBhZ0ESTBhYRDL7nv9ZxO4Qr1LNaz7YyNw79sxgr22yl8F20BHIO/w4UGmKXuU72qCtXWNY1RpHkTf+2zusAhFskw6ButPuRt4lEi9JJi1/48FPJIfreHoBQsvezKgEbTrjs7J6T/+EU/EMLkfrDmmC2Tjz2D1CWsEsZp4EsF0hGs6EQsNioUchw4SVhFt+xi4D4XdkeEsn6Ziir1uL4CfvIvT2qwit+lrEJOhKLxItCb24nxKGgYpivIBZ9jkQtokHJ8evSdPQfLkrvE/VIM+KJJjIEzCkCGb9uRX720JUoQOnks4jmcgqPgmOagM/yKvXZPfC+KzgjPNBhUUmW4Svpq3+HsFXnkXwg7ehN3sHlLdaGNop47ZD3lFTDOM4s/5MkQbQ/KcZYO+GAY0vFY0lwQxxgmmqmXKKCnWWzthzUw6jnCNW8ZydXzGAQPcd7YahXudznq5XmGQWVYVlwq6GdfFAshi03Xsjgh++nUzNkiJLEswQJRhfTeXRxHyDDuyTbda88a78grMuhG3/w+NtZtQX9yodT8xPue8O2fKQf/J02A7+NaCIjM3xlc6nF6Cj8ZH4GqWhtiSYIUgwPldlPZin54JntZlvpPjyvxmJ6uMtIkZLm/vW9OUnIkJ+5anIO6Yy7ruZ4DuvoW3u3+MdYsrrS4IZQgQjXAPGOkKfgXjIBJ8iVUXRlf8wYrnEU4T/Utu82+Jpkpy6ioq846Yhv/yUuOQJgml/tA7cujGudqmuLAlmiBDM2gtO2SKvvV0c0uP70lK9AlMs3zB0+7/rIGLImC2hLz5Bu/tWw6ZkUIpqQUHVGbAdcYLp7kNfLEf7/DsgcillVGF84aiXhnbh5iRnLjt5dlVZc2twGQPCx2hIFetu+6Cw+mIgv8DUuIVHdPv9d0L7rn+clYgChNvCFmON2C09jexEfRGeQUTAE69OwlbFrJm+CL9QJI52oyOHXeipj5E/6ebLMi4TJIHWldQ1bCmyDJiaABOVmKE0V087VmdenuokgibUSbhKzhCMz+X8BsC2CSORIQ1FEG4RNwUFRYjl9yRCKYiwCfmVp8E68SBTIxDBptofutfw2TFdrDYj+JVSOsIwthMxdXsXgnW/Q6GOGdeVIeC1500/b4s0tkVi92WSHDsWPoDQJ8tiPsezCNHv3QBBStGi6pnGIGpFZmI8UkJbuMjtjhwwx2RnIlNGU1lwkcLYnmza0Y67l4i1nZUlJwjGf7bzadZxXOQZEMuNNhK4k4E26LSSVF6vi3w2OvKIlN1EcCoCRFg0ReS4GQyjOusek5B30pkpdRoMffwuWufcZNrTmAqLjbsSESiq9e7rgWAgIszKlmORX/57w9DOCPYUzSivh5RC1yWmCTKur4zZ8Pru8DwM/ec1cTVNrDI3Q+F6+5bNV1Ltyx3xyhAW5P7qihtANAtAoVirpW7PwAyb4lUiyfWznmC8NZVTSecnwrwWtYrwgiHW7h1eEHoJdz2zEbW1CtXWhgxXgFphrVsL1NYaaTy73QN+vuCUkQWdHeW6xidD4YlgMn+xMYDJEfFoi86/yviQU1Z0Ha3/+AtCK5eb7qLg1HNgO+BwbLzpMuM5O1YRxx1x7BH2NJ1PPW6KZMTxqujcP8d1hxRLj56/i2RuIoB4GkuQGW/ZLMpNhXMWPRMrTazvvCnb6QHlMgV0KoDNhMLAA6Vuzxlp1DvpXWU1wXDt5Hzfj/ZPiWg7AxlhkquQX2f804GRVw5ku2oQzuwqR+fG0IgO8DSAzgF4bKqeva2TDkbBKa7esWWTPN3aV5+h9Y5rTadnFc6Lhef8GUqJHc0X9Yk1rShQiorBbW1gEdi7e7eiqCi+5k7DF6n19muiZzHouYuZdSVE9slUFBHxr+XKmakQHV2mWI+EIDOtZdKbANKI8TMr3ALm7QlKEcEIhSlSNvT6FpnQblXUA4rnLMyeVJdh0Mhqgmk+u7Ja09m9aRBMRAv0EF2aikux9dVT91WgeRQj42PyizpuOxSefRmUEVskX/gmie0P34vAq8+blm+ddAhEdgKRm6jl4jONuDTipUrcDRlZT/Pyjd+EAR0CAWg/fAP2e1F43pVG7Jr2x+oR+N9/TPVnPeRoFJ52jqm68VYKvPwM2h91x9tsUOsTcHuy8qoP5kCymmB8M5xvQMGBAOms06Wlcxel1ArL63I2EOBM1YTl/aYSeSec3PXBJjmwlXBUbDGcBb2m1RdxdvMqTwMxo6V2lnFPwhtboAt/IBH8W6QqUVQoxSVGYG/e2Axu9hkEI3yiOjz/QuczT5jqTx29VdduKYkhH8SFtkjT0nbfzeCOdlN6ZEIlBi//Cj/sN8n93oAvjAd7PFlLMO2uykM6oIugq8MthP2G1TV+mmowN9ZUXKyxcksqL4DVbcYbEfMNnx2Rlyga0YgPPBCAZevxUSPsC1zE8/HG2vPBbP4l1XbgESgQuwrVgs4lj6HjhcVGvqNoxbLznii6sNao0nb3XxH8+F1T0yKOVAVnXhDzslf//muEfvohYjiI7iwI7NuA0JcrEPzwLdMX2qYUTXElAjopoO5VMn/hLwF3UtxnKsVnLcH4XJX/BPgIVbWeMWzOgjjeXBOH03+28zTW8WDiEuJsKcglaoSIrh+N+xsRqiFCHiRRR1x0tt1xTVx5j0SM3cLz/2LkMRK7gdbba40dQaTS85gngoNvvPaCuGxW8k/8LfKm/C6ifPEs33J5tbFLiu4An7lhNaKuACPXC/3W4W5YEOdKydjqWUsw62dMqbCQZSdHfcPN6UK3K3B4sDNd/ZntR+x6imZdtSn7YvhWRp4g9y0xX3VEzF/xXK5utR0sB06G0icGcOCNFxF49Tlo33612b5EBLqyHTDZsMpVelgTi/SvIvlZ6PNPEHz/zU3EEHlU4ngYzX2Aveux8e9XGbmbcq0QIaRAnTWsbuF9uTS2rCWYVbOryubZFzTX1iKUzgnxVTs7Qcatf8YUYasi0oaIfErhisgVHXhxSZcnchTbFOt+h6Gg4g9dkfEiheHUtM0ZIcXxx7rr3rDudUBX3+JI17cIg7dAJ7jFj/bH/wmRryhSsR1+LAp+XxPxd8Mx8/47MjImzAAXQxugX+NwL86gTHEDHNGm5llLMMkZfvxSvK6K7wiUcb5Ow678hxHcKVGCsR16NPIFuRSXgNtbQQVFxo4j9O1KYGNLV8rXMVuDiocZF70idoxwlhQZGwt+V911VySyQfrWQ/v+G6Cw0LhLEo6YwrpXWAGL9LQdj9T1yqnUU99YBBNY+jLa598ZcxcW/6wOXgtmfAeLemHpnIWewdMidT1LgokTW6/LuZgYU3pbLcQpJAXVxcuNdffIdiTRjkjCDSD/d9VQCgoRWPYmOl9cggLnH4BAJ9oXPwp9zQ+GxsIIUAS1EoTR+ezCriMPEYovv8Ww3g3890kjZ7bYrYjndpHKhDs7DFIQNi62I08EQiG0Pz4PoY/f64dCrCNS4IXFaF9wfwrQS79Icbumgd0d0K/MljSwiaAkCSZO1H6eUXGmTaW5feP2xikm6dWFP1LesVMjHy8iXfIKgrjyH8aTc8dTC4wUIOIYZTv0GFj3PRSBl57qlaJEPKEbu5xmr5FW1iCekVtC3/BzL/8j4RgpCEYTXtsPzzHqiXQrIq2tIKjWv10OkXakZxHkJSLzRSrtD96NwOsvJh27tAoktBOwsCO/4OIthkAOJUkwca4ukV2gZfUHrXqX9WXGFHHJKp55I5VIz9QiK0HRrCsRePMlYwfSfUcjHC4LZ14O3bcBbXW3ACLgt3ix2m0iLHvuazz9ipcl4TQZzoUg3/kHWLb/VRdpff7xZrXERbBl5z0Q/N9zCH7yyy5GODsW1lwKyy57RRgCo+XS6dDjsOPJhMkhIp1Z/4ZBr1mI/1Zc17gilutAJuidLB0kwSSAZCZ6bscimEiGduIoI4I/db0M9Q7fYDv4KNgO+jVEIHBhNCc8t4V9Tv5vZxjkIXYgLcK2pmdMGSKDJIRMkV6k8+Vne3kziydvkaVS9zch8MKSzehbxu+MwnP+FNFVQuyQWq48Jw2e0eYXhEi4BvDzgLpeUbnrWwoBAdJ0hbiJ2PJTyKp/3/6zbeW4BQuazEvOnZqSYBKYS//ZlW+yzgck0DSpTcQFqtiBiKOMIALhzRyttD90DwKvvdCrCg0rQd5vphpHD33Nqt7NRfqR/Q4zZHOzH4F3/gdSLcir+L1hGyN2Mf7zTt58NFKGj4Jlj0mwjN/J2NV0vvIs0N7HGNWWB9vBR0I8YfcMGWE7ugIFJ0X26xP3PW31tyL09RdAKJhUHBMRJh7jtOLQViNue/LHRNoPlTY5TTAirgYtWJDU+Ioi9Yk1qDzN4PTmSe25IoWj4RZju+5J9pgIZeRoU+tVBJgSdiTo7BlJgJB3QhVCy96Atukyt68w6177w3aM0wjVoDf7Yd1lz66dBjP8F/zeuO9WthkPUU+8FonXpeCH70TcbQhbG/FSBf0Xq+KiC66Ocjzq0ki4IojL4YDI1fTVZ33GYQqCpFUiwnp7nWdk0gTmqKCcJhhvTcVy0pXPWafZyXCA9J9TfiyHFOFcMygxOsQ9heVXu8N22DGw7LpPQv5KwhpXGL/1LCLEgrhrEda3kQpZLLDsdQDyjpxikInYPYnSsehBBN74r7F7EkZ5wY/ejfsYI56zi875kxFky2wRgaSC775mZJkURzizsWfMyo9Zj+hRR13DAPLExOwhJyrkNsHMqHiFFDpUmNsz8ScqlL+XuBseiHfmfK7fjmfufJCIhWNl2jETxxHb0eWw7j5pwDFTQh+9i9b7egecEi4Gwks6VlAmcbdSOOP/IKLuCeM58aJkPEM/eA9C7y+N6uekjN5q83N3X/yLzr4Mlr0TP3EKvcUltdg5JT2nU/jFogUYk0bVe/qG9ot3aeV8/bR/LOlEtPm8aTvpAW0ZACNY7SYPlRbS8Ymm4sVgKPjvLec99Uk4nbyu8iMIdCRBcTF4RAznl5QMSzgO5h1dYeR7hvCwTlIRgaA6Fj/aS5plj30hfI+EM6G4PxHE0V2ULcYY5CYubsUuJ/DS0wiu+MiwuxEXwTTMbljoCvsZYTMjXpeMIuL4jh5nROgT3sx9d06iipHytubSqH5UpoYtLIbbNhq+Uh3PLoQm7mpSVJi51UHqBHIvSkeYvBSNIj1ic5pgBIS+GVPvhaKHiTZEOog7wdgIQgcx/cRgYevuAKMYCorAnD8YOxaht23yccg78bdQhtmTvhLEXUZr3S2GjUp3EbsYZew2XfGAReJ6cZEqUr+K+C/in7wCI25u5/+ehfbF8q4jiaJA3Wpb2A4/ziAITWSEFCEbOtuNS2FBKsY/Lf6wsXFFiIfiy26KHgNH1w0bG2FrY7aITAltd14H7fuvzDZJoB79qEGr11l9dGR9Q+rYLAHNMqlJzhOMANtf7XyLCftlEvDRdDE+vCtuheIYbkplcVwRuw4RjFs8NZOioHDmZSK8X8T24uNrnXMzuKl3ChBx/FHH7wx1q20MghELRG/xIfTZR1GPUCLkpyAbGrklFFsetJ/XQPvx264sA2GKEZ5h+mwjmHjEImLqvvsaAq88C8vuk4zMlWR3RB1Xt6zg0pcNv6VUFyLy6zrucATtt9H8+cLNW5YeCAwJgjFIxlX5NoP3zYbZF8+8hbOviRjzZPMYgkHj6Vhcsmore4fDKTrvCuOjjFa07782QjAI+5a0FlVF3rGxE6+Fvv4cbXdfvznRmkiZYt3vcNgO/03MVCfBj95B2z03pG1YDG4lpr866j03pq3TLOhoyBCMmAuvq/JxAke2Rc+QCRNPwMOuvcfIQdSvhIIILX/fMIwLrvg4YpR/dfxOKL7o2vAezj2EiheY9kfq+hFUyqCw5aHwFBesBx4RI5gWo/XWKxAKF3+GCOp2E4wdjWXSoVCKh/VTd7DSzCrET5TUNWb8GkvZ/PYRPKQIZhPJnK+AaxlIS7aARCdSXKDmlf++K7KdSFD/3Vddz7Lvvg72N4E1LabovONOgjDZj1XEDqZz8aPofPmZWFUH9Ls4RhXOutJUilvxKiQMA4UxX+RCgM0G6577Iu+wY6FO2Nk4PolXpdZb/gzdCEyV/sKMeaX1nhnp7znzehxyBCOmYMM5vxunhDquI9A0gMNsEzJjoshR1vUxMne97Gxsjsveg/ILUXD6uTHDUHYxmGY4NYoYutrqVXHbskRDTMSrsey2D/KdpxovVbGKIIbWmy6NL0VsYZERaFwdNRrBT5bFFXs4lj7x/i5eKxVSrrLXLbo+3ra5Vn9IEkz3JHZUV+7YAVQz9JMUhUYzs22wXo1StbCUMeNQOP0i4wLWTDFiwHz0LjpfftrYCfR8rjbTvmcdI6XshF2R9xsnLDvsYgpa0Z/IYaR9k+0PM+QHbBMd7n+n8ikr3ilJe/0hTTA90RbGdITgaWD91zp4PAh2gAoEQCLTY88i8oSSTiEd8CuEZhC/qTPtRcy7ZVqcGKG3OG4VTL/IMJAzXUIhhL74BMEP3ja8oY3XJuFBvcmrOqwcRQHZ8qE4ygyzf+v+h0HddoLpLkWsmLa5f+8VHsJ848yrSYTb7XWe2ZmnWfo0kgQTA+vujI+9/jKjf5LztRecskV+e8eng+qjFGUs6g47G9H+xfNwIkXf2GLEgBGBqwLPeXrvbIgMXyXbxIOgbLlVwkZzHYseQud/FiWiXka2IcBnd3sy+q4v1cBJgkkiws2uyn/q4DOTKDKpooRlsMgeKSxzEy0iJ1L73L/3et1RykagcPa1xv1HQoUZHU89jsDTT0TfISUkfGCNRDBuaGpFMC+0QdFpAjTaQxUuI0yTGMIQM3Ih5g4VdGDxEHYpkAQzsPW3ubV3+jQnVO0R2uSWkCSxSRcjfIJEDF3LTnskJpvZSGwvLoS7i/DsLppda3hSx11CQbS6bzHufdLusBhz98oigfk9dnfjeT2ripTFG9fYt1dZ2TUI3MjM24dLKSwiOlhAFw1zN9wZNy450kASTBImsuXMqsM1a/BpAHFcciSh4wRFCEvh/BNONtwREiki/UnwvTd6EYwIjyl8juIp4nlc3LmEPu3t3R2PjFTWJcKn9jrPrrH68LkqrgfTuSA4+tel+x3uhrNiycjV3yXBDHBmxR2Nr7ryJyKO/f46wL6S3Vz4EBX8dnrkFCUROkwGwYhL49a7ru8KtZCBhYH2kBo8dOScp/pHJw+j7+ozpuxUaFMfAbB3r58JbzrqPAdl4BDTopIkmAHALOLz+te8vwpM5j3xBtBfKpoK58b8k6d3+QSZjEQxIILp7EDn843oeHZRRCvkVIwzLpksoFCusbsXdeXAjaP4a5zLmbFLdxMGf1zqbkzwPBpHxxlaVRLMACamuaZigc500gBEZExTdevxhtWvEXQ7BtEkRDDMhs+UCFBlGAxmcGHi/zlG730k1dYmlNSvyVWxRgFtKQzuSNcfdcxdPGQDU0mCSXChN1eXn8UK1TGTJUERmdfMYjUM8kT6VmEgR7bwT9rxEkzo0/fR+dIzEP8Wti6ZXnTQoWXuhtcS1bO5pmIKs+JhZmKi20vdDRclKivb20mCSWAGfzrtmFEFBYVvM7BNAs0zvolhgbv9jrAdcgwsO+0OEUN3c9H1rlefvq9IF11rGNhtPhqI+LlfrUDwnVcREqb7UcJxZhogoY7QViMeHFgwb191xWdMNJbBl5S5G+sybYzp0kcSTAJIN9U4b1AYlyfQNOuaWHbY2chaYJ14EKBajNi97Y/VQ/v8l2BVIvVJ0fl/MWLBoMXf5e392vMGwWRjUYl3HVbX2Dv+RZwD2TDjxJNIUY8KFhRePRQSrEWCRxJMnAtHVPe5nD8DyLpXowSG+ksTIlh32Qs0ZmuEROzbHgnQRDQ7EX5B5KwWcVhEytlsLgz916XuxS8NdAzvuiYWTnK/FzmS+kA7yIL2kmDinKT1M6ZUWEhtCGdY1VcUM4OIvtKgPwRN/9GiWu5joCscvywZiwAzXVta33B1xiqYRYpJgolzsryuig8JFPvZkbCeVP20klH7vND9GiGsfUnVHhf+h3F2K6unEQEGLSh1N5ycxi5ztitJMHFM7eNVVbajS4NtFH0XEmTiRq1duzDcRaHPVVEDpjtBmZXbOg4Ycr4qM3/aTvrhY9xL1uf8YFM8QEkwcQDsnzHteFa0pyI2YfisFuXUojmLItcRoTtrpswiXb1Vkkwc4KezKnNHPpQ982W2gAGjLgkmDgi91RUPENHpEZqs6ywo2N3si4G3puJMYnKL1EBxqCCrpgkBq6qcGOsPRZpUyepuJMGYnL6XJk/O32eCYxkTdu7bhEArS8bsuUu8lp9NNRVTiMlDEE67smQWAvyYw914SmbplH3aSIIxOWfrTz9xrKXAshLclSVyc2H47GP3GhkvuXS3b5059YRQSHuCiaLGFjGppqwWBQGRK86ku5XINfzDcz7L+JMXLNiUplJCmwgCkmBMoibi93YSf8I9XoBEQKFgsbbDiNsGaPXpqngMoN+aVEVWSwABnXmFoijzwXwFgP55TvrIJBH2XMUfy+Z4Hk6gO9lkEwKSYEwuhTU1FbvkM33U/YIkHNlYw41l8zx/NikiYjW/y3kVg6+J4+/rQLscUu0J1AE1dETJnCVvN9dUPsrMpp6gCfSO3d2QNRlBM3FSJcGYnJWWmopddCaxgzEwY8ZaR71njPhLZ1JExGpeV/lCgjJ1oHJk+/AIEBAMWvnQEfc0vvXzjBOPzyNLA5syEyBdYa26pH7xPyW2iSEgCcYkbk2uykMU8KuiuliwOvTfJMOcXMjzVVeuAvFWJlWR1RJCgL+y1zXuKJq21FQ26OByM2IY+MExZq/tEr1jM9NHLteRBGNydtdXT93XQvrbxu4F8JS6PZUmm8as5nc5OxjIi1lRVhgYAsSXOOoabxUpaoDOj8yGOCXQU3Z3w4kD63xotpYEY3LefedN2Y6C6hesQ1ct1mOGzVnwismmUautP7Nif9VKS+VEJAPNGDKIfujMz58kbJWMo5JieUrcpZkpIsfRSl51xVB3XjSDVc86cl2bRGy1a8qIQiifgeh9e5P1RErS86W/2vk0ExKLvm1Sd1ntFwRCpF81om6xkdLV63I2AHCa/QgIeFdRrRcn64/LUJgXs9gOBSyijlG43o/HuNc0VmpG1C96JxmAiGRteW0d4v4lHudHDURqpqX4SAYe8cowQlLG2UhkCiip8+zefTnvq3b+B8AxpgUR2sH0WGdB/uWjVoe8yfpDE+cwsqZ6vPOTNQNLhaK+s6fe67hv0TnJku2bUV4HRXGZlcc6/0/Lw6VqgKpBdBaBh/L8faFrykWKhXcD801mMQRoY1ANTO6ZLWCTC8hpcfEVg5nIq1n148XrlPn+h1bNobxA455pnl1VRrctaIq7YZgGPPv0sf7W5s/MGH2J5gS02N2eEvG/V846rmREp+0NAsXM2ZMMXTNJhnjBg4Lp9vs8D3Xr1VQ99RyV+C4Gm3G5YJ1wU1ldb/slf820CdD1B5mwH2LIIWC9DvKQLXSD4+4l32QSPpmmiySYQZoR3wznG1BwoMnudQvUi4vdC28T9cXHwKwvBfiXILgmBWV7NWa8U1rv6Wf8JjzUFVZvMxXQi/EfR73n2L5YcC0srWun7dIWDE3MU/lY6MpoFnZOCph0tIGUd1gLvNoRCHy85UPPiaiGssRAQBLMICwRf43zdtZxvpmoeGKCdKaG0vqGzYZ4XpfzQgIMshlqRQfeKnN7Dgg37g0zyq9WFSVmLiNm/ra0vnG7oYbdYIxXEkyaUfe5yi8FKzeAzIXOZOJPS+saex2FfDXOl8CYnGbVM6M7xvq2oHbomPlLwkYU97rK3yMo+8RQtsWx6biZGYPKXS0kwaRxbrtiwGCeWZ8jBi93uBv36OuO4Kup9IHZnkbVM6YrIgQ1aH8sq1vyaDilxMucrb19dbQQGCIt7GqvddSuCxZszJiB5agikmDSNLFNMyrOVRW6q9uXKVq34txPzLc46hv/1Ldey5lVh2vW0PNAXE/bv4gh/glQ2qAo20DTBi0A+aYn5vdVlecVWwIP+Tvz/w7wDDPToev6nLK5iyO+5vmqK24iosuiGNG1/ui1bikJxgzaA6sjCWZg+MVs3UUIwblE2EHEI4lZGF8obLm0ZO4TjeHq+l0VdzPTOWbub/q1JzwPzpu5Lq953Ui2DLcE1AkBcDmRchwxbx9Tt+RWCKpacJ9h854yEix9c8Zkx3Cb/RXdREB1hfiJkrrGqmjq+GoqmsBUGq4Og1tXe22SYJI7n2GlSYJJEciGvwsFriNGJYOjBpMiGBYtG0H00Dpr+58m3PVMxOTNflfl2wzeNwG1P7B7rftHMgzz11R+yczjzculDmZ9vUIkDP9CDP6ZGMOZMcEM+RFIhxo62D5nydLuPr3Tyw8jVRH5iKI+N0d6Seqpu7+64mEm+oMkGPMzmoqakmCSiCrXTs73rhlWqUKdBcZuOjAsMsDCTosCDP5GD1EDOZS60r8v+i6WOj6XU0S6Hx6rXs/fmbnVQVuMIrc7YhKwlprKqRqzSKkS89hEQKem8//5Q/5/bTf/ZV+vD9tV+SSDT4iln9jMKeB77O7G83q3d4qn5gujtWfgy1K3Z0K0Oi0zqw7XtOBzQP/sDXIHE2t2kve7JJjkYQlvtVMchf7YM5A3idAxxoUKX7olAAANg0lEQVQDg6B0MrgFTJ+oBM/6gPfBvh9oLHV8NRVBMJkPFM4kDNNOcNQ1PB9DttLkqvhUAf0qlg4A1rVsVA8e98jClX3rbtqFmHIEZejLSt2LJ/aV4XM5OxDFu5yIvrbXNcTcbXmrK74monDP0fIOxsQkJ6OKJJhkoNhHBtfWWoCXDRJ4+WVg3ciRetWCBSHx/wcSoGrDOb8bZ9E6v2U2ZbHapRXjz456z41mhrkp04GJ4EoUZPClpW7P7X3lil1c8+pSb6xj4aZ2vi+xamxfD+VmV+WTevRdkLBqdsTC0uuq/AeBZ4cZe/uP8hXJzJIYcB1JMAOGMH0CjJg0ir4UbDYLAa8PQt1jpHvRGjNa/lzt3MtGEDFvYjtfRiAurqqy+UuDywHsEKtPBjc78gLjqM+dkxEaI6B+FenFzWg3Zu/hsYJA+VyVVQA/1vdOhwFfqdsT9gI4ls7y9/gQkAQTH16DWru5uvwsHcpcM5eohqKbAiyZVZpdU0a0wPJfHbx7rDYMuq3U3XBRvx0MoPiqna8Q4ZBYMojIX9Jk2YrC2KP4XBVrANoyvAzy28fsOSI2wfx2PHPn60TYoqccYlpnr28YFUs/+fvAEZAEM3AM0yZBeHND12ea7NBnDzi2o/nze13CxmrrdVU+TuCoT8BdMmiRw90wLZw8b7VTpMadFWtx6aAfS8fsuW04ovDVlNdBV1zhwyiYIxihm7+m8jVmPrinnuGso2PhIn9PDIFYayAxqbJV0hEw7jZ+dCwyG5yKGHfb6z2z4lWk2VX5Nx18Sax2RPS6va4h7C7FSLFL2pMxd1oRnA5F377pJx4Ji+VZcP/Mlwz4HW5PWaw7GCGn2VVxnw6q6UUwOh4ones5I9YY5e8DR0ASzMAxTIsErqoqbh4efJx1E9HvGGx3eyxE8Wc82HDOSQepodDrMQfFvNRR3xjWG9wgB9Uinogj27MY79T0J0ddw82R+vK7KjdwOI9xhs9Rb+4OpaWm/GyNlTk9+tAYdFGpu+HOmGOUFQaMgCSYAUOYHgFxEQzxT466xtGJaGY4Y0KJ+NF3y4wWCNsgGMXyfLQdDBF3lIz2l1Lty+JJOmzxu5yfM2BkAuhZiPGdvd6zrZnxeWsqpxLzwh51faoWPLTbgtiMDFkncQQkwSSOXVpbxkUwujLHMTexyHt+l1P4S/Uyfgs7UF3/u2Pu4ovD/dYyo+JcTaG7owHEzC+V1jf+OlodX43zP2Ac068O0beOugZT4RZEat5ASH+yO2UsEX1qr2sYcoG60rpYe3QmCWawkI+z35cmT87fZ4KJOxgGqwrvNqyu8dM4uzCq+6qdz4Lwm+htKaizdn5Z/eL7wtXzupzzCDgrogzmDg3WI4fXP/FGtH68Lud8gmG42HsHo9BS+30NpoJ1NdVUTFFY8XRHqWPGXaX1nvMTwUa2iR8BSTDxYzYoLRhQmmucDzDj1GgKiJCSdrfHloiS3ulTt4Gqv0hAVCtZJrR3gCeNDkNiQk+fy/kuAXtH1IGowVH3SwCtSPUiGcoRcLvd7QlnQNdPlCAYFbSIGRaRQjYY1CePuF/G0E1kfSTSRhJMIqgNUpsN1eVnWUiZGz3kA3/lcDfGNHILNwRhyGcl/TkGHFGHSPytoy58RDix09p7R4eIW1wQTobwi7Io2M/MDqvFVXm+xnxHn6fqgAJylbgbHjAzDcYORqcGEeCLQZ84vJaJMhOAGeSSU0cSTHJwTIsUw4EvFHwp6uXpALIQrp8xpUJVFI/w7o66SyLcYa/zhHVIFIHRm1uD68ORoJCqEE0bVtewyAxgG2umnRJi7V+9ov0Tey2KZXLxnIUiM2PM0nVEInHJa2Vgdjj3hphCZIWEEZAEkzB06W+4zjV1tAX6DxGjtRF0Vafrh9U3XJ2Idr6ZFX+GRn+N3pY7Nbb+OtL9yaYn6hfC717wpcNn3dXsDqLNVVnVyfxv6sF4IvmZ3e0xHa6iaweDx0Gk2wsKtqc7Hl2bCDayTWIISIJJDLdBa+WrdoYixfMVYRTaiPcJdzdiRmFfdeUiEEfNua0wPVhS39Dv4rVbfkt15TUa8V/C9MehIB8Yz/2H3zX19zpr/6LuJyBjK6NcY3cvihnYu7t/r6v8CAWKB4zX7PWemGEkzOAk65hHQBKMeawyoqa32tlKhMJwyhi+PXUNpixcw7X3VlcsJ6JdIg1UXCAHoGwTyXlSWBv71zgWg3F0TxnGBoRwn72uwaybg9F8o8t5YYhxW/eJjcCdihaaFI8Ny+ozpuxUYFWXBDo7pm3x4LOmjlUZMdE5ooQkmCybSH+1862u5GD9C4O9pe7GhHIltc48YWJIsz7DwMjIkND9DndDxOdnkUyuubX5HQZ6Gfkx82rH2L23ieWc2Ldff03lHGY+u/u/M/MLpfWNvcgr1vSxy1Xow7rrwzlmxmorfx84ApJgBo5hWiX4qitvYeKLw02cyLtsr/MkZETWXFMxRWcSoQ3C7o4AxEz1sSn+sAh52VM91oPaH8ruD58FIBp4gmDAXNN9YdwGbeQY9xIR0S+u0nzetJ1K7l4YNs1JXIJk5bgRkAQTN2SD28BwJFS1xnBOgARebnc37paIhk2uihsVUL8sBkKWET9X4TN6pmsN10dTzZRTFFYf6fUb4UVHneeoRHTyuSoXAmwknCOmpfZ6c8Z1ifQl26QGAUkwqcE1pVJ9LqeI3bt1304GYgbf5Kp4VAH9LpziDFpc6m6oiDUo7wznhaT8knGSmAKKxXLMsDkLTIXQ7CtfGOyBMREKQvZOx8h4Q0/E0lf+nnoEJMGkHuOk9+CtrniAiE5PJsF4Z1S8Qgod1lemuD8prW8ca2YQfpfzKgau7a7LjFdL6z39ZJqRJep4q53fEmFrnaiuLM4LYrN9yHqpRUASTGrxTYl0cRRRoT4ozN97djCQHYzX5VxJfcJcEiEETa2wz134tJmB+F3ltQylywZH+AwoXF5S17jETNu+dWprYblwdcUKHQjdOaZxt9paGDGNZckuBCTBZNd8dX27IjZMWeiDvnmMkk4wwLslbs/+ZgI7Cb16Eox40g5a+dAR9yTm9+OdXr43qzS9I6DfHSkPdRZO3ZBTWRJMlk553/sOMYyBEIyvpmINuHcMXJ2030fKAR0ONq/LeSFh8x1MW1ANHjZyzlPvZSnEUu0kICAJJgkgDoYI4TZghbYCoJLu/gdEMNVOL+gXJ0ci+qmk0LIr3bZAOC6aKsKXyUKqx3ikJvaGLDgu0R2MqQ5lpYxHQBJMxk9RZAU3JXqbPlCC4VpY/KsrNvQkKx1cV+Zu3GzkZgYmkS6XueNDIipixlodlqmxYr6YkSvrZC8CkmCyd+7QMv2E3TTV+mF37FtifGav90Q09Y80VEEwzaud63qGadBBh5a5G16LFx5fjfMlMCYD/JPG1mmSYOJFMLfqS4LJ8vn0VVfcBKLLxDCY6OtSEylV+w65L8GI16MSHmWPlss6Emwbzq6sVnV2E7A2xHIHk+XLa8DqS4IZMISDL8BXU9EEplKR1L3U3Vgcr0aCYHyrnU0EDNvU9gOH2xM5Il2UDozMjo7QRoa+0maxnV40Z4G85I13QnKoviSYHJjM9TXlV1qgXENMbSXuBrvZZ+WeQ/e7nKs3OynGkc86HHyGIaBCEwqVvItsc/69NAcglkNIEAFJMAkCl2nN/NWVb4L0kSVFtv3iefnpHofP5VyGTXF0lYC6c8n8xJ0DRdgG32rHPQVMN+fXN3yRaVhJfdKHgCSY9GGd0p42nPO7cdA6XMFQ8N9bznvqk3g787nKF4KVqUSkl9Q1WBNJ2tazTxEmIZE7nHj1lvUzGwFJMJk9P3FrJyz0EzsilV/NUC8GeL3D7TGVcyhu5WSDIYeAJJghN+XhB7z+3Ir9rUHlLjA0GRZBLopkISAJJllI5oCc5urys3SoOzvqGy7JgeHIIWQAApJgMmASpAoSgVxFQBJMrs6sHJdEIAMQkASTAZMgVZAI5CoCkmBydWbluCQCGYCAJJgMmASpgkQgVxGQBJOrMyvHJRHIAAQkwWTAJEgVJAK5ioAkmFydWTkuiUAGICAJJgMmQaogEchVBCTB5OrMynFJBDIAAUkwGTAJUgWJQK4iIAkmV2dWjksikAEISILJgEmQKkgEchUBSTC5OrNyXBKBDEBAEkwGTIJUQSKQqwhIgsnVmZXjkghkAAKSYDJgEqQKEoFcRUASTK7OrByXRCADEJAEkwGTIFWQCOQqApJgcnVm5bgkAhmAgCSYDJgEqYJEIFcRkASTqzMrxyURyAAEJMFkwCRIFSQCuYqAJJhcnVk5LolABiAgCSYDJkGqIBHIVQQkweTqzMpxSQQyAAFJMBkwCVIFiUCuIiAJJldnVo5LIpABCEiCyYBJkCpIBHIVAUkwuTqzclwSgQxAQBJMBkyCVEEikKsISILJ1ZmV45IIZAACkmAyYBKkChKBXEVAEkyuzqwcl0QgAxCQBJMBkyBVkAjkKgKSYHJ1ZuW4JAIZgIAkmAyYBKmCRCBXEZAEk6szK8clEcgABCTBZMAkSBUkArmKgCSYXJ1ZOS6JQAYgIAkmAyZBqiARyFUEJMHk6szKcUkEMgABSTAZMAlSBYlAriLw/yQkS8FADfW/AAAAAElFTkSuQmCC"/>
          <p:cNvSpPr>
            <a:spLocks noChangeAspect="1" noChangeArrowheads="1"/>
          </p:cNvSpPr>
          <p:nvPr/>
        </p:nvSpPr>
        <p:spPr bwMode="auto">
          <a:xfrm>
            <a:off x="307975" y="-166688"/>
            <a:ext cx="666750" cy="676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307975" y="938786"/>
            <a:ext cx="9037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 err="1">
                <a:latin typeface="+mj-ea"/>
                <a:ea typeface="+mj-ea"/>
              </a:rPr>
              <a:t>Istio</a:t>
            </a:r>
            <a:r>
              <a:rPr lang="ko-KR" altLang="en-US" dirty="0">
                <a:latin typeface="+mj-ea"/>
                <a:ea typeface="+mj-ea"/>
              </a:rPr>
              <a:t>의 구조</a:t>
            </a:r>
            <a:endParaRPr lang="en-US" altLang="ko-KR" dirty="0">
              <a:latin typeface="+mj-ea"/>
              <a:ea typeface="+mj-ea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6279" y="1574424"/>
            <a:ext cx="6577695" cy="4228518"/>
          </a:xfrm>
          <a:prstGeom prst="rect">
            <a:avLst/>
          </a:prstGeom>
        </p:spPr>
      </p:pic>
      <p:sp>
        <p:nvSpPr>
          <p:cNvPr id="14" name="오른쪽 화살표 13"/>
          <p:cNvSpPr/>
          <p:nvPr/>
        </p:nvSpPr>
        <p:spPr>
          <a:xfrm rot="5400000">
            <a:off x="3579751" y="4786912"/>
            <a:ext cx="333375" cy="216024"/>
          </a:xfrm>
          <a:prstGeom prst="rightArrow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3"/>
              </a:solidFill>
            </a:endParaRPr>
          </a:p>
        </p:txBody>
      </p:sp>
      <p:sp>
        <p:nvSpPr>
          <p:cNvPr id="15" name="오른쪽 화살표 14"/>
          <p:cNvSpPr/>
          <p:nvPr/>
        </p:nvSpPr>
        <p:spPr>
          <a:xfrm rot="16200000">
            <a:off x="3356926" y="4771488"/>
            <a:ext cx="302527" cy="216024"/>
          </a:xfrm>
          <a:prstGeom prst="rightArrow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3"/>
              </a:solidFill>
            </a:endParaRPr>
          </a:p>
        </p:txBody>
      </p:sp>
      <p:sp>
        <p:nvSpPr>
          <p:cNvPr id="16" name="오른쪽 화살표 15"/>
          <p:cNvSpPr/>
          <p:nvPr/>
        </p:nvSpPr>
        <p:spPr>
          <a:xfrm>
            <a:off x="4160912" y="4422616"/>
            <a:ext cx="1224136" cy="216024"/>
          </a:xfrm>
          <a:prstGeom prst="rightArrow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3"/>
              </a:solidFill>
            </a:endParaRPr>
          </a:p>
        </p:txBody>
      </p:sp>
      <p:sp>
        <p:nvSpPr>
          <p:cNvPr id="17" name="오른쪽 화살표 16"/>
          <p:cNvSpPr/>
          <p:nvPr/>
        </p:nvSpPr>
        <p:spPr>
          <a:xfrm>
            <a:off x="6465168" y="4422616"/>
            <a:ext cx="1440160" cy="216024"/>
          </a:xfrm>
          <a:prstGeom prst="rightArrow">
            <a:avLst>
              <a:gd name="adj1" fmla="val 64110"/>
              <a:gd name="adj2" fmla="val 50000"/>
            </a:avLst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3"/>
              </a:solidFill>
            </a:endParaRPr>
          </a:p>
        </p:txBody>
      </p:sp>
      <p:sp>
        <p:nvSpPr>
          <p:cNvPr id="18" name="오른쪽 화살표 17"/>
          <p:cNvSpPr/>
          <p:nvPr/>
        </p:nvSpPr>
        <p:spPr>
          <a:xfrm rot="16200000">
            <a:off x="5651598" y="4756062"/>
            <a:ext cx="302527" cy="216024"/>
          </a:xfrm>
          <a:prstGeom prst="rightArrow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3"/>
              </a:solidFill>
            </a:endParaRPr>
          </a:p>
        </p:txBody>
      </p:sp>
      <p:sp>
        <p:nvSpPr>
          <p:cNvPr id="19" name="오른쪽 화살표 18"/>
          <p:cNvSpPr/>
          <p:nvPr/>
        </p:nvSpPr>
        <p:spPr>
          <a:xfrm rot="5400000">
            <a:off x="5874423" y="4771487"/>
            <a:ext cx="333375" cy="216024"/>
          </a:xfrm>
          <a:prstGeom prst="rightArrow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3"/>
              </a:solidFill>
            </a:endParaRPr>
          </a:p>
        </p:txBody>
      </p:sp>
      <p:sp>
        <p:nvSpPr>
          <p:cNvPr id="20" name="오른쪽 화살표 19"/>
          <p:cNvSpPr/>
          <p:nvPr/>
        </p:nvSpPr>
        <p:spPr>
          <a:xfrm rot="16200000">
            <a:off x="8222116" y="4756061"/>
            <a:ext cx="302527" cy="216024"/>
          </a:xfrm>
          <a:prstGeom prst="rightArrow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3"/>
              </a:solidFill>
            </a:endParaRPr>
          </a:p>
        </p:txBody>
      </p:sp>
      <p:sp>
        <p:nvSpPr>
          <p:cNvPr id="21" name="오른쪽 화살표 20"/>
          <p:cNvSpPr/>
          <p:nvPr/>
        </p:nvSpPr>
        <p:spPr>
          <a:xfrm rot="5400000">
            <a:off x="8422716" y="4771487"/>
            <a:ext cx="333375" cy="216024"/>
          </a:xfrm>
          <a:prstGeom prst="rightArrow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3"/>
              </a:solidFill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338941" y="2060848"/>
            <a:ext cx="2124745" cy="7920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Control Plane</a:t>
            </a:r>
            <a:endParaRPr lang="ko-KR" altLang="en-US" dirty="0"/>
          </a:p>
        </p:txBody>
      </p:sp>
      <p:sp>
        <p:nvSpPr>
          <p:cNvPr id="23" name="직사각형 22"/>
          <p:cNvSpPr/>
          <p:nvPr/>
        </p:nvSpPr>
        <p:spPr>
          <a:xfrm>
            <a:off x="338137" y="4150877"/>
            <a:ext cx="2124745" cy="7920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Data Plane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149130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1BEF1B6D-EDD0-46B0-8C4B-4503BA8E5168}"/>
              </a:ext>
            </a:extLst>
          </p:cNvPr>
          <p:cNvSpPr txBox="1">
            <a:spLocks/>
          </p:cNvSpPr>
          <p:nvPr/>
        </p:nvSpPr>
        <p:spPr>
          <a:xfrm>
            <a:off x="294114" y="264068"/>
            <a:ext cx="7444968" cy="42862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400" b="1" kern="1200" baseline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</a:lstStyle>
          <a:p>
            <a:r>
              <a:rPr lang="en-US" altLang="ko-KR" sz="2000" dirty="0">
                <a:solidFill>
                  <a:prstClr val="black"/>
                </a:solidFill>
                <a:latin typeface="+mj-lt"/>
                <a:ea typeface="+mn-ea"/>
                <a:cs typeface="Arial" charset="0"/>
              </a:rPr>
              <a:t>8. </a:t>
            </a:r>
            <a:r>
              <a:rPr lang="en-US" altLang="ko-KR" sz="2000" dirty="0">
                <a:solidFill>
                  <a:prstClr val="black"/>
                </a:solidFill>
                <a:cs typeface="Arial" charset="0"/>
              </a:rPr>
              <a:t>ISTIO Traffic Management</a:t>
            </a:r>
            <a:endParaRPr lang="ko-KR" altLang="en-US" sz="2200" dirty="0"/>
          </a:p>
        </p:txBody>
      </p:sp>
      <p:sp>
        <p:nvSpPr>
          <p:cNvPr id="9" name="AutoShape 2" descr="data:image/png;base64,iVBORw0KGgoAAAANSUhEUgAAARgAAAEcCAYAAAAcH6uaAAAAAXNSR0IArs4c6QAAAp50RVh0bXhmaWxlACUzQ214R3JhcGhNb2RlbCUzRSUzQ3Jvb3QlM0UlM0NteENlbGwlMjBpZCUzRCUyMjAlMjIlMkYlM0UlM0NteENlbGwlMjBpZCUzRCUyMjElMjIlMjBwYXJlbnQlM0QlMjIwJTIyJTJGJTNFJTNDbXhDZWxsJTIwaWQlM0QlMjIyJTIyJTIwdmFsdWUlM0QlMjIlMjIlMjBzdHlsZSUzRCUyMnZlcnRpY2FsTGFiZWxQb3NpdGlvbiUzRGJvdHRvbSUzQnNrZXRjaCUzRDAlM0JodG1sJTNEMSUzQmZpbGxDb2xvciUzRCUyM0YwNjY1MCUzQnN0cm9rZUNvbG9yJTNEJTIzZmZmZmZmJTNCdmVydGljYWxBbGlnbiUzRHRvcCUzQmFsaWduJTNEY2VudGVyJTNCcG9pbnRzJTNEJTVCJTVEJTNCcG9pbnRlckV2ZW50cyUzRDElM0JzaGFwZSUzRG14Z3JhcGguY2lzY29fc2FmZS5jb21wb3NpdGVJY29uJTNCYmdJY29uJTNEdGhyZWF0MSUzQnJlc0ljb24lM0RteGdyYXBoLmNpc2NvX3NhZmUudGhyZWF0LnRocmVhdF9hNiUzQiUyMiUyMHZlcnRleCUzRCUyMjElMjIlMjBwYXJlbnQlM0QlMjIxJTIyJTNFJTNDbXhHZW9tZXRyeSUyMHglM0QlMjItMjAwMCUyMiUyMHklM0QlMjI5NjAlMjIlMjB3aWR0aCUzRCUyMjQ5JTIyJTIwaGVpZ2h0JTNEJTIyNTAlMjIlMjBhcyUzRCUyMmdlb21ldHJ5JTIyJTJGJTNFJTNDJTJGbXhDZWxsJTNFJTNDJTJGcm9vdCUzRSUzQyUyRm14R3JhcGhNb2RlbCUzRV5Rg9QAACAASURBVHhe7V0HeFvV2X6/eyV5xpKdAUkIK4SyV8JeoYyyYssJpqUFCiSWCRAg/IxSoJhRRqFlEywnJYwCJSSWE1YZBcoKK8xAIOxAQkhiSXa8JN37/c+5joOHxpUsyZJ8zvPw0KJzvvOd95z7+oxvEGSRCEgEJAIpQoBSJFeKlQhIBCQCkAQjF4F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0BWI+CvmTbBXrdwZVYPIoeVlwSTw5M7FIbmrXYucRQWzKA7Hl07FMabbWOUBJNtMyb17YWA1+X8UgW/MMzdeA4BuoQnsxCQBJNZ8yG1iQMBBhS/q/J7AHbW9fNL5zbeH0dzWTUNCEiCSQPIsovUIMC1tRbv6g++V4DRAFY53J6tU9OTlJooApJgEkVOtht0BPoQDBNwtd3tuW7QFZMKbEZAEkwGLwaeXVW2trltTLFitbAeDMFi0UPFamsglNfR5l/TuW3ryDZasCCQwUNIqWp9CAYErLa7PWNT2qkUHhcCkmDigis9ldk1ZYSflcdBdETYHhkaEdoAtDDjEyLlgRL3oscy+ZKzqaZiSlld45JkIhiGYKCDLih1N9yZzH6krMQRkASTOHYpb+mrdl7OoNkgHhltohgQf70Z4BaF8Jwe0u5zzHvyxZQrGKMDrqoqbi4NPaYz78bES8vcjb9Lpk59CaZLNv3ocDdslcx+pKzEEZAEkzh2aWkpjkn+1sBFAF0KwGqmUyKEWMeHrGgPlNYtuctMm2TW4dqq4ubV2sU69IsIGEZApwqUF7s9zyW1H0DxVVesIqIxm+Uy0BbUdh4zf8mKZPYlZSWGgCSYxHBLe6ufZ5x4vFWx1BEQz19ncfG50gblmgL3okfSobR3evneiqo8qQNjeiyu7x1uzzap6N/nqvQBbO8pm5kfLK1v/GMq+pMy40NAEkx8eA1qba6dnO9f43gSjCPjUUTsaHQdzzrcngqi1Bmjbag+6SALaS8yOL+Hfkyk/MVet+j6eHQ2W9frcoYIUHsRDNDiCDi2pvnzfWblyHqpQUASTGpwTalU34zyW6GQODbFNX/ilaXE7RmXistg/4xpx7OiLwFY6Tl4AnW0IjRujHvJ+mSDIi7Dfayu64cCA2TRDrTPWbI02X1KefEhENcCjU+0rJ1KBHznnngkBy3PEdDrg47VJzO3QlFOL61rWBSrrtnffTWVR4PxFMD974gIbzrqPAeZlRVPveYZJ1WwGvKwuOXuW5huddQ3XBKPPFk3+QhIgkk+pmmT6KuuuAlElyXQYTtZ9Kn2exc/m0DbXk2WV1UVj3EE1xKhMKws4kscdY23DrSfcO391c6nmHB8WNnMSx31jQemol8p0zwCkmDMY5VxNZmhNJ9d/ijrysninTqeQqCm5iLLhHG3LWiKp13fur5q5/MgHBVOBgP+IGPyqHrPBwPpI6xsl6vQj59/AjAsPLHRD/k6jsyvb/gi2X1LeeYRiHNZmhcsa6YPAb+rci2DR8Xbo868uqy+MWHLV5+rsopZ/zdR+LsgJvqktK5h93j1MlO/ZfoJu2mq9eModYMBTS8fNW/guzQz+sg64RGQBJMDK8M/c8oBrFle73vBamZoBHrK7m440UzdnnW4qsrmLw2KQE8RHQwZ8JS6PZXxyjZT31ddeQuIL45al/FnR73nRjPyZJ3UICAJJjW4pl2qv6ZyDjOfnUDHDGvoaMc98Vn++qZPnQFVrx+MD3yda+poK+kfgTEiWv8EvdbuXnxNApjIJklCQBJMkoAcbDHrZ5841tpq+ZiB0nh10RmflY717UO1L3eYbet3OZcysH+0+opCrpL7GqKTkNkOe9Tzzaj4MxT6a6ymBNxtd3tmxaonf08dApJgUodtTMnGC0yJNrx03qLvYlY2UcHvct7GwIUmqvarwrpycencRX8307bJVXmISvrzzNTToK5XU7GwdOKzSuuSGwRqVVVVWbEjuIwIMS2DFeInSuoaq8yMSdZJDQKSYFKDa0yprTOrJgb14F0WRm2yfHS806duQ4r+AQiOmAr0qUDM35T4bDuZCf9g5v5D2KZYFJo2LIn2NkJls7sXY3iMFxz1nqPjxSKe+sLYj1JgRBiPDplcVxLMIM2O/2zn06zjaCsrBxXVL3onWWp4q8s9REpFAvJ0C6mnFtctfDRWW2+181UiHBKjXiAU5MNG3N/4Vix5Zn8XrhLe1Y6vN0Wwi92M8Zyj3vOb2BUTr7HR5bywCMq/yb1oTeJScrelJJhBmNuWmVWHa6Gg8Cy2tfisw8ctGJgtSs8h+Fy/HQ90fpnIsBhYUur2lMdq66upWAOmLaPVI6A1xJZjhtc/8UYseWZ/97oq/wHos8mk0Q+DFpS6G042Kz+Rel6Xcz4zWsrq5V1POPwkwSSyqgbYxldT+QqYDwOYHe7GuEz9Y3Vt3FGUBlcRIljWRhVATXZ3g4g9EzE6f+v08r2DqvIqgKKoohiBkI0PG3FPcnYwIv8RWF/BfXydoumggG4pcTeIMBcpKz5XxRqAfmrxWo9M5h+KlCmcZsGSYNIM+PrTTxxrybd8BSBPEIw34C/bbv7LSfP6FUGY/D++/yqIDoh3aATSFMLJ0e5NmlwVNRbQnTpgi7GDYY24IhlR7N51TSwcz1t/S8Qj4xlTiPSrRtQtTokXt9CDzzjD4bf5NwD6RpBykqOu4fl49BsKdSXBpHmW/dUVDzPRH7q6ZdahHFbmbngtmWr4XeVXM5TaRGQy8xOl9ZFfXsy+VCXzFak3ZuZGxWAEdZw1KoWpTLwznPNJwR9BCCGkzHTMWzTXnHZDp5YkmDTPta+moglMhq0KgXRd044onbf4f8lUY/25FftbgpRYqAKmHxz1DeMi6eOd4XyBFHPxaJJhByPcEQB+PG58GOutun5M0bzF78fd1kSD2lpYLlzt9AMoZEBnnc8vm9t4j4mmQ6qKJJg0TjdfcMoWvvb2n34BnZksfHwyvJr7DEPxVTs1k3ehfZqS7nA39Arg1LNCVA/mvpJIuWoggaa6wkDwM+gTUMrMlDHwhQPK5FS97mw4u7Ja1dndrYuu83mSYPrPjCQYM6s1SXXChVdIRXhHkfGw2eXsYJMxfHsNj4GOjrYttnzouZ97/nfxRLzuR8dONsITAMabgYRBi0vdDYk8maPlnKknaSFdPJlbzPTVt44CWlCSohcknjw53z+hdCWIN4cvlQQTfpYkwSSyehNoIy5ffas/+JSACb0+XOAHEa82mVHmNhHMBkb8BneGbsQrSEeeTlDBSgGI88mInsd5RLCGDfAUBhMCAgT6l0b6q2D+ttS9+CUz0HlrKs5UQG7mxMjFGIKC0+33eR4y01+8dXyuiusBuqJnO0kwkmDiXUdJrc+zjivxBfJ+JEZxL8HEIXuTrciMBa1ZhbgWFv+Pzh9A2MJsmxTXCzK4XcSgYcZqRcE7pFleYpU//U+T8t3Jm5LHCYz8nfl/J/B0EfUyUZ3E3RbDtqPD/W/xWpfU0mVn1LEMoBJJMLGhTXgSY4uWNXoi8NNpx4zKLyhcHe4+IZ/pV8kMjGTsYKqdqzlzCCbsYhCEozN/quuhB1TYQKpew8Ckga4cBi//4Av/pCNeNu+8abbPZlfl4zq4n3+T3MHIHYzZNZSSelEDJDFesdd7fp3MY1KTq2KNgujWtikZaEYI1S9zuBf/Ldmq+F2V1+vQr+hrSSxCArO85I3wRyTZsyDlhUVA5AsiVVkW7kdiCpQUB7en2578caDwrZt5wkQbW6/TdT62695kaBVxPPqP11LQfexK1uibayqm6EyNXUk0+5WAxvrM4fWL/5ms/nJFzpBbgIM1ca2zyvcOdoYnGKETMf/LXt94aiL6iSPRxpppLo21Cwk0IR5z+kT6y+Q2RPjUXufZNZk6Gl7qqi7Cc4aN/0vAWgqok0vmL5TZJPsALwkmmSsxiqyWmopddKbl4TJsiGY6c0eezgfFYxgmUrS2rdWPCmnabQzaOpGQmWkafnq6YbDGoZOHz31SPKUnpQgfKIb2IhgRjQ/FnU+pu3G3pHSYY0IkwaRpQjec87txaqhDBJaKjDnjP456z7GxVBJWpBesmnYiVO1vxNhBmATHajM0fuevHO7GHZI11o0zp+0RDIU8RLRdVJkm5y1ZemWTHLkw0zRbXU+weSJmSPj8QZv0iBXmsXX61BMCin47EZL2IaUJgtR2Q9AVXa8uSdI9SJehnzYfoOhe48ZfDOUau3tRQr5fqQVl8KVLgknTHBhezqs/+ATAr6J1KY5QShgjMRE5zc/qo6TgKLOGbmkaWkZ0I+5eVvKqfSe532sbqEIi7gyBZ5uRI17+dFWdVjpnocdM/aFWRxJMGmfcW+18UCGcFukeplsVQSC6Sq7hmwJmN9c4b9AYFyQW4yWNAxzUrigILXiOY96TCXs0r6+euq8K/XYCDjJ76BS5pUpJnZQqn6dBhTQJnUuCSQKIZkV4p5cfpqjKK7EIpkse6QR+h4HRBIwbiGWrWf1yoF6AGC+ErPlnD7/3sVVmx7MpSNctBDotbH7tKIIG8vpnVr9sricJJs2z53M5A0jECTHNemZ1d4T1FsYfYgVT59lVZd7WQJVCyp/AvG1CY9ZCRznmxZdTKqF+srSRJJg0T1yziOEK+qMIiCRLChEQABPPdLgb6/r2sto1ZUQ+lP9TgHP6+hTFo5GRiaG+cYdkWmDH03821JUEk+ZZWnvBKVvktbeL7bs1zV0Pze4Y79lJmQL3orXtrsppnaRfoLByAIMjxrwxC5QCOqPE3fCA2fpDsZ4kmEGYdW91xQNEdPogdD1Uu+w04sowVLOXt7GAEo6adnfD8Fj1hvrvkmAGYQWIXYytrW0ZEY0ZhO5llwNFgKCrujJrWP2iewcqKtfbS4IZpBn2VTsvB9H1Q968f5DwT7Rbw2iasdRe33BgojKGUjtJMIM02yK/M7H+YEwz9EHST3YbHgECvCXQdpTpYs2tEEkwMXASnsq+6VPH2YDdWNWDsZ4+zcAuZPpdlXMB/QwMwZAKZjDKzDoUtKjKpOI5Cz/KTP0yTytJMH3mZNXsqrKi1sAlKmgqE7YnQGFmAndBJf6XSMWoAx0K4xMQnizxWm82G/KyKzbvsncJyp6ZtxykRtEQsFksBxfem7xUuEMBbUkwm2bZP2Pa8aSEbtSJdjFeG8zEhBWmLCQM+ykA0Aqm0LzSuiV3RVs4flfl2wzedygsrlwZo7h10UG3l7obLsqVMaVrHEOeYDaFUbgTjONB0dOhxpwUNvY5K8DqxSXK8JfJ7e7leOevmXolWL9OmtjFRDJjKhBEgkhcWur23J4xSmWRIkOaYIRzm0XRnwZjRFLnTBAN0ZetgVD56PlLvvhy1nHFozvzzgox/pH62C0EKijoOs51dghf36QOLR3CyGIB8gqAYAAcECYsg1MY3GoFTU3GvdvgjGDwex2yBCN2E8z61Ykm9jI1dQxxe3M/KbqXdHV2qkNZqqPHwXrIUbDuPtFQT/vuKwSXvYngJ8uMjzXjCxFsh/0Glp33hLrlWOjNPoRWfIzQsjeg/TTgcMWmh298FAotLdFHHtl3F2paiKxoIDAkCcbrci5WgBM3eyizcXmbGjCMe5rUrjbxFz//5OmwHXQkYO3vgaD7vWi94xroP4qAeplZ1O13RMHva6CO276fghwKob3uZgQ/ejflyuvAGmhKddm8RU+lvLMh0EGKl37mIeitrryGwCdsCuD8jaaHniCydOSx4hU3MAHQ5i9UoWCHppGVmMaD9clEJIyrRmba07LtiBOQf9IfQZbI7k3aF8vReue14AzcydCIUSia8X9Qt9sx8oIJBbHxhkugpZgkdfDnpWP23o1qa0OZt3qzT6MhRzAtM6sOJy2Y12nJ/yyemCFiate5po7Op1CFzspVAMZkymVt8VW3Qd0qRrSBUBCtt9citPLTjFuleUeVI7/qzJh6dT69AB2Nj8SsN7AKzLqmTpE7mIGh2N16yBFMcmAD/DXOh3TGKQTjSXvQChUUYtiN9RD/jlqY0fH4P9H53ycHTddIHRe6LoF14kEx9Qq++zra6m+NWW/AFRjrNWv+PvH+ARpwvzkoQBLMACbVP3PKAawpLwOUNwAxA2pKefko/ut9UIbZY8rpeGI+Op8XucMyqxRddB0sv4qd9SOw9GW0339HWpQnoteDhcHfjuhKhqewy5WPOneHuE+T8V/MT4EkGPNYha25sdq5V5Dw/mACWTT7Wlh22j3mDmZj7fnQfvphgCNOfvO831Qif2rs6BXt/7oPgf/9J/kKhJEojOsY+JpZ/4QUZRR0TADBz4wfFPAPUJQW0SykBV9UlaL3He5/f5UWxbKsk8H8LrIMqsjqeqsrFxFx5WANSFyOFlZfDGX4yKgqhD56B20P3A3e2DxYqvbrV3GUoeiym6GURTdF0r77Eq23XJEhl9TcZVIpCrFIWyLeITUGtxPTh4qiLCiuW3SP3Omk/AE1Y9ZxShURzovNLqeXgZKUdhRFuGWHnWH7zVRYd90bUCNfCwXf+C/an5gPbjX+AA9qEce6oouuhTJm64h6iCd2beWnaH+sHtziH1R9zXQuwjmIpBAAt4LwtqpYrxs2Z8ErZtrmYh25g0nSrHpdlfUEnp56q5fIClN+IdRf7QZ17NbgQAB5hx8LZdTofg0Cr72AjoUPgNs2Jmn08YuhEgeKzr0C6rb988cF3n0dvPZH8MYWaD98i9DK5V0HluwsRqaDYGfINeJB4z5nSBVJMEma7g1nV1arzHeA0WWnnwFFvCwVzboK6vid+pPMW6+g46F7B+XIoZQ4UDjzT1C375+DLiguch+6B8K4LpcKgToooOxdMn/hilwaV6yxSIKJhZDJ3/2uyie5y4AvowrlF6Dw7MsM8/u+JfTh22i97+a0+ispxSUonH1NWLudwGvPo/3hOdm8W4kx96QT8Q32Oo+woxoSJasJRsRu2aq1tGOw/UXWn37iWGuB5VtmWDJx1YijU6HrYljE/UyfEvrsQ+N+Q4/L16fvsjF3fKGiYSi+5K9QRo/rp0fni0vQ2fDwoOyo0jlnRAhpuj6rrH7xfensd7D6ymqC8bkqrmfGuNL6xj8OFoCiX5/L2QCGM9U+RwMaY34Bis67EpYJu/QTI+45xM5B++aL3r+pKtRtJ8Aybjso2+wAKiruMugj6gqD012YobduhP7zGmjffwV93U/QVq8CQsHNVcSFbuHsa437ob4l8MISdCx5FNzRPqAhDn5j6gA4SMAGJu7QdTJAElfuTGwjUop01tZayDJvWN2iqHGDBn8sydEg2wnmUQIdWeL2bDlYT4LfnDHZUWpzrEupV3Zy5hrCKK/wgqthCXMnI0im86nHoX37JWiYHdbd9oa6wy7GC494So6n6OvXIvTlZwh9/B70H78FCopQ8HtXWEfGwMvPoGPRg12hJbKsiNciBfCzjhW6Qq9B549Um77efu/iZ7NsKClTN6sJxu9yLmXG/jrjtLK5nodThlIUwSKhPRFOG4y+E+nTIJnz/wLxrN2viJ2I3xs3oUTVQ+x0dA1Q+58ejSfzh+eAtey60CWQrrP+MCnKw466hucTmYeh0iarCcZX7fwchB0HKwnWylnHlYzozPuJkDkvR6YWbl6+8URsxjzflLwEKgVef9F4Lcq252cGfCEou4x0L1qTwLCHXJOsJhi/y/kOA5PErGmEO4bXeS5M5ww21ThvUBiXp7PPZPVFZSNQePp5YV+XktVHJDniGNZ2383QvetT3VXy5YtLWi10yvC5Tz6RfOG5JzG7Caba+RQTjhfTQoAW0kO/S9fEs2vKCD/U9wBENkPN4PVi2f5XyD/FBXXr/gGeUq62phk+RR1P/juj3BZMj5voUUddw+9N1x/CFbObYFwVdzPo3O75I9DP7VrgyC3nPfVJqufUf075sRxSnkl1P6mQr249HgUnnwU1zItSKvoLK5MZoa9WoH3eP6A3Zd1OZoPD7UluHOe0AZ/ejrKaYDZMP3GGqlrqe0FGWMUh5dDSeYtSGh8yWxPYi8BUBWdeEDtAVZrWob5hHTbeegW4STzEZU1hnZXzymRu6pgTltUE01FduWMHsciy1ysei9jJ/JzXMWHCXc+kxG3Yf7bzNNZx/yYTh5ggZ0oFZeSWKLrgaoh/Z1LRfU1ovfUKw34mWwoBb9ndngP66ltbC8vhL0+2TJ7cfyQLlo/UP911gX51LfTBMqtIN75ZTTAvTZ6cv8+Ojle7L3p7gicsJsG42+72zE4GqN7p5YcpVuVPuo7JJPyNsgw5stpQfNU/oGwxNhlwJF2G9tUKIzB5FtnDaKRqh+iaZT8CHwHmnUDKKDDbjfgNYYybxZIRmUEhwjoQNWma/prFynfa5yxZmnRAM0Rgln0m/VFrqik/W2FlTkQ8GesJeKykuOQmuu1B096s66ord7SSfgQznagQDmSGsDYT3vhZWay7TUThrCszV/f2VrTe9zeEVmRP2mci6MwiIgwL2+b4sTUyTpAu8i8R83KLqj5RVKDeT7ctaIpfWGa2SACVzBoIV1UV+0uDqzdlCQivnJhIBe3EWMXE70PHtyqUzqDCm8PwM+sBYioj0HYKMJ6JxgBcnG3HoEizQ8LJ8PTzQKPHQi0dGTa9yWDMrIjxIi55A2+9gsCrzwGDmGhtMMbfs08RxgqAn4jvCUK9JxdsbbKeYMQEbahxXmdhXGnO5W6wl9Hg9U+KApSNgHXH3WHZY5IRLkH4Fonjk/AvSksRZ4fODmi+DdBWfIzgO68abgWy9EBAHKJA68B8Q+nc7E5Zm6ZVldrlIy7WLljt/IaArVLbU3ZJF97TyvBRCH74DtgfZtetWiDsYSx77QfLr3Y3Ln+FK4FRkkU43ZcR4ln6848R/Pg9hD79ALqIDRwhiFS+81TDCC/4+ovgHg6T2YV+crQlpqUlHcUV9NBDPydHYnql5ATBCMjWnn7sHnn5+cty5Ugz0GUgIsYV/+X2rmwDoSBEOITAGy91fdiRii0PqnBuLBsBdZsdjEBVIs6vIUPsckwUcUkr8klrn39sRKPj9T8j9ON30Nesiu4WoFqQd+gxsB56NNSx24DbWtF629XQVn1totdcr0IbdZ1nDpa/3UDQzRmCESD4XOWXgpWbsvcq9pepJHtpV57m8TuBVAtCq79DcOkr/UMqRJj9glNnwnboMb1+FR+/9uVnCLzzGkQA8IhxeUVMX3FtKTJFWqwgq9XwsI4awpl1cDDY9Qokdh0d7WBN63J0jFDEbkkc06x77w/LbhOhlPVOminuZdr/eXv09U1kZIS07rW/8W+y2RD471PGnU4uFQJpOvMjpfWe2OkXMmjgOUUwm0kGyl+zIXxC5HVARoAo694HAOLeZFMRyeD1dWsQ+uhd46ihr/4+7K5AxG0pubEe6D7u9OlIpI/lpvXQ1qxCaPn70NeuNo4kvH4tWNdTtjzFXQ8NHwl1y62MWLzqDjtDHbONEWcmXNF9G9A25yYjhETfIo5zwlnTsuf+sGy/I8Ql9uaiaWi96zqIYFrZVHp+jH3vE40Tq7gEZrxur/ccmi3jyjmCEcALM36ElIcZGJ4tE9FTT3KUYdi19/xyHxJmEHrTOoRWfIzQB28h9PUKcIvIEtC1LPOOcSJ/WhwxuAKdCH3/NfSfV3cFi/r6c6CzE3qnkWesi3Q628Ht7eCOtsg7ksIikC0fIkyn+BLEDkjsUsRxTexUlNLhRjS7mGlue/TQMxeSseMZvxOse+4Hy467QRnTPzJed9PgsjfRVve3zJl+AYgCDYxOYmwk4rU6k7hX0Znoe2L+2kJoDxFbmKEpRGWk09Y62LCKJMK2DIxl4Kd2aAeMcS/JCv+KnCQYMSFcW2vxrf5gLoDTSDxSZ1FRRm6B4tq7oiaz7zkcQQrBt//XdSwIBVF04TVhswnEDYGuGcG3SQsZT8naTz8aux5xBOl1vFJViPzS4uNXy0aCRCYDccSyWgEaGPTB95eifd5tsB4w2fgnbBybMAMz4g3fe2PcQ052A4K4P9GXWVUs6WjXHh1qmQVylmC6F8ryqqri0fbOv5FCZxBT1ljgFp77Z1j32De+9R4luFN8giLX5vY2tNffiuDy9zdXEqlRiv98a+z82MlSwoSczqefQEfjv0zUTH4VkUGACc/k6/hTfn1Dnzikye8vkyXmPMF0g89VVTZ/qTJOQeBGjTCRmLfJ9BcncdTJO74qoz5cgac4eogjSHcR7geGj1OMzJLp+BD0Fj9Cb76EdhHgUFwyp7EQ4NVB8x0B+7U0f74vjV1nbFdDhmB6zgBfcMoWGwOhnTQtsJOqKmNCGsaAmXQFW6tMowj65viODEX4NH3NJDKD0lRKln2ImSVBBMUx3LjMtB58pPF8KyLzD3Zpc9+C4Htv9CIYseNStxgzaKqJJ3FxnAq+9QpETOA0R8rTSv9fwAAAIABJREFUGXjIUVBwGd3x6NpBAyEDOx6SBJPIPLDLVeindWvBhvtA2ot4aVHGbmtka1S33xGKvSxqitiUKcjctYN5/xf/PLGDKb7oWojL6XQWkZkytPLTrovuFR9DXHwPRiHgC7vb0z+L3GAok2F9SoIxOSHe/5u6DbXwSuAX/yWTTZNeTeQ5su1/GCwTD+669IySizrZnYuPuG3uPyC8nzcfkUpHdOWYDpOmNtn9C3nGMeiDtxF840WExIvX4JcvHJJgws6CJJgwsIhk9j3/s4jdIV6lmtd8sJG5d+yZwV7bZC+D7aAjkHf4caDSFL3Kd7RBW7vGsKo1jiJv/Ld3WAUi2CYdAnWn3Y28SyRekkxa/saDn0gO1/H0AoSWvZlRCdp0xmdl9Z7+CafiGVyO1h3SBLNx5rF7hLSCWcw8CWC7QjScCYWGxUKPQoYJKwm3/IxdBsLvyPCWTtIxRV+3FsFP3kXo7VcRWvW1iEnQlV4kWhJ6cT8lDAMVxXgBs+xzIGwTD06OX5OmoflyV3ifqkGeFUkwkSdgSBHM+nMr9reFqEIHTiWdRzKRVXwSHNUGfpBXr8nuhfFZwRnngwqLTLYIX01b/T2CrzyL4AdvQ2/2DihvtTC0U8Zth7yjphjGcWb9mSINoPlPM8DeDQMaXyoaS4IZ4gTTVDPlFBXqLJ2x56YcRjlHrOI5O79iAIHuO9oNQ73O5zxdrzDJLKoKy4RdDevigWQxaLv3RgQ/fDuZmiVFliSYIUowvprKo4n5Bh3YJ9useeNd+QVnXQjb/ofH28yoL+5VOp6Yn3LfHbLlIf/k6bAd/GtAERmb4yudTy9AR+Mj8TVKQ21JMEOQYHyuynowT88Fz2oz30jx5X8zEtXHW0SMljb3renLT0SE/MpTkXdMZdx3M8F3XkPb3L/HO8SU15cEM4QIRrgGjHWEPgPxkAk+RaqKoiv/YcRyiacI/6W2ebfF0yQ5dRUVecdNQ375KXHJEwTT/mgduHVjXO1SXVkSzBAhmLUXnLJFXnu7OKTH96WlegWmWL5h6PZ/10HEkDFbQl98gnb3rYZNyaAU1YKCqjNgO+IE092HvliO9vl3QORSyqjC+MJRLw3tws1Jzlx28uyqsubW4DIGhI/RkCrW3fZBYfXFQH6BqXELj+j2+++E9l3/OCsRBQi3hS3GGrFbehrZifoiPIOIgCdenYStilkzfRF+oUgc7UZHDrvQUx8jf9LNl2VcJkgCrSupa9hSZBkwNQEmKjFDaa6edqzOvDzVSQRNqJNwlZwhGJ/L+Q2AbRNGIkMaiiDcIm4KCooQy+9JhFIQYRPyK0+DdeJBpkYggk21P3Sv4bNjulhtRvArpXSEYWwnYur2LgTrfodCHTOuK0PAa8+bft4WaWyLxO7LJDl2LHwAoU+WxXyOZxGi37sBgpSiRdUzjUHUiszEeKSEtnCR2x05YI7JzkSmjKay4CKFsT3ZtKMddy8RazsrS04QjP9s59Os47jIMyCWG20kcCcDbdBpJam8Xhf5bHTkESm7ieBUBIiwaIrIcTMYRnXWPSYh76QzU+o0GPr4XbTOucm0pzEVFht3JSJQVOvd1wPBQESYlS3HIr/894ahnRHsKZpRXg8pha5LTBNkXF8Zs+H13eF5GPrPa+JqmlhlbobC9fYtm6+k2pc74pUhLMj91RU3gGgWgEKxVkvdnoEZNsWrRJLrZz3BeGsqp5LOT4R5LWoV4QVDrN07vCD0Eu56ZiNqaxWqrQ0ZrgC1wlq3FqitNdJ4drsH/HzBKSMLOjvKdY1PhsITwWT+YmMAkyPi0Radf5XxIaes6Dpa//EXhFYuN91FwannwHbA4dh402XGc3asIo474tgj7Gk6n3rcFMmI41XRuX+O6w4plh49fxfJ3EQA8TSWIDPeslmUmwrnLHomVppY33lTttMDymUK6FQAmwmFgQdK3Z4z0qh30rvKaoLh2sn5vh/tnxLRdgYywiRXIb/O+KcDI68cyHbVIJzZVY7OjaERHeBpAJ0D8NhUPXtbJx2MglNcvWPLJnm6ta8+Q+sd15pOzyqcFwvP+TOUEjuaL+oTa1pRoBQVg9vawCKwd/duRVFRfM2dhi9S6+3XRM9i0HMXM+tKiOyTqSgi4l/LlTNTITq6TLEeCUFmWsukNwGkEeNnVrgFzNsTlCKCEQpTpGzo9S0yod2qqAcUz1mYPakuw6CR1QTTfHZltaaze9MgmIgW6CG6NBWXYuurp+6rQPMoRsbH5Bd13HYoPPsyKCO2SL7wTRLbH74XgVefNy3fOukQiOwEIjdRy8VnGnFpxEuVuBsysp7m5Ru/CQM6BALQfvgG7Pei8Lwrjdg17Y/VI/C//5jqz3rI0Sg87RxTdeOtFHj5GbQ/6o632aDWJ+D2ZOVVH8yBZDXB+GY434CCAwHSWadLS+cuSqkVltflbCDAmaoJy/tNJfJOOLnrg01yYCvhqNhiOAt6Tasv4uzmVZ4GYkZL7SzjnoQ3tkAX/kAi+LdIVaKoUIpLjMDevLEZ3OwzCEb4RHV4/oXOZ54w1Z86equu3VISQz6IC22RpqXtvpvBHe2m9MiESgxe/hV+2G+S+70BXxgP9niylmDaXZWHdEAXQVeHWwj7Datr/DTVYG6sqbhYY+WWVF4Aq9uMNyLmGz47Ii9RNKIRH3ggAMvW46NG2Be4iOfjjbXng9n8S6rtwCNQIHYVqgWdSx5DxwuLjXxH0Ypl5z1RdGGtUaXt7r8i+PG7pqZFHKkKzrwg5mWv/v3XCP30Q8RwEN1ZENi3AaEvVyD44VumL7RNKZriSgR0UkDdq2T+wl8C7qS4z1SKz1qC8bkq/wnwEapqPWPYnAVxvLkmDqf/bOdprOPBxCXE2VKQS9QIEV0/Gvc3IlRDhDxIoo646Gy745q48h6JGLuF5//FyGMkdgOtt9caO4JIpecxTwQH33jtBXHZrOSf+FvkTfldRPniWb7l8mpjlxTdAT5zw2pEXQFGrhf6rcPdsCDOlZKx1bOWYNbPmFJhIctOjvqGm9OFblfg8GBnuvoz24/Y9RTNumpT9sXwrYw8Qe5bYr7qiJi/4rlc3Wo7WA6cDKVPDODAGy8i8Opz0L79arN9iQh0ZTtgsmGVq/SwJhbpX0Xys9DnnyD4/pubiCHyqMTxMJr7AHvXY+PfrzJyN+VaIUJIgTprWN3C+3JpbFlLMKtmV5XNsy9orq1FKJ0T4qt2doKMW/+MKcJWRaQNEfmUwhWRKzrw4pIuT+QotinW/Q5DQcUfuiLjRQrDqWmbM0KK4491171h3euArr7Fka5vEQZvgU5wix/tj/8TIl9RpGI7/FgU/L4m4u+GY+b9d2RkTJgBLoY2QL/G4V6cQZniBjiiTc2zlmCSM/z4pXhdFd8RKON8nYZd+Q8juFOiBGM79GjkC3IpLgG3t4IKiowdR+jblcDGlq6Ur2O2BhUPMy56RewY4SwpMjYW/K66665IZIP0rYf2/TdAYaFxlyQcMYV1r7ACFulpOx6p65VTqae+sQgmsPRltM+/M+YuLP5ZHbwWzPgOFvXC0jkLPYOnRep6lgQTJ7Zel3MxMab0tlqIU0gKqouXG+vuke1Ioh2RhBtA/u+qoRQUIrDsTXS+uAQFzj8AgU60L34U+pofDI2FEaAIaiUIo/PZhV1HHiIUX36LYb0b+O+TRs5ssVsRz+0ilQl3dhikIGxcbEeeCIRCaH98HkIfv9cPhVhHpMALi9G+4P4UoJd+keJ2TQO7O6BfmS1pYBNBSRJMnKj9PKPiTJtKc/vG7Y1TTNKrC3+kvGOnRj5eRLrkFQRx5T+MJ+eOpxYYKUDEMcp26DGw7nsoAi891StFiXhCN3Y5zV4jraxBPCO3hL7h517+R8IxUhCMJry2H55j1BPpVkRaW0FQrX+7HCLtSM8iyEtE5otU2h+8G4HXX0w6dmkVSGgnYGFHfsHFWwyBHEqSYOJcXSK7QMvqD1r1LuvLjCniklU880YqkZ6pRVaCollXIvDmS8YOpPuORjhcFs68HLpvA9rqbgFEwG/xYrXbRFj23Nd4+hUvS8JpMpwLQb7zD7Bs/6su0vr8481qiYtgy857IPi/5xD85JddjHB2LKy5FJZd9oowBEbLpdOhx2HHkwmTQ0Q6s/4Ng16zEP+tuK5xRSzXgUzQO1k6SIJJAMlM9NyORTCRDO3EUUYEf+p6GeodvsF28FGwHfRriEDgwmhOeG4L+5z8384wyEPsQFqEbU3PmDJEBkkImSK9SOfLz/byZhZP3iJLpe5vQuCFJZvRt4zfGYXn/Cmiq4TYIbVceU4aPKPNLwiRcA3g5wF1vaJy17cUAgKk6QpxE7Hlp5BV/779Z9vKcQsWNJmXnDs1JcEkMJf+syvfZJ0PSKBpUpuIC1SxAxFHGUEEwps5Wml/6B4EXnuhVxUaVoK830w1jh76mlW9m4v0I/sdZsjmZj8C7/wPpFqQV/F7wzZG7GL85528+WikDB8Fyx6TYBm/k7Gr6XzlWaC9jzGqLQ+2g4+EeMLuGTLCdnQFCk6K7Ncn7nva6m9F6OsvgFAwqTgmIkw8xmnFoa1G3Pbkj4m0HyptcppgRFwNWrAgqfEVReoTa1B5msHpzZPac0UKR8Mtxnbdk+wxEcrI0abWqwgwJexI0NkzkgAh74QqhJa9AW3TZW5fYda99oftGKcRqkFv9sO6y55dOw1m+C/4vXHfrWwzHqKeeC0Sr0vBD9+JuNsQtjbipQr6L1bFRRdcHeV41KWRcEUQl8MBkavpq8/6jMMUBEmrRIT19jrPyKQJzFFBOU0w3pqK5aQrn7NOs5PhAOk/p/xYDinCuWZQYnSIewrLr3aH7bBjYNl1n4T8lYQ1rjB+61lEiAVx1yKsbyMVslhg2esA5B05xSATsXsSpWPRgwi88V9j9ySM8oIfvRv3MUY8Zxed8ycjyJbZIgJJBd99zcgyKY5wZmPPmJUfsx7Ro466hgHkiYnZQ05UyG2CmVHxCil0qDC3Z+JPVCh/L3E3PBDvzPlcvx3P3PkgEQvHyrRjJo4jtqPLYd190oBjpoQ+ehet9/UOOCVcDISXdKygTOJupXDG/0FE3RPGc+JFyXiGfvAehN5fGtXPSRm91ebn7r74F519GSx7J37iFHqLS2qxc0p6Tqfwi0ULMCaNqvf0De0X79LK+fpp/1jSiWjzedN20gPaMgBGsNpNHiotpOMTTcWLwVDw31vOe+qTcDp5XeVHEOhIguJi8IgYzi8pGZZwHMw7usLI9wzhYZ2kIgJBdSx+tJc0yx77QvgeCWdCcX8iiKO7KFuMMchNXNyKXU7gpacRXPGRYXcjLoJpmN2w0BX2M8JmRrwuGUXE8R09zojQJ7yZ++6cRBUj5W3NpVH9qEwNW1gMt200fKU6nl0ITdzVpKgwc6uD1AnkXpSOMHkpGkV6xOY0wQgIfTOm3gtFDxNtiHQQd4KxEYQOYvqJwcLW3QFGMRQUgTl/MHYsQm/b5OOQd+JvoQyzJ30liLuM1rpbDBuV7iJ2McrYbbriAYvE9eIiVaR+FfFfxD95BUbc3M7/PQvti+VdRxJFgbrVtrAdfpxBEJrICClCNnS2G5fCglSMf1r8YWPjihAPxZfdFD0Gjq4bNjbC1sZsEZkS2u68Dtr3X5ltkkA9+lGDVq+z+ujI+obUsVkCmmVSk5wnGAG2v9r5FhP2yyTgo+lifHhX3ArFMdyUyuK4InYdIhi3eGomRUHhzMtEeL+I7cXH1zrnZnBT7xQg4vijjt8Z6lbbGAQjFoje4kPos4+iHqFEyE9BNjRySyi2PGg/r4H247ddWQbCFCM8w/TZRjDxiEXE1H33NQReeRaW3ScZmSvJ7og6rm5ZwaUvG35LqS5E5Nd13OEI2m+j+fOFm7csPRAYEgRjkIyr8m0G75sNsy+eeQtnXxMx5snmMQSDxtOxuGTVVvYOh1N03hXGRxmtaN9/bYRgEPYtaS2qirxjYydeC339Odruvn5zojWRMsW63+GwHf6bmKlOgh+9g7Z7bkjbsBjcSkx/ddR7bkxbp1nQ0ZAhGDEXXlfl4wSObIueIRMmnoCHXXuPkYOoXwkFEVr+vmEYF1zxccQo/+r4nVB80bXhPZx7CBUvMO2P1PUjqJRBYctD4SkuWA88IkYwLUbrrVcgFC7+DBHU7SYYOxrLpEOhFA/rp+5gpZlViJ8oqWvM+DWWsvntI3hIEcwmkjlfAdcykJZsAYlOpLhAzSv/fVdkO5Gg/ruvup5l330d7G8Ca1pM0XnHnQRhsh+riB1M5+JH0fnyM7GqDuh3cYwqnHWlqRS34lVIGAYKY77IhQCbDdY990XeYcdCnbCzcXwSr0qtt/wZuhGYKv2FGfNK6z0z0t9z5vU45AhGTMGGc343Tgl1XEegaQCH2SZkxkSRo6zrY2TuetnZ2ByXvQflF6Lg9HNjhqHsYjDNcGoUMXS11avitmWJhpiIV2PZbR/kO081XqpiFUEMrTddGl+K2MIiI9C4Omo0gp8siyv2cCx94v1dvFYqpFxlr1t0fbxtc63+kCSY7knsqK7csQOoZugnKQqNZmbbYL0apWphKWPGoXD6RcYFrJlixID56F10vvy0sRPo+Vxtpn3POkZK2Qm7Iu83Tlh22MUUtKI/kcNI+ybbH2bID9gmOtz/TuVTVrxTkvb6Q5pgeqItjOkIwdPA+q918HgQ7AAVCIBEpseeReQJJZ1COuBXCM0gflNn2ouYd8u0ODFCb3HcKph+kWEgZ7qEQgh98QmCH7xteEMbr03Cg3qTV3VYOYoCsuVDcZQZZv/W/Q+Duu0E012KWDFtc//eKzyE+caZV5MIt9vrPLMzT7P0aSQJJgbW3Rkfe/1lRv8k52svOGWL/PaOTwfVRynKWNQddjai/Yvn4USKvrHFiAEjAlcFnvP03tkQGb5KtokHQdlyq4SN5joWPYTO/yxKRL2MbEOAz+72ZPRdX6qBkwSTRISbXZX/1MFnJlFkUkUJy2CRPVJY5iZaRE6k9rl/7/W6o5SNQOHsa437j4QKMzqeehyBp5+IvkNKSPjAGolg3NDUimBeaIOi0wRotIcqXEaYJjGEIWbkQswdKujA4iHsUiAJZmDrb3Nr7/RpTqjaI7TJLSFJYpMuRvgEiRi6lp32SEw2s5HYXlwIdxfh2V00u9bwpI67hIJodd9i3Puk3WEx5u6VRQLze+zuxvN6VhUpizeusW+vsrJrELiRmbcPl1JYRHSwgC4a5m64M25ccqSBJJgkTGTLmVWHa9bg0wDiuORIQscJihCWwvknnGy4IyRSRPqT4Htv9CIYER5T+BzFU8TzuLhzCX3a27s7HhmprEuET+11nl1j9eFzVVwPpnNBcPSvS/c73A1nxZKRq79LghngzIo7Gl915U9EHPv9dYB9Jbu58CEq+O30yClKInSYDIIRl8atd13fFWohAwsD7SE1eOjIOU/1j04eRt/VZ0zZqdCmPgJg714/E9501HkOysAhpkUlSTADgFnE5/WveX8VmMx74g2gv1Q0Fc6N+SdP7/IJMhmJYkAE09mBzucb0fHsoohWyKkYZ1wyWUChXGN3L+rKgRtH8dc4lzNjl+4mDP641N2Y4Hk0jo4ztKokmAFMTHNNxQKd6aQBiMiYpurW4w2rXyPodgyiSYhgmA2fKRGgyjAYzODCxP9zjN77SKqtTSipX5OrYo0C2lIY3JGuP+qYu3jIBqaSBJPgQm+uLj+LFapjJkuCIjKvmcVqGOSJ9K3CQI5s4Z+04yWY0Kfvo/OlZyD+LWxdMr3ooEPL3A2vJapnc03FFGbFw8zERLeXuhsuSlRWtreTBJPADP502jGjCgoK32ZgmwSaZ3wTwwJ3+x1hO+QYWHbaHSKG7uai612vPn1fkS661jCw23w0EPFzv1qB4DuvIiRM96OE48w0QEIdoa1GPDiwYN6+6orPmGgsgy8pczfWZdoY06WPJJgEkG6qcd6gMC5PoGnWNbHssLORtcA68SBAtRixe9sfq4f2+S/BqkTqk6Lz/2LEgkGLv8vb+7XnDYLJxqIS7zqsrrF3/Is4B7JhxoknkaIeFSwovHooJFiLBI8kmDgXjqjuczl/BpB1r0YJDPWXJkSw7rIXaMzWCInYtz0SoIlodiL8gshZLeKwiJSz2VwY+q9L3YtfGugY3nVNLJzkfi9yJPWBdpAF7SXBxDlJ62dMqbCQ2hDOsKqvKGYGEX2lQX8Imv6jRbXcx0BXOH5ZMhYBZrq2tL7h6oxVMIsUkwQT52R5XRUfEij2syNhPan6aSWj9nmh+zVCWPuSqj0u/A/j7FZWTyMCDFpQ6m44OY1d5mxXkmDimNrHq6psR5cG2yj6LiTIxI1au3ZhuItCn6uiBkx3gjIrt3UcMOR8VWb+tJ30w8e4l6zP+cGmeICSYOIA2D9j2vGsaE9FbMLwWS3KqUVzFkWuI0J31kyZRbp6qySZOMBPZ1Xmjnwoe+bLbAEDRl0STBwQeqsrHiCi0yM0WddZULC72RcDb03FmcTkFqmB4lBBVk0TAlZVOTHWH4o0qZLV3UiCMTl9L02enL/PBMcyJuzctwmBVpaM2XOXeC0/m2oqphCThyCcdmXJLAT4MYe78ZTM0in7tJEEY3LO1p9+4lhLgWUluCtL5ObC8NnH7jUyXnLpbt86c+oJoZD2BBNFjS1iUk1ZLQoCIlecSXcrkWv4h+d8lvEnL1iwKU2lhDYRBCTBmERNxO/tJP6Ee7wAiYBCwWJthxG3DdDq01XxGEC/NamKrJYAAjrzCkVR5oP5CgD985z0kUki7LmKP5bN8TycQHeyySYEJMGYXApraip2yWf6qPsFSTiysYYby+Z5/mxSRMRqfpfzKgZfE8ff14F2OaTaE6gDauiIkjlL3m6uqXyUmU09QRPoHbu7IWsygmbipEqCMTkrLTUVu+hMYgdjYMaMtY56zxjxl86kiIjVvK7yhQRl6kDlyPbhESAgGLTyoSPuaXzr5xknHp9HlgY2ZSZAusJadUn94n9KbBNDQBKMSdyaXJWHKOBXRXWxYHXov0mGObmQ56uuXAXirUyqIqslhAB/Za9r3FE0bampbNDB5WbEMPCDY8xe2yV6x2amj1yuIwnG5Oyur566r4X0t43dC+ApdXsqTTaNWc3vcnYwkBezoqwwMASIL3HUNd4qUtQAnR+ZDXFKoKfs7oYTB9b50GwtCcbkvPvOm7IdBdUvWIeuWqzHDJuz4BWTTaNWW39mxf6qlZbKiUgGmjFkEP3QmZ8/SdgqGUclxfKUuEszU0SOo5W86oqh7rxoBquedeS6NonYateUEYVQPgPR+/Ym64mUpOdLf7XzaSYkFn3bpO6y2i8IhEi/akTdYiOlq9flbADgNPsREPCuolovTtYfl6EwL2axHQpYRB2jcL0fj3GvaazUjKhf9E4yABHJ2vLaOsT9SzzOjxqI1ExL8ZEMPOKVYYSkjLORyBRQUufZvfty3lft/A+AY0wLIrSD6bHOgvzLR60OeZP1hybOYWRN9XjnJ2sGlgpFfWdPvddx36JzkiXbN6O8DoriMiuPdf6flodL1QBVg+gsAg/l+ftC15SLFAvvBuabzGII0MagGpjcM1vAJheQ0+LiKwYzkVez6seL1ynz/Q+tmkN5gcY90zy7qoxuW9AUd8MwDXj26WP9rc2fmTH6Es0JaLG7PSXif6+cdVzJiE7bGwSKmbMnGbpmkgzxggcF0+33eR7q1qupeuo5KvFdDDbjcsE64aayut72S/6aaROg6w8yYT/EkEPAeh3kIVvoBsfdS77JJHwyTRdJMIM0I74Zzjeg4ECT3esWqBcXuxfeJuqLj4FZXwrwL0FwTQrK9mrMeKe03tPP+E14qCus3mYqoBfjP456z7F9seBaWFrXTtulLRiamKfysdCV0SzsnBQw6WgDKe+wFni1IxD4eMuHnhNRDWWJgYAkmEFYIv4a5+2s43wzUfHEBOlMDaX1DZsN8bwu54UEGGQz1IoOvFXm9hwQbtwbZpRfrSpKzFxGzPxtaX3jdkMNu8EYrySYNKPuc5VfClZuAJkLncnEn5bWNfY6CvlqnC+BMTnNqmdGd4z1bUHt0DHzl4SNKO51lb9HUPaJoWyLY9NxMzMGlbtaSIJJ49x2xYDBPLM+Rwxe7nA37tHXHcFXU+kDsz2NqmdMV0QIatD+WFa35NFwSomXOVt7++poITBEWtjVXuuoXRcs2JgxA8tRRSTBpGlim2ZUnKsqdFe3L1O0bsW5n5hvcdQ3/qlvvZYzqw7XrKHngbietn8RQ/wToLRBUbaBpg1aAPJNT8zvqyrPK7YEHvJ35v8d4BlmpkPX9TllcxdHfM3zVVfcRESXRTGia/3Ra91SEowZtAdWRxLMwPCL2bqLEIJzibCDiEcSszC+UNhyacncJxrD1fW7Ku5mpnPM3N/0a094Hpw3c11e87qRbBluCagTAuByIuU4Yt4+pm7JrRBUteA+w+Y9ZSRY+uaMyY7hNvsruomA6grxEyV1jVXR1PHVVDSBqTRcHQa3rvbaJMEkdz7DSpMEkyKQDX8XClxHjEoGRw0mRTAsWjaC6KF11vY/TbjrmYjJm/2uyrcZvG8Can9g91r3j2QY5q+p/JKZx5uXSx3M+nqFSBj+hRj8MzGGM2OCGfIjkA41dLB9zpKl3X16p5cfRqoi8hFFfW6O9JLUU3d/dcXDTPQHSTDmZzQVNSXBJBFVrp2c710zrFKFOguM3XRgWGSAhZ0WBRj8jR6iBnIodaV/X/RdLHV8LqeIdD88Vr2evzNzq4O2GEVud8QkYC01lVM1ZpFSJeaxiYBOTef/84f8/9pu/su+Xh+2q/JJBp8QSz+xmVPA99jdjef1bu8UT80XRmvPwJelbs+EaHVaZlYdrmnB54D+2RvkDibW7CTvd0kwycMS3mqnOAr9sWcgbxKhY4xlpZgJAAANhUlEQVQLBwZB6WRwC5g+UQme9QHvg30/0Fjq+GoqgmAyHyicSRimneCoa3g+hmylyVXxqQL6VSwdAKxr2agePO6RhSv71t20CzHlCMrQl5W6F0/sK8PncnYginc5EX1tr2uIudvyVld8TUThnqPlHYyJSU5GFUkwyUCxjwyurbUALxsk8PLLwLqRI/WqBQtC4v8PJEDVhnN+N86idX7LbMpitUsrxp8d9Z4bzQxzU6YDE8GVKMjgS0vdntv7yhW7uObVpd5Yx8JN7XxfYtXYvh7Kza7KJ/XouyBh1eyIhaXXVfkPAs8OM/b2H+UrkpklMeA6kmAGDGH6BBgxaRR9KdhsFgJeH4S6x0j3ojVmtPy52rmXjSBi3sR2voxAXFxVZfOXBpcD2CFWnwxuduQFxlGfOycjNEZA/SrSi5vRbszew2MFgfK5KqsAfqzvnQ4DvlK3J+wFcCyd5e/xISAJJj68BrV2c3X5WTqUuWYuUQ1FNwVYMqs0u6aMaIHlvzp491htGHRbqbvhon47GEDxVTtfIcIhsWQQkb+kybIVhbFH8bkq1gC0ZXgZ5LeP2XNEbIL57XjmzteJsEVPOcS0zl7fMCqWfvL3gSMgCWbgGKZNgvDmhq7PNNmhzx5wbEfz5/e6hI3V1uuqfJzAUZ+Au2TQIoe7YVo4ed5qp0iNOyvW4tJBP5aO2XPbcEThqymvg664wodRMEcwQjd/TeVrzHxwTz3DWUfHwkX+nhgCsdZAYlJlq6QjYNxt/OhYZDY4FTHuttd7ZsWrSLOr8m86+JJY7YjodXtdQ9hdipFil7QnY+60Ijgdir590088EhbLs+D+mS8Z8DvcnrJYdzBCTrOr4j4dVNOLYHQ8UDrXc0asMcrfB46AJJiBY5gWCVxVVdw8PPg46yai3zHY7vZYiOLPeLDhnJMOUkOh12MOinmpo74xrDe4QQ6qRTwRR7ZnMd6p6U+OuoabI/Xld1Vu4HAe4wyfo97cHUpLTfnZGitzevShMeiiUnfDnTHHKCsMGAFJMAOGMD0C4iIY4p8cdY2jE9HMcMaEEvGj75YZLRC2QTCK5floOxgi7igZ7S+l2pfFk3TY4nc5P2fAyATQsxDjO3u9Z1sz4/PWVE4l5oU96vpULXhotwWxGRmyTuIISIJJHLu0toyLYHRljmNuYpH3/C6n8JfqZfwWdqC6/nfH3MUXh/utZUbFuZpCd0cDiJlfKq1v/HW0Or4a53/AOKZfHaJvHXUNpsItiNS8gZD+ZHfKWCL61F7XMOQCdaV1sfboTBLMYCEfZ78vTZ6cv88EE3cwDFYV3m1YXeOncXZhVPdVO58F4TfR21JQZ+38svrF94Wr53U55xFwVkQZzB0arEcOr3/ijWj9eF3O+QTDcLH3Dkahpfb7GkwF62qqqZiisOLpjlLHjLtK6z3nJ4KNbBM/ApJg4sdsUFowoDTXOB9gxqnRFBAhJe1ujy0RJb3Tp24DVX+RgKhWskxo7wBPGh2GxISePpfzXQL2jqgDUYOj7pcAWpHqRTKUI+B2u9sTzoCunyhBMCpoETMsIoVsMKhPHnG/jKGbyPpIpI0kmERQG6Q2G6rLz7KQMjd6yAf+yuFujGnkFm4IwpDPSvpzDDiiDpH4W0dd+IhwYqe1944OEbe4IJwM4RdlUbCfmR1Wi6vyfI35jj5P1QEF5CpxNzxgZhqMHYxODSLAF4M+cXgtE2UmADPIJaeOJJjk4JgWKYYDXyj4UtTL0wFkIVw/Y0qFqige4d0ddZdEuMNe5wnrkCgCoze3BteHI0EhVSGaNqyuYZEZwDbWTDslxNq/ekX7J/ZaFMvk4jkLRWbGmKXriETiktfKwOxw7g0xhcgKCSMgCSZh6NLfcJ1r6mgL9B8iRmsj6KpO1w+rb7g6Ee18Myv+DI3+Gr0td2ps/XWk+5NNT9QvhN+94EuHz7qr2R1Em6uyqpP539SD8UTyM7vbYzpcRdcOBo+DSLcXFGxPdzy6NhFsZJvEEJAEkxhug9bKV+0MRYrnK8IotBHvE+5uxIzCvurKRSCOmnNbYXqwpL6h38Vrt/yW6sprNOK/hOmPQ0E+MJ77D79r6u911v5F3U9AxlZGucbuXhQzsHd3/15X+REKFA8Yr9nrPTHDSJjBSdYxj4AkGPNYZURNb7WzlQiF4ZQxfHvqGkxZuIZr762uWE5Eu0QaqLhADkDZJpLzpLA29q9xLAbj6J4yjA0I4T57XYNZNwej+UaX88IQ47buExuBOxUtNCkeG5bVZ0zZqcCqLgl0dkzb4sFnTR2rMmKic0QJSTBZNpH+audbXcnB+hcGe0vdjQnlSmqdecLEkGZ9hoGRkSGh+x3uhojPzyKZXHNr8zsM9DLyY+bVjrF7bxPLObFvv/6ayjnMfHb3f2fmF0rrG3uRV6zpY5er0Id114dzzIzVVv4+cAQkwQwcw7RK8FVX3sLEF4ebOJF32V7nSciIrLmmYorOJEIbhN0dAYiZ6mNT/GER8rKneqwHtT+U3R8+C0A08ATBgLmm+8K4DdrIMe4lIqJfXKX5vGk7ldy9MGyak7gEycpxIyAJJm7IBreB4Uioao3hnAAJvNzubtwtEQ2bXBU3KqB+WQyELCN+rsJn9EzXGq6PppoppyisPtLrN8KLjjrPUYno5HNVLgTYSDhHTEvt9eaM6xLpS7ZJDQKSYFKDa0ql+lxOEbt3676dDMQMvslV8agC+l04xRm0uNTdUBFrUN4ZzgtJ+SXjJDEFFIvlmGFzFpgKodlXvjDYA2MiFITsnY6R8YaeiKWv/D31CEiCST3GSe/BW13xABGdnkyC8c6oeIUUOqyvTHF/UlrfONbMIPwu51UMXNtdlxmvltZ7+sk0I0vU8VY7vyXC1jpRXVmcF8Rm+5D1UouAJJjU4psS6eIookJ9UJi/9+xgIDsYr8u5kvqEuSRCCJpaYZ+78GkzA/G7ymsZSpcNjvAZULi8pK5xiZm2fevU1sJy4eqKFToQunNM4261tTBiGsuSXQhIgsmu+er6dkVsmLLQB33zGCWdYIB3S9ye/c0EdhJ69SQY8aQdtPKhI+5JzO/HO718b1ZpekdAvztSHuosnLohp7IkmCyd8r73HWIYAyEYX03FGnDvGLg6ab+PlAM6HGxel/NCwuY7mLagGjxs5Jyn3stSiKXaSUBAEkwSQBwMEcJtwAptBUAl3f0PiGCqnV7QL06ORPRTSaFlV7ptgXBcNFWEL5OFVI/xSE3sDVlwXKI7GFMdykoZj4AkmIyfosgKbkr0Nn2gBMO1sPhXV2zoSVY6uK7M3bjZyM0MTCJdLnPHh0RUxIy1OixTY8V8MSNX1sleBCTBZO/coWX6CbtpqvXD7ti3xPjMXu+JaOofaaiCYJpXO9f1DNOggw4tcze8Fi88vhrnS2BMBvgnja3TJMHEi2Bu1ZcEk+Xz6auuuAlEl4lhMNHXpSZSqvYdcl+CEa9HJTzKHi2XdSTYNpxdWa3q7CZgbYjlDibLl9eA1ZcEM2AIB1+Ar6aiCUylIql7qbuxOF6NBMH4VjubCBi2qe0HDrcnckS6KB0YmR0doY0MfaXNYju9aM4Ceckb74TkUH1JMDkwmetryq+0QLmGmNpK3A12s8/KPYfudzlXb3ZSjCOfdTj4DENAhSYUKnkX2eb8e2kOQCyHkCACkmASBC7TmvmrK98E6SNLimz7xfPy0z0On8u5DJvi6CoBdeeS+Yk7B4qwDb7VjnsKmG7Or2/4ItOwkvqkDwFJMOnDOqU9bTjnd+OgdbiCoeC/t5z31CfxduZzlS8EK1OJSC+pa7AmkrStZ58iTEIidzjx6i3rZzYCkmAye37i1k5Y6Cd2RCq/mqFeDPB6h9tjKudQ3MrJBkMOAUkwQ27Kww94/bkV+1uDyl1gaDIsglwUyUJAEkyykMwBOc3V5WfpUHd21DdckgPDkUPIAAQkwWTAJEgVJAK5ioAkmFydWTkuiUAGICAJJgMmQaogEchVBCTB5OrMynFJBDIAAUkwGTAJUgWJQK4iIAkmV2dWjksikAEISILJgEmQKkgEchUBSTC5OrNyXBKBDEBAEkwGTIJUQSKQqwhIgsnVmZXjkghkAAKSYDJgEqQKEoFcRUASTK7OrByXRCADEJAEkwGTIFWQCOQqApJgcnVm5bgkAhmAgCSYDJgEqYJEIFcRkASTqzMrxyURyAAEJMFkwCRIFSQCuYqAJJhcnVk5LolABiAgCSYDJkGqIBHIVQQkweTqzMpxSQQyAAFJMBkwCVIFiUCuIiAJJldnVo5LIpABCEiCyYBJkCpIBHIVAUkwuTqzclwSgQxAQBJMBkyCVEEikKsISILJ1ZmV45IIZAACkmAyYBKkChKBXEVAEkyuzqwcl0QgAxCQBJMBkyBVkAjkKgKSYHJ1ZuW4JAIZgIAkmAyYBKmCRCBXEZAEk6szK8clEcgABCTBZMAkSBUkArmKgCSYXJ1ZOS6JQAYgIAkmAyZBqiARyFUEJMHk6szKcUkEMgABSTAZMAlSBYlAriIgCSZXZ1aOSyKQAQhIgsmASZAqSARyFQFJMLk6s3JcEoEMQEASTAZMglRBIpCrCEiCydWZleOSCGQAApJgMmASpAoSgVxF4P8BJDBLwZvO5hIAAAAASUVORK5CYII="/>
          <p:cNvSpPr>
            <a:spLocks noChangeAspect="1" noChangeArrowheads="1"/>
          </p:cNvSpPr>
          <p:nvPr/>
        </p:nvSpPr>
        <p:spPr bwMode="auto">
          <a:xfrm>
            <a:off x="155575" y="-319088"/>
            <a:ext cx="666750" cy="676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" name="AutoShape 6" descr="data:image/png;base64,iVBORw0KGgoAAAANSUhEUgAAARgAAAEcCAYAAAAcH6uaAAAAAXNSR0IArs4c6QAAAp50RVh0bXhmaWxlACUzQ214R3JhcGhNb2RlbCUzRSUzQ3Jvb3QlM0UlM0NteENlbGwlMjBpZCUzRCUyMjAlMjIlMkYlM0UlM0NteENlbGwlMjBpZCUzRCUyMjElMjIlMjBwYXJlbnQlM0QlMjIwJTIyJTJGJTNFJTNDbXhDZWxsJTIwaWQlM0QlMjIyJTIyJTIwdmFsdWUlM0QlMjIlMjIlMjBzdHlsZSUzRCUyMnZlcnRpY2FsTGFiZWxQb3NpdGlvbiUzRGJvdHRvbSUzQnNrZXRjaCUzRDAlM0JodG1sJTNEMSUzQmZpbGxDb2xvciUzRCUyM0YwNjY1MCUzQnN0cm9rZUNvbG9yJTNEJTIzZmZmZmZmJTNCdmVydGljYWxBbGlnbiUzRHRvcCUzQmFsaWduJTNEY2VudGVyJTNCcG9pbnRzJTNEJTVCJTVEJTNCcG9pbnRlckV2ZW50cyUzRDElM0JzaGFwZSUzRG14Z3JhcGguY2lzY29fc2FmZS5jb21wb3NpdGVJY29uJTNCYmdJY29uJTNEdGhyZWF0MSUzQnJlc0ljb24lM0RteGdyYXBoLmNpc2NvX3NhZmUudGhyZWF0LnRocmVhdF9hNiUzQiUyMiUyMHZlcnRleCUzRCUyMjElMjIlMjBwYXJlbnQlM0QlMjIxJTIyJTNFJTNDbXhHZW9tZXRyeSUyMHglM0QlMjItMjAwMCUyMiUyMHklM0QlMjI5NjAlMjIlMjB3aWR0aCUzRCUyMjQ5JTIyJTIwaGVpZ2h0JTNEJTIyNTAlMjIlMjBhcyUzRCUyMmdlb21ldHJ5JTIyJTJGJTNFJTNDJTJGbXhDZWxsJTNFJTNDJTJGcm9vdCUzRSUzQyUyRm14R3JhcGhNb2RlbCUzRV5Rg9QAACAASURBVHhe7V0HeFvV2X6/eyV5xpKdAUkIK4SyV8JeoYyyYssJpqUFCiSWCRAg/IxSoJhRRqFlEywnJYwCJSSWE1YZBcoKK8xAIOxAQkhiSXa8JN37/c+5joOHxpUsyZJ8zvPw0KJzvvOd95z7+oxvEGSRCEgEJAIpQoBSJFeKlQhIBCQCkAQjF4F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0BWI+CvmTbBXrdwZVYPIoeVlwSTw5M7FIbmrXYucRQWzKA7Hl07FMabbWOUBJNtMyb17YWA1+X8UgW/MMzdeA4BuoQnsxCQBJNZ8yG1iQMBBhS/q/J7AHbW9fNL5zbeH0dzWTUNCEiCSQPIsovUIMC1tRbv6g++V4DRAFY53J6tU9OTlJooApJgEkVOtht0BPoQDBNwtd3tuW7QFZMKbEZAEkwGLwaeXVW2trltTLFitbAeDMFi0UPFamsglNfR5l/TuW3ryDZasCCQwUNIqWp9CAYErLa7PWNT2qkUHhcCkmDigis9ldk1ZYSflcdBdETYHhkaEdoAtDDjEyLlgRL3oscy+ZKzqaZiSlld45JkIhiGYKCDLih1N9yZzH6krMQRkASTOHYpb+mrdl7OoNkgHhltohgQf70Z4BaF8Jwe0u5zzHvyxZQrGKMDrqoqbi4NPaYz78bES8vcjb9Lpk59CaZLNv3ocDdslcx+pKzEEZAEkzh2aWkpjkn+1sBFAF0KwGqmUyKEWMeHrGgPlNYtuctMm2TW4dqq4ubV2sU69IsIGEZApwqUF7s9zyW1H0DxVVesIqIxm+Uy0BbUdh4zf8mKZPYlZSWGgCSYxHBLe6ufZ5x4vFWx1BEQz19ncfG50gblmgL3okfSobR3evneiqo8qQNjeiyu7x1uzzap6N/nqvQBbO8pm5kfLK1v/GMq+pMy40NAEkx8eA1qba6dnO9f43gSjCPjUUTsaHQdzzrcngqi1Bmjbag+6SALaS8yOL+Hfkyk/MVet+j6eHQ2W9frcoYIUHsRDNDiCDi2pvnzfWblyHqpQUASTGpwTalU34zyW6GQODbFNX/ilaXE7RmXistg/4xpx7OiLwFY6Tl4AnW0IjRujHvJ+mSDIi7Dfayu64cCA2TRDrTPWbI02X1KefEhENcCjU+0rJ1KBHznnngkBy3PEdDrg47VJzO3QlFOL61rWBSrrtnffTWVR4PxFMD974gIbzrqPAeZlRVPveYZJ1WwGvKwuOXuW5huddQ3XBKPPFk3+QhIgkk+pmmT6KuuuAlElyXQYTtZ9Kn2exc/m0DbXk2WV1UVj3EE1xKhMKws4kscdY23DrSfcO391c6nmHB8WNnMSx31jQemol8p0zwCkmDMY5VxNZmhNJ9d/ijrysninTqeQqCm5iLLhHG3LWiKp13fur5q5/MgHBVOBgP+IGPyqHrPBwPpI6xsl6vQj59/AjAsPLHRD/k6jsyvb/gi2X1LeeYRiHNZmhcsa6YPAb+rci2DR8Xbo868uqy+MWHLV5+rsopZ/zdR+LsgJvqktK5h93j1MlO/ZfoJu2mq9eModYMBTS8fNW/guzQz+sg64RGQBJMDK8M/c8oBrFle73vBamZoBHrK7m440UzdnnW4qsrmLw2KQE8RHQwZ8JS6PZXxyjZT31ddeQuIL45al/FnR73nRjPyZJ3UICAJJjW4pl2qv6ZyDjOfnUDHDGvoaMc98Vn++qZPnQFVrx+MD3yda+poK+kfgTEiWv8EvdbuXnxNApjIJklCQBJMkoAcbDHrZ5841tpq+ZiB0nh10RmflY717UO1L3eYbet3OZcysH+0+opCrpL7GqKTkNkOe9Tzzaj4MxT6a6ymBNxtd3tmxaonf08dApJgUodtTMnGC0yJNrx03qLvYlY2UcHvct7GwIUmqvarwrpycencRX8307bJVXmISvrzzNTToK5XU7GwdOKzSuuSGwRqVVVVWbEjuIwIMS2DFeInSuoaq8yMSdZJDQKSYFKDa0yprTOrJgb14F0WRm2yfHS806duQ4r+AQiOmAr0qUDM35T4bDuZCf9g5v5D2KZYFJo2LIn2NkJls7sXY3iMFxz1nqPjxSKe+sLYj1JgRBiPDplcVxLMIM2O/2zn06zjaCsrBxXVL3onWWp4q8s9REpFAvJ0C6mnFtctfDRWW2+181UiHBKjXiAU5MNG3N/4Vix5Zn8XrhLe1Y6vN0Wwi92M8Zyj3vOb2BUTr7HR5bywCMq/yb1oTeJScrelJJhBmNuWmVWHa6Gg8Cy2tfisw8ctGJgtSs8h+Fy/HQ90fpnIsBhYUur2lMdq66upWAOmLaPVI6A1xJZjhtc/8UYseWZ/97oq/wHos8mk0Q+DFpS6G042Kz+Rel6Xcz4zWsrq5V1POPwkwSSyqgbYxldT+QqYDwOYHe7GuEz9Y3Vt3FGUBlcRIljWRhVATXZ3g4g9EzE6f+v08r2DqvIqgKKoohiBkI0PG3FPcnYwIv8RWF/BfXydoumggG4pcTeIMBcpKz5XxRqAfmrxWo9M5h+KlCmcZsGSYNIM+PrTTxxrybd8BSBPEIw34C/bbv7LSfP6FUGY/D++/yqIDoh3aATSFMLJ0e5NmlwVNRbQnTpgi7GDYY24IhlR7N51TSwcz1t/S8Qj4xlTiPSrRtQtTokXt9CDzzjD4bf5NwD6RpBykqOu4fl49BsKdSXBpHmW/dUVDzPRH7q6ZdahHFbmbngtmWr4XeVXM5TaRGQy8xOl9ZFfXsy+VCXzFak3ZuZGxWAEdZw1KoWpTLwznPNJwR9BCCGkzHTMWzTXnHZDp5YkmDTPta+moglMhq0KgXRd044onbf4f8lUY/25FftbgpRYqAKmHxz1DeMi6eOd4XyBFHPxaJJhByPcEQB+PG58GOutun5M0bzF78fd1kSD2lpYLlzt9AMoZEBnnc8vm9t4j4mmQ6qKJJg0TjdfcMoWvvb2n34BnZksfHwyvJr7DEPxVTs1k3ehfZqS7nA39Arg1LNCVA/mvpJIuWoggaa6wkDwM+gTUMrMlDHwhQPK5FS97mw4u7Ja1dndrYuu83mSYPrPjCQYM6s1SXXChVdIRXhHkfGw2eXsYJMxfHsNj4GOjrYttnzouZ97/nfxRLzuR8dONsITAMabgYRBi0vdDYk8maPlnKknaSFdPJlbzPTVt44CWlCSohcknjw53z+hdCWIN4cvlQQTfpYkwSSyehNoIy5ffas/+JSACb0+XOAHEa82mVHmNhHMBkb8BneGbsQrSEeeTlDBSgGI88mInsd5RLCGDfAUBhMCAgT6l0b6q2D+ttS9+CUz0HlrKs5UQG7mxMjFGIKC0+33eR4y01+8dXyuiusBuqJnO0kwkmDiXUdJrc+zjivxBfJ+JEZxL8HEIXuTrciMBa1ZhbgWFv+Pzh9A2MJsmxTXCzK4XcSgYcZqRcE7pFleYpU//U+T8t3Jm5LHCYz8nfl/J/B0EfUyUZ3E3RbDtqPD/W/xWpfU0mVn1LEMoBJJMLGhTXgSY4uWNXoi8NNpx4zKLyhcHe4+IZ/pV8kMjGTsYKqdqzlzCCbsYhCEozN/quuhB1TYQKpew8Ckga4cBi//4Av/pCNeNu+8abbPZlfl4zq4n3+T3MHIHYzZNZSSelEDJDFesdd7fp3MY1KTq2KNgujWtikZaEYI1S9zuBf/Ldmq+F2V1+vQr+hrSSxCArO85I3wRyTZsyDlhUVA5AsiVVkW7kdiCpQUB7en2578caDwrZt5wkQbW6/TdT62695kaBVxPPqP11LQfexK1uibayqm6EyNXUk0+5WAxvrM4fWL/5ms/nJFzpBbgIM1ca2zyvcOdoYnGKETMf/LXt94aiL6iSPRxpppLo21Cwk0IR5z+kT6y+Q2RPjUXufZNZk6Gl7qqi7Cc4aN/0vAWgqok0vmL5TZJPsALwkmmSsxiqyWmopddKbl4TJsiGY6c0eezgfFYxgmUrS2rdWPCmnabQzaOpGQmWkafnq6YbDGoZOHz31SPKUnpQgfKIb2IhgRjQ/FnU+pu3G3pHSYY0IkwaRpQjec87txaqhDBJaKjDnjP456z7GxVBJWpBesmnYiVO1vxNhBmATHajM0fuevHO7GHZI11o0zp+0RDIU8RLRdVJkm5y1ZemWTHLkw0zRbXU+weSJmSPj8QZv0iBXmsXX61BMCin47EZL2IaUJgtR2Q9AVXa8uSdI9SJehnzYfoOhe48ZfDOUau3tRQr5fqQVl8KVLgknTHBhezqs/+ATAr6J1KY5QShgjMRE5zc/qo6TgKLOGbmkaWkZ0I+5eVvKqfSe532sbqEIi7gyBZ5uRI17+dFWdVjpnocdM/aFWRxJMGmfcW+18UCGcFukeplsVQSC6Sq7hmwJmN9c4b9AYFyQW4yWNAxzUrigILXiOY96TCXs0r6+euq8K/XYCDjJ76BS5pUpJnZQqn6dBhTQJnUuCSQKIZkV4p5cfpqjKK7EIpkse6QR+h4HRBIwbiGWrWf1yoF6AGC+ErPlnD7/3sVVmx7MpSNctBDotbH7tKIIG8vpnVr9sricJJs2z53M5A0jECTHNemZ1d4T1FsYfYgVT59lVZd7WQJVCyp/AvG1CY9ZCRznmxZdTKqF+srSRJJg0T1yziOEK+qMIiCRLChEQABPPdLgb6/r2sto1ZUQ+lP9TgHP6+hTFo5GRiaG+cYdkWmDH03821JUEk+ZZWnvBKVvktbeL7bs1zV0Pze4Y79lJmQL3orXtrsppnaRfoLByAIMjxrwxC5QCOqPE3fCA2fpDsZ4kmEGYdW91xQNEdPogdD1Uu+w04sowVLOXt7GAEo6adnfD8Fj1hvrvkmAGYQWIXYytrW0ZEY0ZhO5llwNFgKCrujJrWP2iewcqKtfbS4IZpBn2VTsvB9H1Q968f5DwT7Rbw2iasdRe33BgojKGUjtJMIM02yK/M7H+YEwz9EHST3YbHgECvCXQdpTpYs2tEEkwMXASnsq+6VPH2YDdWNWDsZ4+zcAuZPpdlXMB/QwMwZAKZjDKzDoUtKjKpOI5Cz/KTP0yTytJMH3mZNXsqrKi1sAlKmgqE7YnQGFmAndBJf6XSMWoAx0K4xMQnizxWm82G/KyKzbvsncJyp6ZtxykRtEQsFksBxfem7xUuEMBbUkwm2bZP2Pa8aSEbtSJdjFeG8zEhBWmLCQM+ykA0Aqm0LzSuiV3RVs4flfl2wzedygsrlwZo7h10UG3l7obLsqVMaVrHEOeYDaFUbgTjONB0dOhxpwUNvY5K8DqxSXK8JfJ7e7leOevmXolWL9OmtjFRDJjKhBEgkhcWur23J4xSmWRIkOaYIRzm0XRnwZjRFLnTBAN0ZetgVD56PlLvvhy1nHFozvzzgox/pH62C0EKijoOs51dghf36QOLR3CyGIB8gqAYAAcECYsg1MY3GoFTU3GvdvgjGDwex2yBCN2E8z61Ykm9jI1dQxxe3M/KbqXdHV2qkNZqqPHwXrIUbDuPtFQT/vuKwSXvYngJ8uMjzXjCxFsh/0Glp33hLrlWOjNPoRWfIzQsjeg/TTgcMWmh298FAotLdFHHtl3F2paiKxoIDAkCcbrci5WgBM3eyizcXmbGjCMe5rUrjbxFz//5OmwHXQkYO3vgaD7vWi94xroP4qAeplZ1O13RMHva6CO276fghwKob3uZgQ/ejflyuvAGmhKddm8RU+lvLMh0EGKl37mIeitrryGwCdsCuD8jaaHniCydOSx4hU3MAHQ5i9UoWCHppGVmMaD9clEJIyrRmba07LtiBOQf9IfQZbI7k3aF8vReue14AzcydCIUSia8X9Qt9sx8oIJBbHxhkugpZgkdfDnpWP23o1qa0OZt3qzT6MhRzAtM6sOJy2Y12nJ/yyemCFiate5po7Op1CFzspVAMZkymVt8VW3Qd0qRrSBUBCtt9citPLTjFuleUeVI7/qzJh6dT69AB2Nj8SsN7AKzLqmTpE7mIGh2N16yBFMcmAD/DXOh3TGKQTjSXvQChUUYtiN9RD/jlqY0fH4P9H53ycHTddIHRe6LoF14kEx9Qq++zra6m+NWW/AFRjrNWv+PvH+ARpwvzkoQBLMACbVP3PKAawpLwOUNwAxA2pKefko/ut9UIbZY8rpeGI+Op8XucMyqxRddB0sv4qd9SOw9GW0339HWpQnoteDhcHfjuhKhqewy5WPOneHuE+T8V/MT4EkGPNYha25sdq5V5Dw/mACWTT7Wlh22j3mDmZj7fnQfvphgCNOfvO831Qif2rs6BXt/7oPgf/9J/kKhJEojOsY+JpZ/4QUZRR0TADBz4wfFPAPUJQW0SykBV9UlaL3He5/f5UWxbKsk8H8LrIMqsjqeqsrFxFx5WANSFyOFlZfDGX4yKgqhD56B20P3A3e2DxYqvbrV3GUoeiym6GURTdF0r77Eq23XJEhl9TcZVIpCrFIWyLeITUGtxPTh4qiLCiuW3SP3Omk/AE1Y9ZxShURzovNLqeXgZKUdhRFuGWHnWH7zVRYd90bUCNfCwXf+C/an5gPbjX+AA9qEce6oouuhTJm64h6iCd2beWnaH+sHtziH1R9zXQuwjmIpBAAt4LwtqpYrxs2Z8ErZtrmYh25g0nSrHpdlfUEnp56q5fIClN+IdRf7QZ17NbgQAB5hx8LZdTofg0Cr72AjoUPgNs2Jmn08YuhEgeKzr0C6rb988cF3n0dvPZH8MYWaD98i9DK5V0HluwsRqaDYGfINeJB4z5nSBVJMEma7g1nV1arzHeA0WWnnwFFvCwVzboK6vid+pPMW6+g46F7B+XIoZQ4UDjzT1C375+DLiguch+6B8K4LpcKgToooOxdMn/hilwaV6yxSIKJhZDJ3/2uyie5y4AvowrlF6Dw7MsM8/u+JfTh22i97+a0+ispxSUonH1NWLudwGvPo/3hOdm8W4kx96QT8Q32Oo+woxoSJasJRsRu2aq1tGOw/UXWn37iWGuB5VtmWDJx1YijU6HrYljE/UyfEvrsQ+N+Q4/L16fvsjF3fKGiYSi+5K9QRo/rp0fni0vQ2fDwoOyo0jlnRAhpuj6rrH7xfensd7D6ymqC8bkqrmfGuNL6xj8OFoCiX5/L2QCGM9U+RwMaY34Bis67EpYJu/QTI+45xM5B++aL3r+pKtRtJ8Aybjso2+wAKiruMugj6gqD012YobduhP7zGmjffwV93U/QVq8CQsHNVcSFbuHsa437ob4l8MISdCx5FNzRPqAhDn5j6gA4SMAGJu7QdTJAElfuTGwjUop01tZayDJvWN2iqHGDBn8sydEg2wnmUQIdWeL2bDlYT4LfnDHZUWpzrEupV3Zy5hrCKK/wgqthCXMnI0im86nHoX37JWiYHdbd9oa6wy7GC494So6n6OvXIvTlZwh9/B70H78FCopQ8HtXWEfGwMvPoGPRg12hJbKsiNciBfCzjhW6Qq9B549Um77efu/iZ7NsKClTN6sJxu9yLmXG/jrjtLK5nodThlIUwSKhPRFOG4y+E+nTIJnz/wLxrN2viJ2I3xs3oUTVQ+x0dA1Q+58ejSfzh+eAtey60CWQrrP+MCnKw466hucTmYeh0iarCcZX7fwchB0HKwnWylnHlYzozPuJkDkvR6YWbl6+8URsxjzflLwEKgVef9F4Lcq252cGfCEou4x0L1qTwLCHXJOsJhi/y/kOA5PErGmEO4bXeS5M5ww21ThvUBiXp7PPZPVFZSNQePp5YV+XktVHJDniGNZ2383QvetT3VXy5YtLWi10yvC5Tz6RfOG5JzG7Caba+RQTjhfTQoAW0kO/S9fEs2vKCD/U9wBENkPN4PVi2f5XyD/FBXXr/gGeUq62phk+RR1P/juj3BZMj5voUUddw+9N1x/CFbObYFwVdzPo3O75I9DP7VrgyC3nPfVJqufUf075sRxSnkl1P6mQr249HgUnnwU1zItSKvoLK5MZoa9WoH3eP6A3Zd1OZoPD7UluHOe0AZ/ejrKaYDZMP3GGqlrqe0FGWMUh5dDSeYtSGh8yWxPYi8BUBWdeEDtAVZrWob5hHTbeegW4STzEZU1hnZXzymRu6pgTltUE01FduWMHsciy1ysei9jJ/JzXMWHCXc+kxG3Yf7bzNNZx/yYTh5ggZ0oFZeSWKLrgaoh/Z1LRfU1ovfUKw34mWwoBb9ndngP66ltbC8vhL0+2TJ7cfyQLlo/UP911gX51LfTBMqtIN75ZTTAvTZ6cv8+Ojle7L3p7gicsJsG42+72zE4GqN7p5YcpVuVPuo7JJPyNsgw5stpQfNU/oGwxNhlwJF2G9tUKIzB5FtnDaKRqh+iaZT8CHwHmnUDKKDDbjfgNYYybxZIRmUEhwjoQNWma/prFynfa5yxZmnRAM0Rgln0m/VFrqik/W2FlTkQ8GesJeKykuOQmuu1B096s66ord7SSfgQznagQDmSGsDYT3vhZWay7TUThrCszV/f2VrTe9zeEVmRP2mci6MwiIgwL2+b4sTUyTpAu8i8R83KLqj5RVKDeT7ctaIpfWGa2SACVzBoIV1UV+0uDqzdlCQivnJhIBe3EWMXE70PHtyqUzqDCm8PwM+sBYioj0HYKMJ6JxgBcnG3HoEizQ8LJ8PTzQKPHQi0dGTa9yWDMrIjxIi55A2+9gsCrzwGDmGhtMMbfs08RxgqAn4jvCUK9JxdsbbKeYMQEbahxXmdhXGnO5W6wl9Eg9i/+zg4fCeuOu8OyxyQjXILwLRLHJ+FflJYizg6dHdB8G6Ct+BjBd1413Apk6YGAOESB1oH5htK52Z2yNk2rKrXLR1ysXbDa+Q0BW6W2p+ySLrynleGjEPzwHbA/zK5btUDYw1j22g+WX+1uXP4KVwKjJItwui8jxLP05x8j+PF7CH36AXQRGzhCEKl856mGEV7w9RfBPRwmswv95GhLTEtLOoor6KGHfk6OxPRKyQmCEZCtPf3YPfLy85flypFmoMtARIwr/svtXdkGQkGIcAiBN17q+rAjFVseVOHcWDYC6jY7GIGqRJxfQ4bY5Zgo4pJW5JPWPv/YiEbH639G6MfvoK9ZFd0tQLUg79BjYD30aKhjtwG3taL1tquhrfraRK+5XoU26jrPHCx/u4GgmzMEI0DwucovBSs3Ze9V7C9TSfbSrjzN43cCqRaEVn+H4NJX+odUiDD7BafOhO3QY3r9Kj5+7cvPEHjnNYgA4BHj8oqYvuI4JTJFWqwgq9XwsI4awpl1cDDY9Qokdh0d7WBN63J0jFDEbkkc06x77w/LbhOhlPVOminuZdr/eXv09U1kZIS07rW/8W+y2RD471PGnU4uFQJpOvMjpfWe2OkXMmjgOUUwm0kGyl+zIXxC5HVARoAo694HAIqyuZpIBq+vW4PQR+8aRw199fdhdwUibkvJjfVA93GnT0cifSw3rYe2ZhVCy9+Hvna1cSTh9WvBup6y5SnuesQdkLrlVkYsXnWHnaGO2caIMxOu6L4NaJtzkxFCom8RxznhrGnZc39Ytt8R4hJ7c9E0tN51HUQwrWwqPT/GvveJxolVXAIzXrfXew7NlnHlHMEI4IUZP0LKwwwMz5aJ6KknOcow7Np7frkPCTMIvWkdQis+RuiDtxD6egW4RWQJ6FqWecc4kT8tjhhcgU6Evv8a+s+ru4JFff050NkJvdPIM9ZFOp3t4PZ2cEdb5B1JYRHIlg8RplN8CWIHJHYp4rgmdipK6XAjml3MNLc9euiZC8nY8YzfCdY994Nlx92gjOkfGa+7aXDZm2ir+1vmTL8ARIEGRicxNhLxWp1J3KvoTPQ9MX9tIbSHiC3M0BSiMtJpax1sWEUSYVsGxjLwUzu0A8a4l2SFf0VOEoyYEK6ttfhWfzAXwGkkHqmzqCgjt0Bx7V1Rk9n3HI4gheDb/+s6FoSCKLrwmrDZBOKGQNeM4NukhYynZO2nH41djziC9DpeqSpEfmnx8atlI0Eik4E4YlmtAA0M+uD7S9E+7zZYD5hs/BM2jk2YgRnxhu+9Me4hJ7sBQdyf6MusKpZ0tGuPDrXMAjlLMN0LZXlVVfFoe+ffSKEziClrLHALz/0zrHvsG996jxLcKT5BkWtzexva629FcPn7myuJ1CjFf741dn7sZClhQk7n00+go/FfJmomv4rIIMCEZ/J1/Cm/vqFPHNLk95fJEnOeYLrB56oqm79UGacgcKNGmEjM22T6i5M46uQdX5VRH67AUxw9xBGkuwj3A8PHKUZmyXR8CHqLH6E3X0K7CHAoLpnTWAjw6qD5joD9Wpo/35fGrjO2qyFDMD1ngC84ZYuNgdBOmhbYSVWVMSENY8BMuoKtVaZRBH1zfEeGInyavmYSmUFpKiXLPsTMkiCC4hhuXGZaDz7SeL4VkfkHu7S5b0HwvTd6EYzYcalbjBk01cSTuDhOBd96BSImcJoj5ekMnL5NPgAAIABJREFUPOQoKLiM7nh07aCBkIEdD0mCSWQe2OUq9NO6tWDDfSDtRby0KGO3NbI1qtvvCMVeFjVFbMoUZO7awbz/i3+e2MEUX3QtxOV0OovITBla+WnXRfeKjyEuvgejEPCF3e3pn0VuMJTJsD4lwZicEO//Td2GWngl8Iv/ksmmSa8m8hzZ9j8MlokHd116RslFnezOxUfcNvcfEN7Pm49IpSO6ckyHSVOb7P6FPOMY9MHbCL7xIkLixWvwyxcOSTBhZ0ESTBhYRDL7nv9ZxO4Qr1LNaz7YyNw79sxgr22yl8F20BHIO/w4UGmKXuU72qCtXWNY1RpHkTf+2zusAhFskw6ButPuRt4lEi9JJi1/48FPJIfreHoBQsvezKgEbTrjs7J6T/+EU/EMLkfrDmmC2Tjz2D1CWsEsZp4EsF0hGs6EQsNioUchw4SVhFt+xi4D4XdkeEsn6Ziir1uL4CfvIvT2qwit+lrEJOhKLxItCb24nxKGgYpivIBZ9jkQtokHJ8evSdPQfLkrvE/VIM+KJJjIEzCkCGb9uRX720JUoQOnks4jmcgqPgmOagM/yKvXZPfC+KzgjPNBhUUmW4Svpq3+HsFXnkXwg7ehN3sHlLdaGNop47ZD3lFTDOM4s/5MkQbQ/KcZYO+GAY0vFY0lwQxxgmmqmXKKCnWWzthzUw6jnCNW8ZydXzGAQPcd7YahXudznq5XmGQWVYVlwq6GdfFAshi03Xsjgh++nUzNkiJLEswQJRhfTeXRxHyDDuyTbda88a78grMuhG3/w+NtZtQX9yodT8xPue8O2fKQf/J02A7+NaCIjM3xlc6nF6Cj8ZH4GqWhtiSYIUgwPldlPZin54JntZlvpPjyvxmJ6uMtIkZLm/vW9OUnIkJ+5anIO6Yy7ruZ4DuvoW3u3+MdYsrrS4IZQgQjXAPGOkKfgXjIBJ8iVUXRlf8wYrnEU4T/Utu82+Jpkpy6ioq846Yhv/yUuOQJgml/tA7cujGudqmuLAlmiBDM2gtO2SKvvV0c0uP70lK9AlMs3zB0+7/rIGLImC2hLz5Bu/tWw6ZkUIpqQUHVGbAdcYLp7kNfLEf7/DsgcillVGF84aiXhnbh5iRnLjt5dlVZc2twGQPCx2hIFetu+6Cw+mIgv8DUuIVHdPv9d0L7rn+clYgChNvCFmON2C09jexEfRGeQUTAE69OwlbFrJm+CL9QJI52oyOHXeipj5E/6ebLMi4TJIHWldQ1bCmyDJiaABOVmKE0V087VmdenuokgibUSbhKzhCMz+X8BsC2CSORIQ1FEG4RNwUFRYjl9yRCKYiwCfmVp8E68SBTIxDBptofutfw2TFdrDYj+JVSOsIwthMxdXsXgnW/Q6GOGdeVIeC1500/b4s0tkVi92WSHDsWPoDQJ8tiPsezCNHv3QBBStGi6pnGIGpFZmI8UkJbuMjtjhwwx2RnIlNGU1lwkcLYnmza0Y67l4i1nZUlJwjGf7bzadZxXOQZEMuNNhK4k4E26LSSVF6vi3w2OvKIlN1EcCoCRFg0ReS4GQyjOusek5B30pkpdRoMffwuWufcZNrTmAqLjbsSESiq9e7rgWAgIszKlmORX/57w9DOCPYUzSivh5RC1yWmCTKur4zZ8Pru8DwM/ec1cTVNrDI3Q+F6+5bNV1Ltyx3xyhAW5P7qihtANAtAoVirpW7PwAyb4lUiyfWznmC8NZVTSecnwrwWtYrwgiHW7h1eEHoJdz2zEbW1CtXWhgxXgFphrVsL1NYaaTy73QN+vuCUkQWdHeW6xidD4YlgMn+xMYDJEfFoi86/yviQU1Z0Ha3/+AtCK5eb7qLg1HNgO+BwbLzpMuM5O1YRxx1x7BH2NJ1PPW6KZMTxqujcP8d1hxRLj56/i2RuIoB4GkuQGW/ZLMpNhXMWPRMrTazvvCnb6QHlMgV0KoDNhMLAA6Vuzxlp1DvpXWU1wXDt5Hzfj/ZPiWg7AxlhkquQX2f804GRVw5ku2oQzuwqR+fG0IgO8DSAzgF4bKqeva2TDkbBKa7esWWTPN3aV5+h9Y5rTadnFc6Lhef8GUqJHc0X9Yk1rShQiorBbW1gEdi7e7eiqCi+5k7DF6n19muiZzHouYuZdSVE9slUFBHxr+XKmakQHV2mWI+EIDOtZdKbANKI8TMr3ALm7QlKEcEIhSlSNvT6FpnQblXUA4rnLMyeVJdh0Mhqgmk+u7Ja09m9aRBMRAv0EF2aikux9dVT91WgeRQj42PyizpuOxSefRmUEVskX/gmie0P34vAq8+blm+ddAhEdgKRm6jl4jONuDTipUrcDRlZT/Pyjd+EAR0CAWg/fAP2e1F43pVG7Jr2x+oR+N9/TPVnPeRoFJ52jqm68VYKvPwM2h91x9tsUOsTcHuy8qoP5kCymmB8M5xvQMGBAOms06Wlcxel1ArL63I2EOBM1YTl/aYSeSec3PXBJjmwlXBUbDGcBb2m1RdxdvMqTwMxo6V2lnFPwhtboAt/IBH8W6QqUVQoxSVGYG/e2Axu9hkEI3yiOjz/QuczT5jqTx29VdduKYkhH8SFtkjT0nbfzeCOdlN6ZEIlBi//Cj/sN8n93oAvjAd7PFlLMO2uykM6oIugq8MthP2G1TV+mmowN9ZUXKyxcksqL4DVbcYbEfMNnx2Rlyga0YgPPBCAZevxUSPsC1zE8/HG2vPBbP4l1XbgESgQuwrVgs4lj6HjhcVGvqNoxbLznii6sNao0nb3XxH8+F1T0yKOVAVnXhDzslf//muEfvohYjiI7iwI7NuA0JcrEPzwLdMX2qYUTXElAjopoO5VMn/hLwF3UtxnKsVnLcH4XJX/BPgIVbWeMWzOgjjeXBOH03+28zTW8WDiEuJsKcglaoSIrh+N+xsRqiFCHiRRR1x0tt1xTVx5j0SM3cLz/2LkMRK7gdbba40dQaTS85gngoNvvPaCuGxW8k/8LfKm/C6ifPEs33J5tbFLiu4An7lhNaKuACPXC/3W4W5YEOdKydjqWUsw62dMqbCQZSdHfcPN6UK3K3B4sDNd/ZntR+x6imZdtSn7YvhWRp4g9y0xX3VEzF/xXK5utR0sB06G0icGcOCNFxF49Tlo33612b5EBLqyHTDZsMpVelgTi/SvIvlZ6PNPEHz/zU3EEHlU4ngYzX2Aveux8e9XGbmbcq0QIaRAnTWsbuF9uTS2rCWYVbOryubZFzTX1iKUzgnxVTs7Qcatf8YUYasi0oaIfErhisgVHXhxSZcnchTbFOt+h6Gg4g9dkfEiheHUtM0ZIcXxx7rr3rDudUBX3+JI17cIg7dAJ7jFj/bH/wmRryhSsR1+LAp+XxPxd8Mx8/47MjImzAAXQxugX+NwL86gTHEDHNGm5llLMMkZfvxSvK6K7wiUcb5Ow678hxHcKVGCsR16NPIFuRSXgNtbQQVFxo4j9O1KYGNLV8rXMVuDiocZF70idoxwlhQZGwt+V911VySyQfrWQ/v+G6Cw0LhLEo6YwrpXWAGL9LQdj9T1yqnUU99YBBNY+jLa598ZcxcW/6wOXgtmfAeLemHpnIWewdMidT1LgokTW6/LuZgYU3pbLcQpJAXVxcuNdffIdiTRjkjCDSD/d9VQCgoRWPYmOl9cggLnH4BAJ9oXPwp9zQ+GxsIIUAS1EoTR+ezCriMPEYovv8Ww3g3890kjZ7bYrYjndpHKhDs7DFIQNi62I08EQiG0Pz4PoY/f64dCrCNS4IXFaF9wfwrQS79Icbumgd0d0K/MljSwiaAkCSZO1H6eUXGmTaW5feP2xikm6dWFP1LesVMjHy8iXfIKgrjyH8aTc8dTC4wUIOIYZTv0GFj3PRSBl57qlaJEPKEbu5xmr5FW1iCekVtC3/BzL/8j4RgpCEYTXtsPzzHqiXQrIq2tIKjWv10OkXakZxHkJSLzRSrtD96NwOsvJh27tAoktBOwsCO/4OIthkAOJUkwca4ukV2gZfUHrXqX9WXGFHHJKp55I5VIz9QiK0HRrCsRePMlYwfSfUcjHC4LZ14O3bcBbXW3ACLgt3ix2m0iLHvuazz9ipcl4TQZzoUg3/kHWLb/VRdpff7xZrXERbBl5z0Q/N9zCH7yyy5GODsW1lwKyy57RRgCo+XS6dDjsOPJhMkhIp1Z/4ZBr1mI/1Zc17gilutAJuidLB0kwSSAZCZ6bscimEiGduIoI4I/db0M9Q7fYDv4KNgO+jVEIHBhNCc8t4V9Tv5vZxjkIXYgLcK2pmdMGSKDJIRMkV6k8+Vne3kziydvkaVS9zch8MKSzehbxu+MwnP+FNFVQuyQWq48Jw2e0eYXhEi4BvDzgLpeUbnrWwoBAdJ0hbiJ2PJTyKp/3/6zbeW4BQuazEvOnZqSYBKYS//ZlW+yzgck0DSpTcQFqtiBiKOMIALhzRyttD90DwKvvdCrCg0rQd5vphpHD33Nqt7NRfqR/Q4zZHOzH4F3/gdSLcir+L1hGyN2Mf7zTt58NFKGj4Jlj0mwjN/J2NV0vvIs0N7HGNWWB9vBR0I8YfcMGWE7ugIFJ0X26xP3PW31tyL09RdAKJhUHBMRJh7jtOLQViNue/LHRNoPlTY5TTAirgYtWJDU+Ioi9Yk1qDzN4PTmSe25IoWj4RZju+5J9pgIZeRoU+tVBJgSdiTo7BlJgJB3QhVCy96Atukyt68w6177w3aM0wjVoDf7Yd1lz66dBjP8F/zeuO9WthkPUU+8FonXpeCH70TcbQhbG/FSBf0Xq+KiC66Ocjzq0ki4IojL4YDI1fTVZ33GYQqCpFUiwnp7nWdk0gTmqKCcJhhvTcVy0pXPWafZyXCA9J9TfiyHFOFcMygxOsQ9heVXu8N22DGw7LpPQv5KwhpXGL/1LCLEgrhrEda3kQpZLLDsdQDyjpxikInYPYnSsehBBN74r7F7EkZ5wY/ejfsYI56zi875kxFky2wRgaSC775mZJkURzizsWfMyo9Zj+hRR13DAPLExOwhJyrkNsHMqHiFFDpUmNsz8ScqlL+XuBseiHfmfK7fjmfufJCIhWNl2jETxxHb0eWw7j5pwDFTQh+9i9b7egecEi4Gwks6VlAmcbdSOOP/IKLuCeM58aJkPEM/eA9C7y+N6uekjN5q83N3X/yLzr4Mlr0TP3EKvcUltdg5JT2nU/jFogUYk0bVe/qG9ot3aeV8/bR/LOlEtPm8aTvpAW0ZACNY7SYPlRbS8Ymm4sVgKPjvLec99Uk4nbyu8iMIdCRBcTF4RAznl5QMSzgO5h1dYeR7hvCwTlIRgaA6Fj/aS5plj30hfI+EM6G4PxHE0V2ULcYY5CYubsUuJ/DS0wiu+MiwuxEXwTTMbljoCvsZYTMjXpeMIuL4jh5nROgT3sx9d06iipHytubSqH5UpoYtLIbbNhq+Uh3PLoQm7mpSVJi51UHqBHIvSkeYvBSNIj1ic5pgBIS+GVPvhaKHiTZEOog7wdgIQgcx/cRgYevuAKMYCorAnD8YOxaht23yccg78bdQhtmTvhLEXUZr3S2GjUp3EbsYZew2XfGAReJ6cZEqUr+K+C/in7wCI25u5/+ehfbF8q4jiaJA3Wpb2A4/ziAITWSEFCEbOtuNS2FBKsY/Lf6wsXFFiIfiy26KHgNH1w0bG2FrY7aITAltd14H7fuvzDZJoB79qEGr11l9dGR9Q+rYLAHNMqlJzhOMANtf7XyLCftlEvDRdDE+vCtuheIYbkplcVwRuw4RjFs8NZOioHDmZSK8X8T24uNrnXMzuKl3ChBx/FHH7wx1q20MghELRG/xIfTZR1GPUCLkpyAbGrklFFsetJ/XQPvx264sA2GKEZ5h+mwjmHjEImLqvvsaAq88C8vuk4zMlWR3RB1Xt6zg0pcNv6VUFyLy6zrucATtt9H8+cLNW5YeCAwJgjFIxlX5NoP3zYbZF8+8hbOviRjzZPMYgkHj6Vhcsmore4fDKTrvCuOjjFa07782QjAI+5a0FlVF3rGxE6+Fvv4cbXdfvznRmkiZYt3vcNgO/03MVCfBj95B2z03pG1YDG4lpr866j03pq3TLOhoyBCMmAuvq/JxAke2Rc+QCRNPwMOuvcfIQdSvhIIILX/fMIwLrvg4YpR/dfxOKL7o2vAezj2EiheY9kfq+hFUyqCw5aHwFBesBx4RI5gWo/XWKxAKF3+GCOp2E4wdjWXSoVCKh/VTd7DSzCrET5TUNWb8GkvZ/PYRPKQIZhPJnK+AaxlIS7aARCdSXKDmlf++K7KdSFD/3Vddz7Lvvg72N4E1LabovONOgjDZj1XEDqZz8aPofPmZWFUH9Ls4RhXOutJUilvxKiQMA4UxX+RCgM0G6577Iu+wY6FO2Nk4PolXpdZb/gzdCEyV/sKMeaX1nhnp7znzehxyBCOmYMM5vxunhDquI9A0gMNsEzJjoshR1vUxMne97Gxsjsveg/ILUXD6uTHDUHYxmGY4NYoYutrqVXHbskRDTMSrsey2D/KdpxovVbGKIIbWmy6NL0VsYZERaFwdNRrBT5bFFXs4lj7x/i5eKxVSrrLXLbo+3ra5Vn9IEkz3JHZUV+7YAVQz9JMUhUYzs22wXo1StbCUMeNQOP0i4wLWTDFiwHz0LjpfftrYCfR8rjbTvmcdI6XshF2R9xsnLDvsYgpa0Z/IYaR9k+0PM+QHbBMd7n+n8ikr3ilJe/0hTTA90RbGdITgaWD91zp4PAh2gAoEQCLTY88i8oSSTiEd8CuEZhC/qTPtRcy7ZVqcGKG3OG4VTL/IMJAzXUIhhL74BMEP3ja8oY3XJuFBvcmrOqwcRQHZ8qE4ygyzf+v+h0HddoLpLkWsmLa5f+8VHsJ848yrSYTb7XWe2ZmnWfo0kgQTA+vujI+9/jKjf5LztRecskV+e8eng+qjFGUs6g47G9H+xfNwIkXf2GLEgBGBqwLPeXrvbIgMXyXbxIOgbLlVwkZzHYseQud/FiWiXka2IcBnd3sy+q4v1cBJgkkiws2uyn/q4DOTKDKpooRlsMgeKSxzEy0iJ1L73L/3et1RykagcPa1xv1HQoUZHU89jsDTT0TfISUkfGCNRDBuaGpFMC+0QdFpAjTaQxUuI0yTGMIQM3Ih5g4VdGDxEHYpkAQzsPW3ubV3+jQnVO0R2uSWkCSxSRcjfIJEDF3LTnskJpvZSGwvLoS7i/DsLppda3hSx11CQbS6bzHufdLusBhz98oigfk9dnfjeT2ripTFG9fYt1dZ2TUI3MjM24dLKSwiOlhAFw1zN9wZNy450kASTBImsuXMqsM1a/BpAHFcciSh4wRFCEvh/BNONtwREiki/UnwvTd6EYwIjyl8juIp4nlc3LmEPu3t3R2PjFTWJcKn9jrPrrH68LkqrgfTuSA4+tel+x3uhrNiycjV3yXBDHBmxR2Nr7ryJyKO/f46wL6S3Vz4EBX8dnrkFCUROkwGwYhL49a7ru8KtZCBhYH2kBo8dOScp/pHJw+j7+ozpuxUaFMfAbB3r58JbzrqPAdl4BDTopIkmAHALOLz+te8vwpM5j3xBtBfKpoK58b8k6d3+QSZjEQxIILp7EDn843oeHZRRCvkVIwzLpksoFCusbsXdeXAjaP4a5zLmbFLdxMGf1zqbkzwPBpHxxlaVRLMACamuaZigc500gBEZExTdevxhtWvEXQ7BtEkRDDMhs+UCFBlGAxmcGHi/zlG730k1dYmlNSvyVWxRgFtKQzuSNcfdcxdPGQDU0mCSXChN1eXn8UK1TGTJUERmdfMYjUM8kT6VmEgR7bwT9rxEkzo0/fR+dIzEP8Wti6ZXnTQoWXuhtcS1bO5pmIKs+JhZmKi20vdDRclKivb20mCSWAGfzrtmFEFBYVvM7BNAs0zvolhgbv9jrAdcgwsO+0OEUN3c9H1rlefvq9IF11rGNhtPhqI+LlfrUDwnVcREqb7UcJxZhogoY7QViMeHFgwb191xWdMNJbBl5S5G+sybYzp0kcSTAJIN9U4b1AYlyfQNOuaWHbY2chaYJ14EKBajNi97Y/VQ/v8l2BVIvVJ0fl/MWLBoMXf5e392vMGwWRjUYl3HVbX2Dv+RZwD2TDjxJNIUY8KFhRePRQSrEWCRxJMnAtHVPe5nD8DyLpXowSG+ksTIlh32Qs0ZmuEROzbHgnQRDQ7EX5B5KwWcVhEytlsLgz916XuxS8NdAzvuiYWTnK/FzmS+kA7yIL2kmDinKT1M6ZUWEhtCGdY1VcUM4OIvtKgPwRN/9GiWu5joCscvywZiwAzXVta33B1xiqYRYpJgolzsryuig8JFPvZkbCeVP20klH7vND9GiGsfUnVHhf+h3F2K6unEQEGLSh1N5ycxi5ztitJMHFM7eNVVbajS4NtFH0XEmTiRq1duzDcRaHPVVEDpjtBmZXbOg4Ycr4qM3/aTvrhY9xL1uf8YFM8QEkwcQDsnzHteFa0pyI2YfisFuXUojmLItcRoTtrpswiXb1Vkkwc4KezKnNHPpQ982W2gAGjLgkmDgi91RUPENHpEZqs6ywo2N3si4G3puJMYnKL1EBxqCCrpgkBq6qcGOsPRZpUyepuJMGYnL6XJk/O32eCYxkTdu7bhEArS8bsuUu8lp9NNRVTiMlDEE67smQWAvyYw914SmbplH3aSIIxOWfrTz9xrKXAshLclSVyc2H47GP3GhkvuXS3b5059YRQSHuCiaLGFjGppqwWBQGRK86ku5XINfzDcz7L+JMXLNiUplJCmwgCkmBMoibi93YSf8I9XoBEQKFgsbbDiNsGaPXpqngMoN+aVEVWSwABnXmFoijzwXwFgP55TvrIJBH2XMUfy+Z4Hk6gO9lkEwKSYEwuhTU1FbvkM33U/YIkHNlYw41l8zx/NikiYjW/y3kVg6+J4+/rQLscUu0J1AE1dETJnCVvN9dUPsrMpp6gCfSO3d2QNRlBM3FSJcGYnJWWmopddCaxgzEwY8ZaR71njPhLZ1JExGpeV/lCgjJ1oHJk+/AIEBAMWvnQEfc0vvXzjBOPzyNLA5syEyBdYa26pH7xPyW2iSEgCcYkbk2uykMU8KuiuliwOvTfJMOcXMjzVVeuAvFWJlWR1RJCgL+y1zXuKJq21FQ26OByM2IY+MExZq/tEr1jM9NHLteRBGNydtdXT93XQvrbxu4F8JS6PZUmm8as5nc5OxjIi1lRVhgYAsSXOOoabxUpaoDOj8yGOCXQU3Z3w4kD63xotpYEY3LefedN2Y6C6hesQ1ct1mOGzVnwismmUautP7Nif9VKS+VEJAPNGDKIfujMz58kbJWMo5JieUrcpZkpIsfRSl51xVB3XjSDVc86cl2bRGy1a8qIQiifgeh9e5P1RErS86W/2vk0ExKLvm1Sd1ntFwRCpF81om6xkdLV63I2AHCa/QgIeFdRrRcn64/LUJgXs9gOBSyijlG43o/HuNc0VmpG1C96JxmAiGRteW0d4v4lHudHDURqpqX4SAYe8cowQlLG2UhkCiip8+zefTnvq3b+B8AxpgUR2sH0WGdB/uWjVoe8yfpDE+cwsqZ6vPOTNQNLhaK+s6fe67hv0TnJku2bUV4HRXGZlcc6/0/Lw6VqgKpBdBaBh/L8faFrykWKhXcD801mMQRoY1ANTO6ZLWCTC8hpcfEVg5nIq1n148XrlPn+h1bNobxA455pnl1VRrctaIq7YZgGPPv0sf7W5s/MGH2J5gS02N2eEvG/V846rmREp+0NAsXM2ZMMXTNJhnjBg4Lp9vs8D3Xr1VQ99RyV+C4Gm3G5YJ1wU1ldb/slf820CdD1B5mwH2LIIWC9DvKQLXSD4+4l32QSPpmmiySYQZoR3wznG1BwoMnudQvUi4vdC28T9cXHwKwvBfiXILgmBWV7NWa8U1rv6Wf8JjzUFVZvMxXQi/EfR73n2L5YcC0srWun7dIWDE3MU/lY6MpoFnZOCph0tIGUd1gLvNoRCHy85UPPiaiGssRAQBLMICwRf43zdtZxvpmoeGKCdKaG0vqGzYZ4XpfzQgIMshlqRQfeKnN7Dgg37g0zyq9WFSVmLiNm/ra0vnG7oYbdYIxXEkyaUfe5yi8FKzeAzIXOZOJPS+saex2FfDXOl8CYnGbVM6M7xvq2oHbomPlLwkYU97rK3yMo+8RQtsWx6biZGYPKXS0kwaRxbrtiwGCeWZ8jBi93uBv36OuO4Kup9IHZnkbVM6YrIgQ1aH8sq1vyaDilxMucrb19dbQQGCIt7GqvddSuCxZszJiB5agikmDSNLFNMyrOVRW6q9uXKVq34txPzLc46hv/1Ldey5lVh2vW0PNAXE/bv4gh/glQ2qAo20DTBi0A+aYn5vdVlecVWwIP+Tvz/w7wDDPToev6nLK5iyO+5vmqK24iosuiGNG1/ui1bikJxgzaA6sjCWZg+MVs3UUIwblE2EHEI4lZGF8obLm0ZO4TjeHq+l0VdzPTOWbub/q1JzwPzpu5Lq953Ui2DLcE1AkBcDmRchwxbx9Tt+RWCKpacJ9h854yEix9c8Zkx3Cb/RXdREB1hfiJkrrGqmjq+GoqmsBUGq4Og1tXe22SYJI7n2GlSYJJEciGvwsFriNGJYOjBpMiGBYtG0H00Dpr+58m3PVMxOTNflfl2wzeNwG1P7B7rftHMgzz11R+yczjzculDmZ9vUIkDP9CDP6ZGMOZMcEM+RFIhxo62D5nydLuPr3Tyw8jVRH5iKI+N0d6Seqpu7+64mEm+oMkGPMzmoqakmCSiCrXTs73rhlWqUKdBcZuOjAsMsDCTosCDP5GD1EDOZS60r8v+i6WOj6XU0S6Hx6rXs/fmbnVQVuMIrc7YhKwlprKqRqzSKkS89hEQKem8//5Q/5/bTf/ZV+vD9tV+SSDT4iln9jMKeB77O7G83q3d4qn5gujtWfgy1K3Z0K0Oi0zqw7XtOBzQP/sDXIHE2t2kve7JJjkYQlvtVMchf7YM5A3idAxxoUKX7olAAANg0lEQVQDg6B0MrgFTJ+oBM/6gPfBvh9oLHV8NRVBMJkPFM4kDNNOcNQ1PB9DttLkqvhUAf0qlg4A1rVsVA8e98jClX3rbtqFmHIEZejLSt2LJ/aV4XM5OxDFu5yIvrbXNcTcbXmrK74monDP0fIOxsQkJ6OKJJhkoNhHBtfWWoCXDRJ4+WVg3ciRetWCBSHx/wcSoGrDOb8bZ9E6v2U2ZbHapRXjz456z41mhrkp04GJ4EoUZPClpW7P7X3lil1c8+pSb6xj4aZ2vi+xamxfD+VmV+WTevRdkLBqdsTC0uuq/AeBZ4cZe/uP8hXJzJIYcB1JMAOGMH0CjJg0ir4UbDYLAa8PQt1jpHvRGjNa/lzt3MtGEDFvYjtfRiAurqqy+UuDywHsEKtPBjc78gLjqM+dkxEaI6B+FenFzWg3Zu/hsYJA+VyVVQA/1vdOhwFfqdsT9gI4ls7y9/gQkAQTH16DWru5uvwsHcpcM5eohqKbAiyZVZpdU0a0wPJfHbx7rDYMuq3U3XBRvx0MoPiqna8Q4ZBYMojIX9Jk2YrC2KP4XBVrANoyvAzy28fsOSI2wfx2PHPn60TYoqccYlpnr28YFUs/+fvAEZAEM3AM0yZBeHND12ea7NBnDzi2o/nze13CxmrrdVU+TuCoT8BdMmiRw90wLZw8b7VTpMadFWtx6aAfS8fsuW04ovDVlNdBV1zhwyiYIxihm7+m8jVmPrinnuGso2PhIn9PDIFYayAxqbJV0hEw7jZ+dCwyG5yKGHfb6z2z4lWk2VX5Nx18Sax2RPS6va4h7C7FSLFL2pMxd1oRnA5F377pJx4Ji+VZcP/Mlwz4HW5PWaw7GCGn2VVxnw6q6UUwOh4ones5I9YY5e8DR0ASzMAxTIsErqoqbh4efJx1E9HvGGx3eyxE8Wc82HDOSQepodDrMQfFvNRR3xjWG9wgB9Uinogj27MY79T0J0ddw82R+vK7KjdwOI9xhs9Rb+4OpaWm/GyNlTk9+tAYdFGpu+HOmGOUFQaMgCSYAUOYHgFxEQzxT466xtGJaGY4Y0KJ+NF3y4wWCNsgGMXyfLQdDBF3lIz2l1Lty+JJOmzxu5yfM2BkAuhZiPGdvd6zrZnxeWsqpxLzwh51faoWPLTbgtiMDFkncQQkwSSOXVpbxkUwujLHMTexyHt+l1P4S/Uyfgs7UF3/u2Pu4ovD/dYyo+JcTaG7owHEzC+V1jf+OlodX43zP2Ac068O0beOugZT4RZEat5ASH+yO2UsEX1qr2sYcoG60rpYe3QmCWawkI+z35cmT87fZ4KJOxgGqwrvNqyu8dM4uzCq+6qdz4Lwm+htKaizdn5Z/eL7wtXzupzzCDgrogzmDg3WI4fXP/FGtH68Lud8gmG42HsHo9BS+30NpoJ1NdVUTFFY8XRHqWPGXaX1nvMTwUa2iR8BSTDxYzYoLRhQmmucDzDj1GgKiJCSdrfHloiS3ulTt4Gqv0hAVCtZJrR3gCeNDkNiQk+fy/kuAXtH1IGowVH3SwCtSPUiGcoRcLvd7QlnQNdPlCAYFbSIGRaRQjYY1CePuF/G0E1kfSTSRhJMIqgNUpsN1eVnWUiZGz3kA3/lcDfGNHILNwRhyGcl/TkGHFGHSPytoy58RDix09p7R4eIW1wQTobwi7Io2M/MDqvFVXm+xnxHn6fqgAJylbgbHjAzDcYORqcGEeCLQZ84vJaJMhOAGeSSU0cSTHJwTIsUw4EvFHwp6uXpALIQrp8xpUJVFI/w7o66SyLcYa/zhHVIFIHRm1uD68ORoJCqEE0bVtewyAxgG2umnRJi7V+9ov0Tey2KZXLxnIUiM2PM0nVEInHJa2Vgdjj3hphCZIWEEZAEkzB06W+4zjV1tAX6DxGjtRF0Vafrh9U3XJ2Idr6ZFX+GRn+N3pY7Nbb+OtL9yaYn6hfC717wpcNn3dXsDqLNVVnVyfxv6sF4IvmZ3e0xHa6iaweDx0Gk2wsKtqc7Hl2bCDayTWIISIJJDLdBa+WrdoYixfMVYRTaiPcJdzdiRmFfdeUiEEfNua0wPVhS39Dv4rVbfkt15TUa8V/C9MehIB8Yz/2H3zX19zpr/6LuJyBjK6NcY3cvihnYu7t/r6v8CAWKB4zX7PWemGEkzOAk65hHQBKMeawyoqa32tlKhMJwyhi+PXUNpixcw7X3VlcsJ6JdIg1UXCAHoGwTyXlSWBv71zgWg3F0TxnGBoRwn72uwaybg9F8o8t5YYhxW/eJjcCdihaaFI8Ny+ozpuxUYFWXBDo7pm3x4LOmjlUZMdE5ooQkmCybSH+1862u5GD9C4O9pe7GhHIltc48YWJIsz7DwMjIkND9DndDxOdnkUyuubX5HQZ6Gfkx82rH2L23ieWc2Ldff03lHGY+u/u/M/MLpfWNvcgr1vSxy1Xow7rrwzlmxmorfx84ApJgBo5hWiX4qitvYeKLw02cyLtsr/MkZETWXFMxRWcSoQ3C7o4AxEz1sSn+sAh52VM91oPaH8ruD58FIBp4gmDAXNN9YdwGbeQY9xIR0S+u0nzetJ1K7l4YNs1JXIJk5bgRkAQTN2SD28BwJFS1xnBOgARebnc37paIhk2uihsVUL8sBkKWET9X4TN6pmsN10dTzZRTFFYf6fUb4UVHneeoRHTyuSoXAmwknCOmpfZ6c8Z1ifQl26QGAUkwqcE1pVJ9LqeI3bt1304GYgbf5Kp4VAH9LpziDFpc6m6oiDUo7wznhaT8knGSmAKKxXLMsDkLTIXQ7CtfGOyBMREKQvZOx8h4Q0/E0lf+nnoEJMGkHuOk9+CtrniAiE5PJsF4Z1S8Qgod1lemuD8prW8ca2YQfpfzKgau7a7LjFdL6z39ZJqRJep4q53fEmFrnaiuLM4LYrN9yHqpRUASTGrxTYl0cRRRoT4ozN97djCQHYzX5VxJfcJcEiEETa2wz134tJmB+F3ltQylywZH+AwoXF5S17jETNu+dWprYblwdcUKHQjdOaZxt9paGDGNZckuBCTBZNd8dX27IjZMWeiDvnmMkk4wwLslbs/+ZgI7Cb16Eox40g5a+dAR9yTm9+OdXr43qzS9I6DfHSkPdRZO3ZBTWRJMlk553/sOMYyBEIyvpmINuHcMXJ2030fKAR0ONq/LeSFh8x1MW1ANHjZyzlPvZSnEUu0kICAJJgkgDoYI4TZghbYCoJLu/gdEMNVOL+gXJ0ci+qmk0LIr3bZAOC6aKsKXyUKqx3ikJvaGLDgu0R2MqQ5lpYxHQBJMxk9RZAU3JXqbPlCC4VpY/KsrNvQkKx1cV+Zu3GzkZgYmkS6XueNDIipixlodlqmxYr6YkSvrZC8CkmCyd+7QMv2E3TTV+mF37FtifGav90Q09Y80VEEwzaud63qGadBBh5a5G16LFx5fjfMlMCYD/JPG1mmSYOJFMLfqS4LJ8vn0VVfcBKLLxDCY6OtSEylV+w65L8GI16MSHmWPlss6Emwbzq6sVnV2E7A2xHIHk+XLa8DqS4IZMISDL8BXU9EEplKR1L3U3Vgcr0aCYHyrnU0EDNvU9gOH2xM5Il2UDozMjo7QRoa+0maxnV40Z4G85I13QnKoviSYHJjM9TXlV1qgXENMbSXuBrvZZ+WeQ/e7nKs3OynGkc86HHyGIaBCEwqVvItsc/69NAcglkNIEAFJMAkCl2nN/NWVb4L0kSVFtv3iefnpHofP5VyGTXF0lYC6c8n8xJ0DRdgG32rHPQVMN+fXN3yRaVhJfdKHgCSY9GGd0p42nPO7cdA6XMFQ8N9bznvqk3g787nKF4KVqUSkl9Q1WBNJ2tazTxEmIZE7nHj1lvUzGwFJMJk9P3FrJyz0EzsilV/NUC8GeL3D7TGVcyhu5WSDIYeAJJghN+XhB7z+3Ir9rUHlLjA0GRZBLopkISAJJllI5oCc5urys3SoOzvqGy7JgeHIIWQAApJgMmASpAoSgVxFQBJMrs6sHJdEIAMQkASTAZMgVZAI5CoCkmBydWbluCQCGYCAJJgMmASpgkQgVxGQBJOrMyvHJRHIAAQkwWTAJEgVJAK5ioAkmFydWTkuiUAGICAJJgMmQaogEchVBCTB5OrMynFJBDIAAUkwGTAJUgWJQK4iIAkmV2dWjksikAEISILJgEmQKkgEchUBSTC5OrNyXBKBDEBAEkwGTIJUQSKQqwhIgsnVmZXjkghkAAKSYDJgEqQKEoFcRUASTK7OrByXRCADEJAEkwGTIFWQCOQqApJgcnVm5bgkAhmAgCSYDJgEqYJEIFcRkASTqzMrxyURyAAEJMFkwCRIFSQCuYqAJJhcnVk5LolABiAgCSYDJkGqIBHIVQQkweTqzMpxSQQyAAFJMBkwCVIFiUCuIiAJJldnVo5LIpABCEiCyYBJkCpIBHIVAUkwuTqzclwSgQxAQBJMBkyCVEEikKsISILJ1ZmV45IIZAACkmAyYBKkChKBXEVAEkyuzqwcl0QgAxCQBJMBkyBVkAjkKgKSYHJ1ZuW4JAIZgIAkmAyYBKmCRCBXEZAEk6szK8clEcgABCTBZMAkSBUkArmKgCSYXJ1ZOS6JQAYgIAkmAyZBqiARyFUEJMHk6szKcUkEMgABSTAZMAlSBYlAriLw/yQkS8FADfW/AAAAAElFTkSuQmCC"/>
          <p:cNvSpPr>
            <a:spLocks noChangeAspect="1" noChangeArrowheads="1"/>
          </p:cNvSpPr>
          <p:nvPr/>
        </p:nvSpPr>
        <p:spPr bwMode="auto">
          <a:xfrm>
            <a:off x="307975" y="-166688"/>
            <a:ext cx="666750" cy="676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307975" y="938786"/>
            <a:ext cx="903751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 err="1">
                <a:latin typeface="+mj-ea"/>
                <a:ea typeface="+mj-ea"/>
              </a:rPr>
              <a:t>Istio</a:t>
            </a:r>
            <a:r>
              <a:rPr lang="en-US" altLang="ko-KR" dirty="0">
                <a:latin typeface="+mj-ea"/>
                <a:ea typeface="+mj-ea"/>
              </a:rPr>
              <a:t> </a:t>
            </a:r>
            <a:r>
              <a:rPr lang="ko-KR" altLang="en-US" dirty="0">
                <a:latin typeface="+mj-ea"/>
                <a:ea typeface="+mj-ea"/>
              </a:rPr>
              <a:t>구성 방법</a:t>
            </a:r>
            <a:endParaRPr lang="en-US" altLang="ko-KR" dirty="0">
              <a:latin typeface="+mj-ea"/>
              <a:ea typeface="+mj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dirty="0">
              <a:latin typeface="+mj-ea"/>
              <a:ea typeface="+mj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+mj-ea"/>
                <a:ea typeface="+mj-ea"/>
              </a:rPr>
              <a:t>CRD(Custom Resource Definition)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altLang="ko-KR" dirty="0">
              <a:latin typeface="+mj-ea"/>
              <a:ea typeface="+mj-ea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+mj-ea"/>
                <a:ea typeface="+mj-ea"/>
              </a:rPr>
              <a:t>Traffic routing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altLang="ko-KR" dirty="0">
              <a:latin typeface="+mj-ea"/>
              <a:ea typeface="+mj-ea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+mj-ea"/>
                <a:ea typeface="+mj-ea"/>
              </a:rPr>
              <a:t>어느 서비스와 통신을 할 것인지</a:t>
            </a:r>
            <a:r>
              <a:rPr lang="en-US" altLang="ko-KR" dirty="0">
                <a:latin typeface="+mj-ea"/>
                <a:ea typeface="+mj-ea"/>
              </a:rPr>
              <a:t>?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altLang="ko-KR" dirty="0">
              <a:latin typeface="+mj-ea"/>
              <a:ea typeface="+mj-ea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+mj-ea"/>
                <a:ea typeface="+mj-ea"/>
              </a:rPr>
              <a:t>Traffic split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altLang="ko-KR" dirty="0">
              <a:latin typeface="+mj-ea"/>
              <a:ea typeface="+mj-ea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+mj-ea"/>
                <a:ea typeface="+mj-ea"/>
              </a:rPr>
              <a:t>Retry rules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altLang="ko-KR" dirty="0">
              <a:latin typeface="+mj-ea"/>
              <a:ea typeface="+mj-ea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7056" y="1412776"/>
            <a:ext cx="4017268" cy="4346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6857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1BEF1B6D-EDD0-46B0-8C4B-4503BA8E5168}"/>
              </a:ext>
            </a:extLst>
          </p:cNvPr>
          <p:cNvSpPr txBox="1">
            <a:spLocks/>
          </p:cNvSpPr>
          <p:nvPr/>
        </p:nvSpPr>
        <p:spPr>
          <a:xfrm>
            <a:off x="294114" y="264068"/>
            <a:ext cx="7444968" cy="42862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400" b="1" kern="1200" baseline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</a:lstStyle>
          <a:p>
            <a:r>
              <a:rPr lang="en-US" altLang="ko-KR" sz="2000" dirty="0">
                <a:solidFill>
                  <a:prstClr val="black"/>
                </a:solidFill>
                <a:latin typeface="+mj-lt"/>
                <a:ea typeface="+mn-ea"/>
                <a:cs typeface="Arial" charset="0"/>
              </a:rPr>
              <a:t>8. </a:t>
            </a:r>
            <a:r>
              <a:rPr lang="en-US" altLang="ko-KR" sz="2000" dirty="0">
                <a:solidFill>
                  <a:prstClr val="black"/>
                </a:solidFill>
                <a:cs typeface="Arial" charset="0"/>
              </a:rPr>
              <a:t>ISTIO Traffic Management</a:t>
            </a:r>
            <a:endParaRPr lang="ko-KR" altLang="en-US" sz="2200" dirty="0"/>
          </a:p>
        </p:txBody>
      </p:sp>
      <p:sp>
        <p:nvSpPr>
          <p:cNvPr id="9" name="AutoShape 2" descr="data:image/png;base64,iVBORw0KGgoAAAANSUhEUgAAARgAAAEcCAYAAAAcH6uaAAAAAXNSR0IArs4c6QAAAp50RVh0bXhmaWxlACUzQ214R3JhcGhNb2RlbCUzRSUzQ3Jvb3QlM0UlM0NteENlbGwlMjBpZCUzRCUyMjAlMjIlMkYlM0UlM0NteENlbGwlMjBpZCUzRCUyMjElMjIlMjBwYXJlbnQlM0QlMjIwJTIyJTJGJTNFJTNDbXhDZWxsJTIwaWQlM0QlMjIyJTIyJTIwdmFsdWUlM0QlMjIlMjIlMjBzdHlsZSUzRCUyMnZlcnRpY2FsTGFiZWxQb3NpdGlvbiUzRGJvdHRvbSUzQnNrZXRjaCUzRDAlM0JodG1sJTNEMSUzQmZpbGxDb2xvciUzRCUyM0YwNjY1MCUzQnN0cm9rZUNvbG9yJTNEJTIzZmZmZmZmJTNCdmVydGljYWxBbGlnbiUzRHRvcCUzQmFsaWduJTNEY2VudGVyJTNCcG9pbnRzJTNEJTVCJTVEJTNCcG9pbnRlckV2ZW50cyUzRDElM0JzaGFwZSUzRG14Z3JhcGguY2lzY29fc2FmZS5jb21wb3NpdGVJY29uJTNCYmdJY29uJTNEdGhyZWF0MSUzQnJlc0ljb24lM0RteGdyYXBoLmNpc2NvX3NhZmUudGhyZWF0LnRocmVhdF9hNiUzQiUyMiUyMHZlcnRleCUzRCUyMjElMjIlMjBwYXJlbnQlM0QlMjIxJTIyJTNFJTNDbXhHZW9tZXRyeSUyMHglM0QlMjItMjAwMCUyMiUyMHklM0QlMjI5NjAlMjIlMjB3aWR0aCUzRCUyMjQ5JTIyJTIwaGVpZ2h0JTNEJTIyNTAlMjIlMjBhcyUzRCUyMmdlb21ldHJ5JTIyJTJGJTNFJTNDJTJGbXhDZWxsJTNFJTNDJTJGcm9vdCUzRSUzQyUyRm14R3JhcGhNb2RlbCUzRV5Rg9QAACAASURBVHhe7V0HeFvV2X6/eyV5xpKdAUkIK4SyV8JeoYyyYssJpqUFCiSWCRAg/IxSoJhRRqFlEywnJYwCJSSWE1YZBcoKK8xAIOxAQkhiSXa8JN37/c+5joOHxpUsyZJ8zvPw0KJzvvOd95z7+oxvEGSRCEgEJAIpQoBSJFeKlQhIBCQCkAQjF4F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0BWI+CvmTbBXrdwZVYPIoeVlwSTw5M7FIbmrXYucRQWzKA7Hl07FMabbWOUBJNtMyb17YWA1+X8UgW/MMzdeA4BuoQnsxCQBJNZ8yG1iQMBBhS/q/J7AHbW9fNL5zbeH0dzWTUNCEiCSQPIsovUIMC1tRbv6g++V4DRAFY53J6tU9OTlJooApJgEkVOtht0BPoQDBNwtd3tuW7QFZMKbEZAEkwGLwaeXVW2trltTLFitbAeDMFi0UPFamsglNfR5l/TuW3ryDZasCCQwUNIqWp9CAYErLa7PWNT2qkUHhcCkmDigis9ldk1ZYSflcdBdETYHhkaEdoAtDDjEyLlgRL3oscy+ZKzqaZiSlld45JkIhiGYKCDLih1N9yZzH6krMQRkASTOHYpb+mrdl7OoNkgHhltohgQf70Z4BaF8Jwe0u5zzHvyxZQrGKMDrqoqbi4NPaYz78bES8vcjb9Lpk59CaZLNv3ocDdslcx+pKzEEZAEkzh2aWkpjkn+1sBFAF0KwGqmUyKEWMeHrGgPlNYtuctMm2TW4dqq4ubV2sU69IsIGEZApwqUF7s9zyW1H0DxVVesIqIxm+Uy0BbUdh4zf8mKZPYlZSWGgCSYxHBLe6ufZ5x4vFWx1BEQz19ncfG50gblmgL3okfSobR3evneiqo8qQNjeiyu7x1uzzap6N/nqvQBbO8pm5kfLK1v/GMq+pMy40NAEkx8eA1qba6dnO9f43gSjCPjUUTsaHQdzzrcngqi1Bmjbag+6SALaS8yOL+Hfkyk/MVet+j6eHQ2W9frcoYIUHsRDNDiCDi2pvnzfWblyHqpQUASTGpwTalU34zyW6GQODbFNX/ilaXE7RmXistg/4xpx7OiLwFY6Tl4AnW0IjRujHvJ+mSDIi7Dfayu64cCA2TRDrTPWbI02X1KefEhENcCjU+0rJ1KBHznnngkBy3PEdDrg47VJzO3QlFOL61rWBSrrtnffTWVR4PxFMD974gIbzrqPAeZlRVPveYZJ1WwGvKwuOXuW5huddQ3XBKPPFk3+QhIgkk+pmmT6KuuuAlElyXQYTtZ9Kn2exc/m0DbXk2WV1UVj3EE1xKhMKws4kscdY23DrSfcO391c6nmHB8WNnMSx31jQemol8p0zwCkmDMY5VxNZmhNJ9d/ijrysninTqeQqCm5iLLhHG3LWiKp13fur5q5/MgHBVOBgP+IGPyqHrPBwPpI6xsl6vQj59/AjAsPLHRD/k6jsyvb/gi2X1LeeYRiHNZmhcsa6YPAb+rci2DR8Xbo868uqy+MWHLV5+rsopZ/zdR+LsgJvqktK5h93j1MlO/ZfoJu2mq9eModYMBTS8fNW/guzQz+sg64RGQBJMDK8M/c8oBrFle73vBamZoBHrK7m440UzdnnW4qsrmLw2KQE8RHQwZ8JS6PZXxyjZT31ddeQuIL45al/FnR73nRjPyZJ3UICAJJjW4pl2qv6ZyDjOfnUDHDGvoaMc98Vn++qZPnQFVrx+MD3yda+poK+kfgTEiWv8EvdbuXnxNApjIJklCQBJMkoAcbDHrZ5841tpq+ZiB0nh10RmflY717UO1L3eYbet3OZcysH+0+opCrpL7GqKTkNkOe9Tzzaj4MxT6a6ymBNxtd3tmxaonf08dApJgUodtTMnGC0yJNrx03qLvYlY2UcHvct7GwIUmqvarwrpycencRX8307bJVXmISvrzzNTToK5XU7GwdOKzSuuSGwRqVVVVWbEjuIwIMS2DFeInSuoaq8yMSdZJDQKSYFKDa0yprTOrJgb14F0WRm2yfHS806duQ4r+AQiOmAr0qUDM35T4bDuZCf9g5v5D2KZYFJo2LIn2NkJls7sXY3iMFxz1nqPjxSKe+sLYj1JgRBiPDplcVxLMIM2O/2zn06zjaCsrBxXVL3onWWp4q8s9REpFAvJ0C6mnFtctfDRWW2+181UiHBKjXiAU5MNG3N/4Vix5Zn8XrhLe1Y6vN0Wwi92M8Zyj3vOb2BUTr7HR5bywCMq/yb1oTeJScrelJJhBmNuWmVWHa6Gg8Cy2tfisw8ctGJgtSs8h+Fy/HQ90fpnIsBhYUur2lMdq66upWAOmLaPVI6A1xJZjhtc/8UYseWZ/97oq/wHos8mk0Q+DFpS6G042Kz+Rel6Xcz4zWsrq5V1POPwkwSSyqgbYxldT+QqYDwOYHe7GuEz9Y3Vt3FGUBlcRIljWRhVATXZ3g4g9EzE6f+v08r2DqvIqgKKoohiBkI0PG3FPcnYwIv8RWF/BfXydoumggG4pcTeIMBcpKz5XxRqAfmrxWo9M5h+KlCmcZsGSYNIM+PrTTxxrybd8BSBPEIw34C/bbv7LSfP6FUGY/D++/yqIDoh3aATSFMLJ0e5NmlwVNRbQnTpgi7GDYY24IhlR7N51TSwcz1t/S8Qj4xlTiPSrRtQtTokXt9CDzzjD4bf5NwD6RpBykqOu4fl49BsKdSXBpHmW/dUVDzPRH7q6ZdahHFbmbngtmWr4XeVXM5TaRGQy8xOl9ZFfXsy+VCXzFak3ZuZGxWAEdZw1KoWpTLwznPNJwR9BCCGkzHTMWzTXnHZDp5YkmDTPta+moglMhq0KgXRd044onbf4f8lUY/25FftbgpRYqAKmHxz1DeMi6eOd4XyBFHPxaJJhByPcEQB+PG58GOutun5M0bzF78fd1kSD2lpYLlzt9AMoZEBnnc8vm9t4j4mmQ6qKJJg0TjdfcMoWvvb2n34BnZksfHwyvJr7DEPxVTs1k3ehfZqS7nA39Arg1LNCVA/mvpJIuWoggaa6wkDwM+gTUMrMlDHwhQPK5FS97mw4u7Ja1dndrYuu83mSYPrPjCQYM6s1SXXChVdIRXhHkfGw2eXsYJMxfHsNj4GOjrYttnzouZ97/nfxRLzuR8dONsITAMabgYRBi0vdDYk8maPlnKknaSFdPJlbzPTVt44CWlCSohcknjw53z+hdCWIN4cvlQQTfpYkwSSyehNoIy5ffas/+JSACb0+XOAHEa82mVHmNhHMBkb8BneGbsQrSEeeTlDBSgGI88mInsd5RLCGDfAUBhMCAgT6l0b6q2D+ttS9+CUz0HlrKs5UQG7mxMjFGIKC0+33eR4y01+8dXyuiusBuqJnO0kwkmDiXUdJrc+zjivxBfJ+JEZxL8HEIXuTrciMBa1ZhbgWFv+Pzh9A2MJsmxTXCzK4XcSgYcZqRcE7pFleYpU//U+T8t3Jm5LHCYz8nfl/J/B0EfUyUZ3E3RbDtqPD/W/xWpfU0mVn1LEMoBJJMLGhTXgSY4uWNXoi8NNpx4zKLyhcHe4+IZ/pV8kMjGTsYKqdqzlzCCbsYhCEozN/quuhB1TYQKpew8Ckga4cBi//4Av/pCNeNu+8abbPZlfl4zq4n3+T3MHIHYzZNZSSelEDJDFesdd7fp3MY1KTq2KNgujWtikZaEYI1S9zuBf/Ldmq+F2V1+vQr+hrSSxCArO85I3wRyTZsyDlhUVA5AsiVVkW7kdiCpQUB7en2578caDwrZt5wkQbW6/TdT62695kaBVxPPqP11LQfexK1uibayqm6EyNXUk0+5WAxvrM4fWL/5ms/nJFzpBbgIM1ca2zyvcOdoYnGKETMf/LXt94aiL6iSPRxpppLo21Cwk0IR5z+kT6y+Q2RPjUXufZNZk6Gl7qqi7Cc4aN/0vAWgqok0vmL5TZJPsALwkmmSsxiqyWmopddKbl4TJsiGY6c0eezgfFYxgmUrS2rdWPCmnabQzaOpGQmWkafnq6YbDGoZOHz31SPKUnpQgfKIb2IhgRjQ/FnU+pu3G3pHSYY0IkwaRpQjec87txaqhDBJaKjDnjP456z7GxVBJWpBesmnYiVO1vxNhBmATHajM0fuevHO7GHZI11o0zp+0RDIU8RLRdVJkm5y1ZemWTHLkw0zRbXU+weSJmSPj8QZv0iBXmsXX61BMCin47EZL2IaUJgtR2Q9AVXa8uSdI9SJehnzYfoOhe48ZfDOUau3tRQr5fqQVl8KVLgknTHBhezqs/+ATAr6J1KY5QShgjMRE5zc/qo6TgKLOGbmkaWkZ0I+5eVvKqfSe532sbqEIi7gyBZ5uRI17+dFWdVjpnocdM/aFWRxJMGmfcW+18UCGcFukeplsVQSC6Sq7hmwJmN9c4b9AYFyQW4yWNAxzUrigILXiOY96TCXs0r6+euq8K/XYCDjJ76BS5pUpJnZQqn6dBhTQJnUuCSQKIZkV4p5cfpqjKK7EIpkse6QR+h4HRBIwbiGWrWf1yoF6AGC+ErPlnD7/3sVVmx7MpSNctBDotbH7tKIIG8vpnVr9sricJJs2z53M5A0jECTHNemZ1d4T1FsYfYgVT59lVZd7WQJVCyp/AvG1CY9ZCRznmxZdTKqF+srSRJJg0T1yziOEK+qMIiCRLChEQABPPdLgb6/r2sto1ZUQ+lP9TgHP6+hTFo5GRiaG+cYdkWmDH03821JUEk+ZZWnvBKVvktbeL7bs1zV0Pze4Y79lJmQL3orXtrsppnaRfoLByAIMjxrwxC5QCOqPE3fCA2fpDsZ4kmEGYdW91xQNEdPogdD1Uu+w04sowVLOXt7GAEo6adnfD8Fj1hvrvkmAGYQWIXYytrW0ZEY0ZhO5llwNFgKCrujJrWP2iewcqKtfbS4IZpBn2VTsvB9H1Q968f5DwT7Rbw2iasdRe33BgojKGUjtJMIM02yK/M7H+YEwz9EHST3YbHgECvCXQdpTpYs2tEEkwMXASnsq+6VPH2YDdWNWDsZ4+zcAuZPpdlXMB/QwMwZAKZjDKzDoUtKjKpOI5Cz/KTP0yTytJMH3mZNXsqrKi1sAlKmgqE7YnQGFmAndBJf6XSMWoAx0K4xMQnizxWm82G/KyKzbvsncJyp6ZtxykRtEQsFksBxfem7xUuEMBbUkwm2bZP2Pa8aSEbtSJdjFeG8zEhBWmLCQM+ykA0Aqm0LzSuiV3RVs4flfl2wzedygsrlwZo7h10UG3l7obLsqVMaVrHEOeYDaFUbgTjONB0dOhxpwUNvY5K8DqxSXK8JfJ7e7leOevmXolWL9OmtjFRDJjKhBEgkhcWur23J4xSmWRIkOaYIRzm0XRnwZjRFLnTBAN0ZetgVD56PlLvvhy1nHFozvzzgox/pH62C0EKijoOs51dghf36QOLR3CyGIB8gqAYAAcECYsg1MY3GoFTU3GvdvgjGDwex2yBCN2E8z61Ykm9jI1dQxxe3M/KbqXdHV2qkNZqqPHwXrIUbDuPtFQT/vuKwSXvYngJ8uMjzXjCxFsh/0Glp33hLrlWOjNPoRWfIzQsjeg/TTgcMWmh298FAotLdFHHtl3F2paiKxoIDAkCcbrci5WgBM3eyizcXmbGjCMe5rUrjbxFz//5OmwHXQkYO3vgaD7vWi94xroP4qAeplZ1O13RMHva6CO276fghwKob3uZgQ/ejflyuvAGmhKddm8RU+lvLMh0EGKl37mIeitrryGwCdsCuD8jaaHniCydOSx4hU3MAHQ5i9UoWCHppGVmMaD9clEJIyrRmba07LtiBOQf9IfQZbI7k3aF8vReue14AzcydCIUSia8X9Qt9sx8oIJBbHxhkugpZgkdfDnpWP23o1qa0OZt3qzT6MhRzAtM6sOJy2Y12nJ/yyemCFiate5po7Op1CFzspVAMZkymVt8VW3Qd0qRrSBUBCtt9citPLTjFuleUeVI7/qzJh6dT69AB2Nj8SsN7AKzLqmTpE7mIGh2N16yBFMcmAD/DXOh3TGKQTjSXvQChUUYtiN9RD/jlqY0fH4P9H53ycHTddIHRe6LoF14kEx9Qq++zra6m+NWW/AFRjrNWv+PvH+ARpwvzkoQBLMACbVP3PKAawpLwOUNwAxA2pKefko/ut9UIbZY8rpeGI+Op8XucMyqxRddB0sv4qd9SOw9GW0339HWpQnoteDhcHfjuhKhqewy5WPOneHuE+T8V/MT4EkGPNYha25sdq5V5Dw/mACWTT7Wlh22j3mDmZj7fnQfvphgCNOfvO831Qif2rs6BXt/7oPgf/9J/kKhJEojOsY+JpZ/4QUZRR0TADBz4wfFPAPUJQW0SykBV9UlaL3He5/f5UWxbKsk8H8LrIMqsjqeqsrFxFx5WANSFyOFlZfDGX4yKgqhD56B20P3A3e2DxYqvbrV3GUoeiym6GURTdF0r77Eq23XJEhl9TcZVIpCrFIWyLeITUGtxPTh4qiLCiuW3SP3Omk/AE1Y9ZxShURzovNLqeXgZKUdhRFuGWHnWH7zVRYd90bUCNfCwXf+C/an5gPbjX+AA9qEce6oouuhTJm64h6iCd2beWnaH+sHtziH1R9zXQuwjmIpBAAt4LwtqpYrxs2Z8ErZtrmYh25g0nSrHpdlfUEnp56q5fIClN+IdRf7QZ17NbgQAB5hx8LZdTofg0Cr72AjoUPgNs2Jmn08YuhEgeKzr0C6rb988cF3n0dvPZH8MYWaD98i9DK5V0HluwsRqaDYGfINeJB4z5nSBVJMEma7g1nV1arzHeA0WWnnwFFvCwVzboK6vid+pPMW6+g46F7B+XIoZQ4UDjzT1C375+DLiguch+6B8K4LpcKgToooOxdMn/hilwaV6yxSIKJhZDJ3/2uyie5y4AvowrlF6Dw7MsM8/u+JfTh22i97+a0+ispxSUonH1NWLudwGvPo/3hOdm8W4kx96QT8Q32Oo+woxoSJasJRsRu2aq1tGOw/UXWn37iWGuB5VtmWDJx1YijU6HrYljE/UyfEvrsQ+N+Q4/L16fvsjF3fKGiYSi+5K9QRo/rp0fni0vQ2fDwoOyo0jlnRAhpuj6rrH7xfensd7D6ymqC8bkqrmfGuNL6xj8OFoCiX5/L2QCGM9U+RwMaY34Bis67EpYJu/QTI+45xM5B++aL3r+pKtRtJ8Aybjso2+wAKiruMugj6gqD012YobduhP7zGmjffwV93U/QVq8CQsHNVcSFbuHsa437ob4l8MISdCx5FNzRPqAhDn5j6gA4SMAGJu7QdTJAElfuTGwjUop01tZayDJvWN2iqHGDBn8sydEg2wnmUQIdWeL2bDlYT4LfnDHZUWpzrEupV3Zy5hrCKK/wgqthCXMnI0im86nHoX37JWiYHdbd9oa6wy7GC494So6n6OvXIvTlZwh9/B70H78FCopQ8HtXWEfGwMvPoGPRg12hJbKsiNciBfCzjhW6Qq9B549Um77efu/iZ7NsKClTN6sJxu9yLmXG/jrjtLK5nodThlIUwSKhPRFOG4y+E+nTIJnz/wLxrN2viJ2I3xs3oUTVQ+x0dA1Q+58ejSfzh+eAtey60CWQrrP+MCnKw466hucTmYeh0iarCcZX7fwchB0HKwnWylnHlYzozPuJkDkvR6YWbl6+8URsxjzflLwEKgVef9F4Lcq252cGfCEou4x0L1qTwLCHXJOsJhi/y/kOA5PErGmEO4bXeS5M5ww21ThvUBiXp7PPZPVFZSNQePp5YV+XktVHJDniGNZ2383QvetT3VXy5YtLWi10yvC5Tz6RfOG5JzG7Caba+RQTjhfTQoAW0kO/S9fEs2vKCD/U9wBENkPN4PVi2f5XyD/FBXXr/gGeUq62phk+RR1P/juj3BZMj5voUUddw+9N1x/CFbObYFwVdzPo3O75I9DP7VrgyC3nPfVJqufUf075sRxSnkl1P6mQr249HgUnnwU1zItSKvoLK5MZoa9WoH3eP6A3Zd1OZoPD7UluHOe0AZ/ejrKaYDZMP3GGqlrqe0FGWMUh5dDSeYtSGh8yWxPYi8BUBWdeEDtAVZrWob5hHTbeegW4STzEZU1hnZXzymRu6pgTltUE01FduWMHsciy1ysei9jJ/JzXMWHCXc+kxG3Yf7bzNNZx/yYTh5ggZ0oFZeSWKLrgaoh/Z1LRfU1ovfUKw34mWwoBb9ndngP66ltbC8vhL0+2TJ7cfyQLlo/UP911gX51LfTBMqtIN75ZTTAvTZ6cv8+Ojle7L3p7gicsJsG42+72zE4GqN7p5YcpVuVPuo7JJPyNsgw5stpQfNU/oGwxNhlwJF2G9tUKIzB5FtnDaKRqh+iaZT8CHwHmnUDKKDDbjfgNYYybxZIRmUEhwjoQNWma/prFynfa5yxZmnRAM0Rgln0m/VFrqik/W2FlTkQ8GesJeKykuOQmuu1B096s66ord7SSfgQznagQDmSGsDYT3vhZWay7TUThrCszV/f2VrTe9zeEVmRP2mci6MwiIgwL2+b4sTUyTpAu8i8R83KLqj5RVKDeT7ctaIpfWGa2SACVzBoIV1UV+0uDqzdlCQivnJhIBe3EWMXE70PHtyqUzqDCm8PwM+sBYioj0HYKMJ6JxgBcnG3HoEizQ8LJ8PTzQKPHQi0dGTa9yWDMrIjxIi55A2+9gsCrzwGDmGhtMMbfs08RxgqAn4jvCUK9JxdsbbKeYMQEbahxXmdhXGnO5W6wl9Hg9U+KApSNgHXH3WHZY5IRLkH4Fonjk/AvSksRZ4fODmi+DdBWfIzgO68abgWy9EBAHKJA68B8Q+nc7E5Zm6ZVldrlIy7WLljt/IaArVLbU3ZJF97TyvBRCH74DtgfZtetWiDsYSx77QfLr3Y3Ln+FK4FRkkU43ZcR4ln6848R/Pg9hD79ALqIDRwhiFS+81TDCC/4+ovgHg6T2YV+crQlpqUlHcUV9NBDPydHYnql5ATBCMjWnn7sHnn5+cty5Ugz0GUgIsYV/+X2rmwDoSBEOITAGy91fdiRii0PqnBuLBsBdZsdjEBVIs6vIUPsckwUcUkr8klrn39sRKPj9T8j9ON30Nesiu4WoFqQd+gxsB56NNSx24DbWtF629XQVn1totdcr0IbdZ1nDpa/3UDQzRmCESD4XOWXgpWbsvcq9pepJHtpV57m8TuBVAtCq79DcOkr/UMqRJj9glNnwnboMb1+FR+/9uVnCLzzGkQA8IhxeUVMX3FtKTJFWqwgq9XwsI4awpl1cDDY9Qokdh0d7WBN63J0jFDEbkkc06x77w/LbhOhlPVOminuZdr/eXv09U1kZIS07rW/8W+y2RD471PGnU4uFQJpOvMjpfWe2OkXMmjgOUUwm0kGyl+zIXxC5HVARoAo694HAOLeZFMRyeD1dWsQ+uhd46ihr/4+7K5AxG0pubEe6D7u9OlIpI/lpvXQ1qxCaPn70NeuNo4kvH4tWNdTtjzFXQ8NHwl1y62MWLzqDjtDHbONEWcmXNF9G9A25yYjhETfIo5zwlnTsuf+sGy/I8Ql9uaiaWi96zqIYFrZVHp+jH3vE40Tq7gEZrxur/ccmi3jyjmCEcALM36ElIcZGJ4tE9FTT3KUYdi19/xyHxJmEHrTOoRWfIzQB28h9PUKcIvIEtC1LPOOcSJ/WhwxuAKdCH3/NfSfV3cFi/r6c6CzE3qnkWesi3Q628Ht7eCOtsg7ksIikC0fIkyn+BLEDkjsUsRxTexUlNLhRjS7mGlue/TQMxeSseMZvxOse+4Hy467QRnTPzJed9PgsjfRVve3zJl+AYgCDYxOYmwk4rU6k7hX0Znoe2L+2kJoDxFbmKEpRGWk09Y62LCKJMK2DIxl4Kd2aAeMcS/JCv+KnCQYMSFcW2vxrf5gLoDTSDxSZ1FRRm6B4tq7oiaz7zkcQQrBt//XdSwIBVF04TVhswnEDYGuGcG3SQsZT8naTz8aux5xBOl1vFJViPzS4uNXy0aCRCYDccSyWgEaGPTB95eifd5tsB4w2fgnbBybMAMz4g3fe2PcQ052A4K4P9GXWVUs6WjXHh1qmQVylmC6F8ryqqri0fbOv5FCZxBT1ljgFp77Z1j32De+9R4luFN8giLX5vY2tNffiuDy9zdXEqlRiv98a+z82MlSwoSczqefQEfjv0zUTH4VkUGACc/k6/hTfn1Dnzikye8vkyXmPMF0g89VVTZ/qTJOQeBGjTCRmLfJ9BcncdTJO74qoz5cgac4eogjSHcR7geGj1OMzJLp+BD0Fj9Cb76EdhHgUFwyp7EQ4NVB8x0B+7U0f74vjV1nbFdDhmB6zgBfcMoWGwOhnTQtsJOqKmNCGsaAmXQFW6tMowj65viODEX4NH3NJDKD0lRKln2ImSVBBMUx3LjMtB58pPF8KyLzD3Zpc9+C4Htv9CIYseNStxgzaKqJJ3FxnAq+9QpETOA0R8rTSv9fwAAAIABJREFUGXjIUVBwGd3x6NpBAyEDOx6SBJPIPLDLVeindWvBhvtA2ot4aVHGbmtka1S33xGKvSxqitiUKcjctYN5/xf/PLGDKb7oWojL6XQWkZkytPLTrovuFR9DXHwPRiHgC7vb0z+L3GAok2F9SoIxOSHe/5u6DbXwSuAX/yWTTZNeTeQ5su1/GCwTD+669IySizrZnYuPuG3uPyC8nzcfkUpHdOWYDpOmNtn9C3nGMeiDtxF840WExIvX4JcvHJJgws6CJJgwsIhk9j3/s4jdIV6lmtd8sJG5d+yZwV7bZC+D7aAjkHf4caDSFL3Kd7RBW7vGsKo1jiJv/Ld3WAUi2CYdAnWn3Y28SyRekkxa/saDn0gO1/H0AoSWvZlRCdp0xmdl9Z7+CafiGVyO1h3SBLNx5rF7hLSCWcw8CWC7QjScCYWGxUKPQoYJKwm3/IxdBsLvyPCWTtIxRV+3FsFP3kXo7VcRWvW1iEnQlV4kWhJ6cT8lDAMVxXgBs+xzIGwTD06OX5OmoflyV3ifqkGeFUkwkSdgSBHM+nMr9reFqEIHTiWdRzKRVXwSHNUGfpBXr8nuhfFZwRnngwqLTLYIX01b/T2CrzyL4AdvQ2/2DihvtTC0U8Zth7yjphjGcWb9mSINoPlPM8DeDQMaXyoaS4IZ4gTTVDPlFBXqLJ2x56YcRjlHrOI5O79iAIHuO9oNQ73O5zxdrzDJLKoKy4RdDevigWQxaLv3RgQ/fDuZmiVFliSYIUowvprKo4n5Bh3YJ9useeNd+QVnXQjb/ofH28yoL+5VOp6Yn3LfHbLlIf/k6bAd/GtAERmb4yudTy9AR+Mj8TVKQ21JMEOQYHyuynowT88Fz2oz30jx5X8zEtXHW0SMljb3renLT0SE/MpTkXdMZdx3M8F3XkPb3L/HO8SU15cEM4QIRrgGjHWEPgPxkAk+RaqKoiv/YcRyiacI/6W2ebfF0yQ5dRUVecdNQ375KXHJEwTT/mgduHVjXO1SXVkSzBAhmLUXnLJFXnu7OKTH96WlegWmWL5h6PZ/10HEkDFbQl98gnb3rYZNyaAU1YKCqjNgO+IE092HvliO9vl3QORSyqjC+MJRLw3tws1Jzlx28uyqsubW4DIGhI/RkCrW3fZBYfXFQH6BqXELj+j2+++E9l3/OCsRBQi3hS3GGrFbehrZifoiPIOIgCdenYStilkzfRF+oUgc7UZHDrvQUx8jf9LNl2VcJkgCrSupa9hSZBkwNQEmKjFDaa6edqzOvDzVSQRNqJNwlZwhGJ/L+Q2AbRNGIkMaiiDcIm4KCooQy+9JhFIQYRPyK0+DdeJBpkYggk21P3Sv4bNjulhtRvArpXSEYWwnYur2LgTrfodCHTOuK0PAa8+bft4WaWyLxO7LJDl2LHwAoU+WxXyOZxGi37sBgpSiRdUzjUHUiszEeKSEtnCR2x05YI7JzkSmjKay4CKFsT3ZtKMddy8RazsrS04QjP9s59Os47jIMyCWG20kcCcDbdBpJam8Xhf5bHTkESm7ieBUBIiwaIrIcTMYRnXWPSYh76QzU+o0GPr4XbTOucm0pzEVFht3JSJQVOvd1wPBQESYlS3HIr/894ahnRHsKZpRXg8pha5LTBNkXF8Zs+H13eF5GPrPa+JqmlhlbobC9fYtm6+k2pc74pUhLMj91RU3gGgWgEKxVkvdnoEZNsWrRJLrZz3BeGsqp5LOT4R5LWoV4QVDrN07vCD0Eu56ZiNqaxWqrQ0ZrgC1wlq3FqitNdJ4drsH/HzBKSMLOjvKdY1PhsITwWT+YmMAkyPi0Radf5XxIaes6Dpa//EXhFYuN91FwannwHbA4dh402XGc3asIo474tgj7Gk6n3rcFMmI41XRuX+O6w4plh49fxfJ3EQA8TSWIDPeslmUmwrnLHomVppY33lTttMDymUK6FQAmwmFgQdK3Z4z0qh30rvKaoLh2sn5vh/tnxLRdgYywiRXIb/O+KcDI68cyHbVIJzZVY7OjaERHeBpAJ0D8NhUPXtbJx2MglNcvWPLJnm6ta8+Q+sd15pOzyqcFwvP+TOUEjuaL+oTa1pRoBQVg9vawCKwd/duRVFRfM2dhi9S6+3XRM9i0HMXM+tKiOyTqSgi4l/LlTNTITq6TLEeCUFmWsukNwGkEeNnVrgFzNsTlCKCEQpTpGzo9S0yod2qqAcUz1mYPakuw6CR1QTTfHZltaaze9MgmIgW6CG6NBWXYuurp+6rQPMoRsbH5Bd13HYoPPsyKCO2SL7wTRLbH74XgVefNy3fOukQiOwEIjdRy8VnGnFpxEuVuBsysp7m5Ru/CQM6BALQfvgG7Pei8Lwrjdg17Y/VI/C//5jqz3rI0Sg87RxTdeOtFHj5GbQ/6o632aDWJ+D2ZOVVH8yBZDXB+GY434CCAwHSWadLS+cuSqkVltflbCDAmaoJy/tNJfJOOLnrg01yYCvhqNhiOAt6Tasv4uzmVZ4GYkZL7SzjnoQ3tkAX/kAi+LdIVaKoUIpLjMDevLEZ3OwzCEb4RHV4/oXOZ54w1Z86equu3VISQz6IC22RpqXtvpvBHe2m9MiESgxe/hV+2G+S+70BXxgP9niylmDaXZWHdEAXQVeHWwj7Datr/DTVYG6sqbhYY+WWVF4Aq9uMNyLmGz47Ii9RNKIRH3ggAMvW46NG2Be4iOfjjbXng9n8S6rtwCNQIHYVqgWdSx5DxwuLjXxH0Ypl5z1RdGGtUaXt7r8i+PG7pqZFHKkKzrwg5mWv/v3XCP30Q8RwEN1ZENi3AaEvVyD44VumL7RNKZriSgR0UkDdq2T+wl8C7qS4z1SKz1qC8bkq/wnwEapqPWPYnAVxvLkmDqf/bOdprOPBxCXE2VKQS9QIEV0/Gvc3IlRDhDxIoo646Gy745q48h6JGLuF5//FyGMkdgOtt9caO4JIpecxTwQH33jtBXHZrOSf+FvkTfldRPniWb7l8mpjlxTdAT5zw2pEXQFGrhf6rcPdsCDOlZKx1bOWYNbPmFJhIctOjvqGm9OFblfg8GBnuvoz24/Y9RTNumpT9sXwrYw8Qe5bYr7qiJi/4rlc3Wo7WA6cDKVPDODAGy8i8Opz0L79arN9iQh0ZTtgsmGVq/SwJhbpX0Xys9DnnyD4/pubiCHyqMTxMJr7AHvXY+PfrzJyN+VaIUJIgTprWN3C+3JpbFlLMKtmV5XNsy9orq1FKJ0T4qt2doKMW/+MKcJWRaQNEfmUwhWRKzrw4pIuT+QotinW/Q5DQcUfuiLjRQrDqWmbM0KK4491171h3euArr7Fka5vEQZvgU5wix/tj/8TIl9RpGI7/FgU/L4m4u+GY+b9d2RkTJgBLoY2QL/G4V6cQZniBjiiTc2zlmCSM/z4pXhdFd8RKON8nYZd+Q8juFOiBGM79GjkC3IpLgG3t4IKiowdR+jblcDGlq6Ur2O2BhUPMy56RewY4SwpMjYW/K66665IZIP0rYf2/TdAYaFxlyQcMYV1r7ACFulpOx6p65VTqae+sQgmsPRltM+/M+YuLP5ZHbwWzPgOFvXC0jkLPYOnRep6lgQTJ7Zel3MxMab0tlqIU0gKqouXG+vuke1Ioh2RhBtA/u+qoRQUIrDsTXS+uAQFzj8AgU60L34U+pofDI2FEaAIaiUIo/PZhV1HHiIUX36LYb0b+O+TRs5ssVsRz+0ilQl3dhikIGxcbEeeCIRCaH98HkIfv9cPhVhHpMALi9G+4P4UoJd+keJ2TQO7O6BfmS1pYBNBSRJMnKj9PKPiTJtKc/vG7Y1TTNKrC3+kvGOnRj5eRLrkFQRx5T+MJ+eOpxYYKUDEMcp26DGw7nsoAi891StFiXhCN3Y5zV4jraxBPCO3hL7h517+R8IxUhCMJry2H55j1BPpVkRaW0FQrX+7HCLtSM8iyEtE5otU2h+8G4HXX0w6dmkVSGgnYGFHfsHFWwyBHEqSYOJcXSK7QMvqD1r1LuvLjCniklU880YqkZ6pRVaCollXIvDmS8YOpPuORjhcFs68HLpvA9rqbgFEwG/xYrXbRFj23Nd4+hUvS8JpMpwLQb7zD7Bs/6su0vr8481qiYtgy857IPi/5xD85JddjHB2LKy5FJZd9oowBEbLpdOhx2HHkwmTQ0Q6s/4Ng16zEP+tuK5xRSzXgUzQO1k6SIJJAMlM9NyORTCRDO3EUUYEf+p6GeodvsF28FGwHfRriEDgwmhOeG4L+5z8384wyEPsQFqEbU3PmDJEBkkImSK9SOfLz/byZhZP3iJLpe5vQuCFJZvRt4zfGYXn/Cmiq4TYIbVceU4aPKPNLwiRcA3g5wF1vaJy17cUAgKk6QpxE7Hlp5BV/779Z9vKcQsWNJmXnDs1JcEkMJf+syvfZJ0PSKBpUpuIC1SxAxFHGUEEwps5Wml/6B4EXnuhVxUaVoK830w1jh76mlW9m4v0I/sdZsjmZj8C7/wPpFqQV/F7wzZG7GL85528+WikDB8Fyx6TYBm/k7Gr6XzlWaC9jzGqLQ+2g4+EeMLuGTLCdnQFCk6K7Ncn7nva6m9F6OsvgFAwqTgmIkw8xmnFoa1G3Pbkj4m0HyptcppgRFwNWrAgqfEVReoTa1B5msHpzZPac0UKR8Mtxnbdk+wxEcrI0abWqwgwJexI0NkzkgAh74QqhJa9AW3TZW5fYda99oftGKcRqkFv9sO6y55dOw1m+C/4vXHfrWwzHqKeeC0Sr0vBD9+JuNsQtjbipQr6L1bFRRdcHeV41KWRcEUQl8MBkavpq8/6jMMUBEmrRIT19jrPyKQJzFFBOU0w3pqK5aQrn7NOs5PhAOk/p/xYDinCuWZQYnSIewrLr3aH7bBjYNl1n4T8lYQ1rjB+61lEiAVx1yKsbyMVslhg2esA5B05xSATsXsSpWPRgwi88V9j9ySM8oIfvRv3MUY8Zxed8ycjyJbZIgJJBd99zcgyKY5wZmPPmJUfsx7Ro466hgHkiYnZQ05UyG2CmVHxCil0qDC3Z+JPVCh/L3E3PBDvzPlcvx3P3PkgEQvHyrRjJo4jtqPLYd190oBjpoQ+ehet9/UOOCVcDISXdKygTOJupXDG/0FE3RPGc+JFyXiGfvAehN5fGtXPSRm91ebn7r74F519GSx7J37iFHqLS2qxc0p6Tqfwi0ULMCaNqvf0De0X79LK+fpp/1jSiWjzedN20gPaMgBGsNpNHiotpOMTTcWLwVDw31vOe+qTcDp5XeVHEOhIguJi8IgYzi8pGZZwHMw7usLI9wzhYZ2kIgJBdSx+tJc0yx77QvgeCWdCcX8iiKO7KFuMMchNXNyKXU7gpacRXPGRYXcjLoJpmN2w0BX2M8JmRrwuGUXE8R09zojQJ7yZ++6cRBUj5W3NpVH9qEwNW1gMt200fKU6nl0ITdzVpKgwc6uD1AnkXpSOMHkpGkV6xOY0wQgIfTOm3gtFDxNtiHQQd4KxEYQOYvqJwcLW3QFGMRQUgTl/MHYsQm/b5OOQd+JvoQyzJ30liLuM1rpbDBuV7iJ2McrYbbriAYvE9eIiVaR+FfFfxD95BUbc3M7/PQvti+VdRxJFgbrVtrAdfpxBEJrICClCNnS2G5fCglSMf1r8YWPjihAPxZfdFD0Gjq4bNjbC1sZsEZkS2u68Dtr3X5ltkkA9+lGDVq+z+ujI+obUsVkCmmVSk5wnGAG2v9r5FhP2yyTgo+lifHhX3ArFMdyUyuK4InYdIhi3eGomRUHhzMtEeL+I7cXH1zrnZnBT7xQg4vijjt8Z6lbbGAQjFoje4kPos4+iHqFEyE9BNjRySyi2PGg/r4H247ddWQbCFCM8w/TZRjDxiEXE1H33NQReeRaW3ScZmSvJ7og6rm5ZwaUvG35LqS5E5Nd13OEI2m+j+fOFm7csPRAYEgRjkIyr8m0G75sNsy+eeQtnXxMx5snmMQSDxtOxuGTVVvYOh1N03hXGRxmtaN9/bYRgEPYtaS2qirxjYydeC339Odruvn5zojWRMsW63+GwHf6bmKlOgh+9g7Z7bkjbsBjcSkx/ddR7bkxbp1nQ0ZAhGDEXXlfl4wSObIueIRMmnoCHXXuPkYOoXwkFEVr+vmEYF1zxccQo/+r4nVB80bXhPZx7CBUvMO2P1PUjqJRBYctD4SkuWA88IkYwLUbrrVcgFC7+DBHU7SYYOxrLpEOhFA/rp+5gpZlViJ8oqWvM+DWWsvntI3hIEcwmkjlfAdcykJZsAYlOpLhAzSv/fVdkO5Gg/ruvup5l330d7G8Ca1pM0XnHnQRhsh+riB1M5+JH0fnyM7GqDuh3cYwqnHWlqRS34lVIGAYKY77IhQCbDdY990XeYcdCnbCzcXwSr0qtt/wZuhGYKv2FGfNK6z0z0t9z5vU45AhGTMGGc343Tgl1XEegaQCH2SZkxkSRo6zrY2TuetnZ2ByXvQflF6Lg9HNjhqHsYjDNcGoUMXS11avitmWJhpiIV2PZbR/kO081XqpiFUEMrTddGl+K2MIiI9C4Omo0gp8siyv2cCx94v1dvFYqpFxlr1t0fbxtc63+kCSY7knsqK7csQOoZugnKQqNZmbbYL0apWphKWPGoXD6RcYFrJlixID56F10vvy0sRPo+Vxtpn3POkZK2Qm7Iu83Tlh22MUUtKI/kcNI+ybbH2bID9gmOtz/TuVTVrxTkvb6Q5pgeqItjOkIwdPA+q918HgQ7AAVCIBEpseeReQJJZ1COuBXCM0gflNn2ouYd8u0ODFCb3HcKph+kWEgZ7qEQgh98QmCH7xteEMbr03Cg3qTV3VYOYoCsuVDcZQZZv/W/Q+Duu0E012KWDFtc//eKzyE+caZV5MIt9vrPLMzT7P0aSQJJgbW3Rkfe/1lRv8k52svOGWL/PaOTwfVRynKWNQddjai/Yvn4USKvrHFiAEjAlcFnvP03tkQGb5KtokHQdlyq4SN5joWPYTO/yxKRL2MbEOAz+72ZPRdX6qBkwSTRISbXZX/1MFnJlFkUkUJy2CRPVJY5iZaRE6k9rl/7/W6o5SNQOHsa437j4QKMzqeehyBp5+IvkNKSPjAGolg3NDUimBeaIOi0wRotIcqXEaYJjGEIWbkQswdKujA4iHsUiAJZmDrb3Nr7/RpTqjaI7TJLSFJYpMuRvgEiRi6lp32SEw2s5HYXlwIdxfh2V00u9bwpI67hIJodd9i3Puk3WEx5u6VRQLze+zuxvN6VhUpizeusW+vsrJrELiRmbcPl1JYRHSwgC4a5m64M25ccqSBJJgkTGTLmVWHa9bg0wDiuORIQscJihCWwvknnGy4IyRSRPqT4Htv9CIYER5T+BzFU8TzuLhzCX3a27s7HhmprEuET+11nl1j9eFzVVwPpnNBcPSvS/c73A1nxZKRq79LghngzIo7Gl915U9EHPv9dYB9Jbu58CEq+O30yClKInSYDIIRl8atd13fFWohAwsD7SE1eOjIOU/1j04eRt/VZ0zZqdCmPgJg714/E9501HkOysAhpkUlSTADgFnE5/WveX8VmMx74g2gv1Q0Fc6N+SdP7/IJMhmJYkAE09mBzucb0fHsoohWyKkYZ1wyWUChXGN3L+rKgRtH8dc4lzNjl+4mDP641N2Y4Hk0jo4ztKokmAFMTHNNxQKd6aQBiMiYpurW4w2rXyPodgyiSYhgmA2fKRGgyjAYzODCxP9zjN77SKqtTSipX5OrYo0C2lIY3JGuP+qYu3jIBqaSBJPgQm+uLj+LFapjJkuCIjKvmcVqGOSJ9K3CQI5s4Z+04yWY0Kfvo/OlZyD+LWxdMr3ooEPL3A2vJapnc03FFGbFw8zERLeXuhsuSlRWtreTBJPADP502jGjCgoK32ZgmwSaZ3wTwwJ3+x1hO+QYWHbaHSKG7uai612vPn1fkS661jCw23w0EPFzv1qB4DuvIiRM96OE48w0QEIdoa1GPDiwYN6+6orPmGgsgy8pczfWZdoY06WPJJgEkG6qcd6gMC5PoGnWNbHssLORtcA68SBAtRixe9sfq4f2+S/BqkTqk6Lz/2LEgkGLv8vb+7XnDYLJxqIS7zqsrrF3/Is4B7JhxoknkaIeFSwovHooJFiLBI8kmDgXjqjuczl/BpB1r0YJDPWXJkSw7rIXaMzWCInYtz0SoIlodiL8gshZLeKwiJSz2VwY+q9L3YtfGugY3nVNLJzkfi9yJPWBdpAF7SXBxDlJ62dMqbCQ2hDOsKqvKGYGEX2lQX8Imv6jRbXcx0BXOH5ZMhYBZrq2tL7h6oxVMIsUkwQT52R5XRUfEij2syNhPan6aSWj9nmh+zVCWPuSqj0u/A/j7FZWTyMCDFpQ6m44OY1d5mxXkmDimNrHq6psR5cG2yj6LiTIxI1au3ZhuItCn6uiBkx3gjIrt3UcMOR8VWb+tJ30w8e4l6zP+cGmeICSYOIA2D9j2vGsaE9FbMLwWS3KqUVzFkWuI0J31kyZRbp6qySZOMBPZ1Xmjnwoe+bLbAEDRl0STBwQeqsrHiCi0yM0WddZULC72RcDb03FmcTkFqmB4lBBVk0TAlZVOTHWH4o0qZLV3UiCMTl9L02enL/PBMcyJuzctwmBVpaM2XOXeC0/m2oqphCThyCcdmXJLAT4MYe78ZTM0in7tJEEY3LO1p9+4lhLgWUluCtL5ObC8NnH7jUyXnLpbt86c+oJoZD2BBNFjS1iUk1ZLQoCIlecSXcrkWv4h+d8lvEnL1iwKU2lhDYRBCTBmERNxO/tJP6Ee7wAiYBCwWJthxG3DdDq01XxGEC/NamKrJYAAjrzCkVR5oP5CgD985z0kUki7LmKP5bN8TycQHeyySYEJMGYXApraip2yWf6qPsFSTiysYYby+Z5/mxSRMRqfpfzKgZfE8ff14F2OaTaE6gDauiIkjlL3m6uqXyUmU09QRPoHbu7IWsygmbipEqCMTkrLTUVu+hMYgdjYMaMtY56zxjxl86kiIjVvK7yhQRl6kDlyPbhESAgGLTyoSPuaXzr5xknHp9HlgY2ZSZAusJadUn94n9KbBNDQBKMSdyaXJWHKOBXRXWxYHXov0mGObmQ56uuXAXirUyqIqslhAB/Za9r3FE0bampbNDB5WbEMPCDY8xe2yV6x2amj1yuIwnG5Oyur566r4X0t43dC+ApdXsqTTaNWc3vcnYwkBezoqwwMASIL3HUNd4qUtQAnR+ZDXFKoKfs7oYTB9b50GwtCcbkvPvOm7IdBdUvWIeuWqzHDJuz4BWTTaNWW39mxf6qlZbKiUgGmjFkEP3QmZ8/SdgqGUclxfKUuEszU0SOo5W86oqh7rxoBquedeS6NonYateUEYVQPgPR+/Ym64mUpOdLf7XzaSYkFn3bpO6y2i8IhEi/akTdYiOlq9flbADgNPsREPCuolovTtYfl6EwL2axHQpYRB2jcL0fj3GvaazUjKhf9E4yABHJ2vLaOsT9SzzOjxqI1ExL8ZEMPOKVYYSkjLORyBRQUufZvfty3lft/A+AY0wLIrSD6bHOgvzLR60OeZP1hybOYWRN9XjnJ2sGlgpFfWdPvddx36JzkiXbN6O8DoriMiuPdf6flodL1QBVg+gsAg/l+ftC15SLFAvvBuabzGII0MagGpjcM1vAJheQ0+LiKwYzkVez6seL1ynz/Q+tmkN5gcY90zy7qoxuW9AUd8MwDXj26WP9rc2fmTH6Es0JaLG7PSXif6+cdVzJiE7bGwSKmbMnGbpmkgzxggcF0+33eR7q1qupeuo5KvFdDDbjcsE64aayut72S/6aaROg6w8yYT/EkEPAeh3kIVvoBsfdS77JJHwyTRdJMIM0I74Zzjeg4ECT3esWqBcXuxfeJuqLj4FZXwrwL0FwTQrK9mrMeKe03tPP+E14qCus3mYqoBfjP456z7F9seBaWFrXTtulLRiamKfysdCV0SzsnBQw6WgDKe+wFni1IxD4eMuHnhNRDWWJgYAkmEFYIv4a5+2s43wzUfHEBOlMDaX1DZsN8bwu54UEGGQz1IoOvFXm9hwQbtwbZpRfrSpKzFxGzPxtaX3jdkMNu8EYrySYNKPuc5VfClZuAJkLncnEn5bWNfY6CvlqnC+BMTnNqmdGd4z1bUHt0DHzl4SNKO51lb9HUPaJoWyLY9NxMzMGlbtaSIJJ49x2xYDBPLM+Rwxe7nA37tHXHcFXU+kDsz2NqmdMV0QIatD+WFa35NFwSomXOVt7++poITBEWtjVXuuoXRcs2JgxA8tRRSTBpGlim2ZUnKsqdFe3L1O0bsW5n5hvcdQ3/qlvvZYzqw7XrKHngbietn8RQ/wToLRBUbaBpg1aAPJNT8zvqyrPK7YEHvJ35v8d4BlmpkPX9TllcxdHfM3zVVfcRESXRTGia/3Ra91SEowZtAdWRxLMwPCL2bqLEIJzibCDiEcSszC+UNhyacncJxrD1fW7Ku5mpnPM3N/0a094Hpw3c11e87qRbBluCagTAuByIuU4Yt4+pm7JrRBUteA+w+Y9ZSRY+uaMyY7hNvsruomA6grxEyV1jVXR1PHVVDSBqTRcHQa3rvbaJMEkdz7DSpMEkyKQDX8XClxHjEoGRw0mRTAsWjaC6KF11vY/TbjrmYjJm/2uyrcZvG8Can9g91r3j2QY5q+p/JKZx5uXSx3M+nqFSBj+hRj8MzGGM2OCGfIjkA41dLB9zpKl3X16p5cfRqoi8hFFfW6O9JLUU3d/dcXDTPQHSTDmZzQVNSXBJBFVrp2c710zrFKFOguM3XRgWGSAhZ0WBRj8jR6iBnIodaV/X/RdLHV8LqeIdD88Vr2evzNzq4O2GEVud8QkYC01lVM1ZpFSJeaxiYBOTef/84f8/9pu/su+Xh+2q/JJBp8QSz+xmVPA99jdjef1bu8UT80XRmvPwJelbs+EaHVaZlYdrmnB54D+2RvkDibW7CTvd0kwycMS3mqnOAr9sWcgbxKhY4xlpZgJAAANhUlEQVQLBwZB6WRwC5g+UQme9QHvg30/0Fjq+GoqgmAyHyicSRimneCoa3g+hmylyVXxqQL6VSwdAKxr2agePO6RhSv71t20CzHlCMrQl5W6F0/sK8PncnYginc5EX1tr2uIudvyVld8TUThnqPlHYyJSU5GFUkwyUCxjwyurbUALxsk8PLLwLqRI/WqBQtC4v8PJEDVhnN+N86idX7LbMpitUsrxp8d9Z4bzQxzU6YDE8GVKMjgS0vdntv7yhW7uObVpd5Yx8JN7XxfYtXYvh7Kza7KJ/XouyBh1eyIhaXXVfkPAs8OM/b2H+UrkpklMeA6kmAGDGH6BBgxaRR9KdhsFgJeH4S6x0j3ojVmtPy52rmXjSBi3sR2voxAXFxVZfOXBpcD2CFWnwxuduQFxlGfOycjNEZA/SrSi5vRbszew2MFgfK5KqsAfqzvnQ4DvlK3J+wFcCyd5e/xISAJJj68BrV2c3X5WTqUuWYuUQ1FNwVYMqs0u6aMaIHlvzp491htGHRbqbvhon47GEDxVTtfIcIhsWQQkb+kybIVhbFH8bkq1gC0ZXgZ5LeP2XNEbIL57XjmzteJsEVPOcS0zl7fMCqWfvL3gSMgCWbgGKZNgvDmhq7PNNmhzx5wbEfz5/e6hI3V1uuqfJzAUZ+Au2TQIoe7YVo4ed5qp0iNOyvW4tJBP5aO2XPbcEThqymvg664wodRMEcwQjd/TeVrzHxwTz3DWUfHwkX+nhgCsdZAYlJlq6QjYNxt/OhYZDY4FTHuttd7ZsWrSLOr8m86+JJY7YjodXtdQ9hdipFil7QnY+60Ijgdir590088EhbLs+D+mS8Z8DvcnrJYdzBCTrOr4j4dVNOLYHQ8UDrXc0asMcrfB46AJJiBY5gWCVxVVdw8PPg46yai3zHY7vZYiOLPeLDhnJMOUkOh12MOinmpo74xrDe4QQ6qRTwRR7ZnMd6p6U+OuoabI/Xld1Vu4HAe4wyfo97cHUpLTfnZGitzevShMeiiUnfDnTHHKCsMGAFJMAOGMD0C4iIY4p8cdY2jE9HMcMaEEvGj75YZLRC2QTCK5floOxgi7igZ7S+l2pfFk3TY4nc5P2fAyATQsxDjO3u9Z1sz4/PWVE4l5oU96vpULXhotwWxGRmyTuIISIJJHLu0toyLYHRljmNuYpH3/C6n8JfqZfwWdqC6/nfH3MUXh/utZUbFuZpCd0cDiJlfKq1v/HW0Or4a53/AOKZfHaJvHXUNpsItiNS8gZD+ZHfKWCL61F7XMOQCdaV1sfboTBLMYCEfZ78vTZ6cv88EE3cwDFYV3m1YXeOncXZhVPdVO58F4TfR21JQZ+38svrF94Wr53U55xFwVkQZzB0arEcOr3/ijWj9eF3O+QTDcLH3Dkahpfb7GkwF62qqqZiisOLpjlLHjLtK6z3nJ4KNbBM/ApJg4sdsUFowoDTXOB9gxqnRFBAhJe1ujy0RJb3Tp24DVX+RgKhWskxo7wBPGh2GxISePpfzXQL2jqgDUYOj7pcAWpHqRTKUI+B2u9sTzoCunyhBMCpoETMsIoVsMKhPHnG/jKGbyPpIpI0kmERQG6Q2G6rLz7KQMjd6yAf+yuFujGnkFm4IwpDPSvpzDDiiDpH4W0dd+IhwYqe1944OEbe4IJwM4RdlUbCfmR1Wi6vyfI35jj5P1QEF5CpxNzxgZhqMHYxODSLAF4M+cXgtE2UmADPIJaeOJJjk4JgWKYYDXyj4UtTL0wFkIVw/Y0qFqige4d0ddZdEuMNe5wnrkCgCoze3BteHI0EhVSGaNqyuYZEZwDbWTDslxNq/ekX7J/ZaFMvk4jkLRWbGmKXriETiktfKwOxw7g0xhcgKCSMgCSZh6NLfcJ1r6mgL9B8iRmsj6KpO1w+rb7g6Ee18Myv+DI3+Gr0td2ps/XWk+5NNT9QvhN+94EuHz7qr2R1Em6uyqpP539SD8UTyM7vbYzpcRdcOBo+DSLcXFGxPdzy6NhFsZJvEEJAEkxhug9bKV+0MRYrnK8IotBHvE+5uxIzCvurKRSCOmnNbYXqwpL6h38Vrt/yW6sprNOK/hOmPQ0E+MJ77D79r6u911v5F3U9AxlZGucbuXhQzsHd3/15X+REKFA8Yr9nrPTHDSJjBSdYxj4AkGPNYZURNb7WzlQiF4ZQxfHvqGkxZuIZr762uWE5Eu0QaqLhADkDZJpLzpLA29q9xLAbj6J4yjA0I4T57XYNZNwej+UaX88IQ47buExuBOxUtNCkeG5bVZ0zZqcCqLgl0dkzb4sFnTR2rMmKic0QJSTBZNpH+audbXcnB+hcGe0vdjQnlSmqdecLEkGZ9hoGRkSGh+x3uhojPzyKZXHNr8zsM9DLyY+bVjrF7bxPLObFvv/6ayjnMfHb3f2fmF0rrG3uRV6zpY5er0Id114dzzIzVVv4+cAQkwQwcw7RK8FVX3sLEF4ebOJF32V7nSciIrLmmYorOJEIbhN0dAYiZ6mNT/GER8rKneqwHtT+U3R8+C0A08ATBgLmm+8K4DdrIMe4lIqJfXKX5vGk7ldy9MGyak7gEycpxIyAJJm7IBreB4Uioao3hnAAJvNzubtwtEQ2bXBU3KqB+WQyELCN+rsJn9EzXGq6PppoppyisPtLrN8KLjjrPUYno5HNVLgTYSDhHTEvt9eaM6xLpS7ZJDQKSYFKDa0ql+lxOEbt3676dDMQMvslV8agC+l04xRm0uNTdUBFrUN4ZzgtJ+SXjJDEFFIvlmGFzFpgKodlXvjDYA2MiFITsnY6R8YaeiKWv/D31CEiCST3GSe/BW13xABGdnkyC8c6oeIUUOqyvTHF/UlrfONbMIPwu51UMXNtdlxmvltZ7+sk0I0vU8VY7vyXC1jpRXVmcF8Rm+5D1UouAJJjU4psS6eIookJ9UJi/9+xgIDsYr8u5kvqEuSRCCJpaYZ+78GkzA/G7ymsZSpcNjvAZULi8pK5xiZm2fevU1sJy4eqKFToQunNM4261tTBiGsuSXQhIgsmu+er6dkVsmLLQB33zGCWdYIB3S9ye/c0EdhJ69SQY8aQdtPKhI+5JzO/HO718b1ZpekdAvztSHuosnLohp7IkmCyd8r73HWIYAyEYX03FGnDvGLg6ab+PlAM6HGxel/NCwuY7mLagGjxs5Jyn3stSiKXaSUBAEkwSQBwMEcJtwAptBUAl3f0PiGCqnV7QL06ORPRTSaFlV7ptgXBcNFWEL5OFVI/xSE3sDVlwXKI7GFMdykoZj4AkmIyfosgKbkr0Nn2gBMO1sPhXV2zoSVY6uK7M3bjZyM0MTCJdLnPHh0RUxIy1OixTY8V8MSNX1sleBCTBZO/coWX6CbtpqvXD7ti3xPjMXu+JaOofaaiCYJpXO9f1DNOggw4tcze8Fi88vhrnS2BMBvgnja3TJMHEi2Bu1ZcEk+Xz6auuuAlEl4lhMNHXpSZSqvYdcl+CEa9HJTzKHi2XdSTYNpxdWa3q7CZgbYjlDibLl9eA1ZcEM2AIB1+Ar6aiCUylIql7qbuxOF6NBMH4VjubCBi2qe0HDrcnckS6KB0YmR0doY0MfaXNYju9aM4Ceckb74TkUH1JMDkwmetryq+0QLmGmNpK3A12s8/KPYfudzlXb3ZSjCOfdTj4DENAhSYUKnkX2eb8e2kOQCyHkCACkmASBC7TmvmrK98E6SNLimz7xfPy0z0On8u5DJvi6CoBdeeS+Yk7B4qwDb7VjnsKmG7Or2/4ItOwkvqkDwFJMOnDOqU9bTjnd+OgdbiCoeC/t5z31CfxduZzlS8EK1OJSC+pa7AmkrStZ58iTEIidzjx6i3rZzYCkmAye37i1k5Y6Cd2RCq/mqFeDPB6h9tjKudQ3MrJBkMOAUkwQ27Kww94/bkV+1uDyl1gaDIsglwUyUJAEkyykMwBOc3V5WfpUHd21DdckgPDkUPIAAQkwWTAJEgVJAK5ioAkmFydWTkuiUAGICAJJgMmQaogEchVBCTB5OrMynFJBDIAAUkwGTAJUgWJQK4iIAkmV2dWjksikAEISILJgEmQKkgEchUBSTC5OrNyXBKBDEBAEkwGTIJUQSKQqwhIgsnVmZXjkghkAAKSYDJgEqQKEoFcRUASTK7OrByXRCADEJAEkwGTIFWQCOQqApJgcnVm5bgkAhmAgCSYDJgEqYJEIFcRkASTqzMrxyURyAAEJMFkwCRIFSQCuYqAJJhcnVk5LolABiAgCSYDJkGqIBHIVQQkweTqzMpxSQQyAAFJMBkwCVIFiUCuIiAJJldnVo5LIpABCEiCyYBJkCpIBHIVAUkwuTqzclwSgQxAQBJMBkyCVEEikKsISILJ1ZmV45IIZAACkmAyYBKkChKBXEVAEkyuzqwcl0QgAxCQBJMBkyBVkAjkKgKSYHJ1ZuW4JAIZgIAkmAyYBKmCRCBXEZAEk6szK8clEcgABCTBZMAkSBUkArmKgCSYXJ1ZOS6JQAYgIAkmAyZBqiARyFUEJMHk6szKcUkEMgABSTAZMAlSBYlAriIgCSZXZ1aOSyKQAQhIgsmASZAqSARyFQFJMLk6s3JcEoEMQEASTAZMglRBIpCrCEiCydWZleOSCGQAApJgMmASpAoSgVxF4P8BJDBLwZvO5hIAAAAASUVORK5CYII="/>
          <p:cNvSpPr>
            <a:spLocks noChangeAspect="1" noChangeArrowheads="1"/>
          </p:cNvSpPr>
          <p:nvPr/>
        </p:nvSpPr>
        <p:spPr bwMode="auto">
          <a:xfrm>
            <a:off x="155575" y="-319088"/>
            <a:ext cx="666750" cy="676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" name="AutoShape 6" descr="data:image/png;base64,iVBORw0KGgoAAAANSUhEUgAAARgAAAEcCAYAAAAcH6uaAAAAAXNSR0IArs4c6QAAAp50RVh0bXhmaWxlACUzQ214R3JhcGhNb2RlbCUzRSUzQ3Jvb3QlM0UlM0NteENlbGwlMjBpZCUzRCUyMjAlMjIlMkYlM0UlM0NteENlbGwlMjBpZCUzRCUyMjElMjIlMjBwYXJlbnQlM0QlMjIwJTIyJTJGJTNFJTNDbXhDZWxsJTIwaWQlM0QlMjIyJTIyJTIwdmFsdWUlM0QlMjIlMjIlMjBzdHlsZSUzRCUyMnZlcnRpY2FsTGFiZWxQb3NpdGlvbiUzRGJvdHRvbSUzQnNrZXRjaCUzRDAlM0JodG1sJTNEMSUzQmZpbGxDb2xvciUzRCUyM0YwNjY1MCUzQnN0cm9rZUNvbG9yJTNEJTIzZmZmZmZmJTNCdmVydGljYWxBbGlnbiUzRHRvcCUzQmFsaWduJTNEY2VudGVyJTNCcG9pbnRzJTNEJTVCJTVEJTNCcG9pbnRlckV2ZW50cyUzRDElM0JzaGFwZSUzRG14Z3JhcGguY2lzY29fc2FmZS5jb21wb3NpdGVJY29uJTNCYmdJY29uJTNEdGhyZWF0MSUzQnJlc0ljb24lM0RteGdyYXBoLmNpc2NvX3NhZmUudGhyZWF0LnRocmVhdF9hNiUzQiUyMiUyMHZlcnRleCUzRCUyMjElMjIlMjBwYXJlbnQlM0QlMjIxJTIyJTNFJTNDbXhHZW9tZXRyeSUyMHglM0QlMjItMjAwMCUyMiUyMHklM0QlMjI5NjAlMjIlMjB3aWR0aCUzRCUyMjQ5JTIyJTIwaGVpZ2h0JTNEJTIyNTAlMjIlMjBhcyUzRCUyMmdlb21ldHJ5JTIyJTJGJTNFJTNDJTJGbXhDZWxsJTNFJTNDJTJGcm9vdCUzRSUzQyUyRm14R3JhcGhNb2RlbCUzRV5Rg9QAACAASURBVHhe7V0HeFvV2X6/eyV5xpKdAUkIK4SyV8JeoYyyYssJpqUFCiSWCRAg/IxSoJhRRqFlEywnJYwCJSSWE1YZBcoKK8xAIOxAQkhiSXa8JN37/c+5joOHxpUsyZJ8zvPw0KJzvvOd95z7+oxvEGSRCEgEJAIpQoBSJFeKlQhIBCQCkAQjF4F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0BWI+CvmTbBXrdwZVYPIoeVlwSTw5M7FIbmrXYucRQWzKA7Hl07FMabbWOUBJNtMyb17YWA1+X8UgW/MMzdeA4BuoQnsxCQBJNZ8yG1iQMBBhS/q/J7AHbW9fNL5zbeH0dzWTUNCEiCSQPIsovUIMC1tRbv6g++V4DRAFY53J6tU9OTlJooApJgEkVOtht0BPoQDBNwtd3tuW7QFZMKbEZAEkwGLwaeXVW2trltTLFitbAeDMFi0UPFamsglNfR5l/TuW3ryDZasCCQwUNIqWp9CAYErLa7PWNT2qkUHhcCkmDigis9ldk1ZYSflcdBdETYHhkaEdoAtDDjEyLlgRL3oscy+ZKzqaZiSlld45JkIhiGYKCDLih1N9yZzH6krMQRkASTOHYpb+mrdl7OoNkgHhltohgQf70Z4BaF8Jwe0u5zzHvyxZQrGKMDrqoqbi4NPaYz78bES8vcjb9Lpk59CaZLNv3ocDdslcx+pKzEEZAEkzh2aWkpjkn+1sBFAF0KwGqmUyKEWMeHrGgPlNYtuctMm2TW4dqq4ubV2sU69IsIGEZApwqUF7s9zyW1H0DxVVesIqIxm+Uy0BbUdh4zf8mKZPYlZSWGgCSYxHBLe6ufZ5x4vFWx1BEQz19ncfG50gblmgL3okfSobR3evneiqo8qQNjeiyu7x1uzzap6N/nqvQBbO8pm5kfLK1v/GMq+pMy40NAEkx8eA1qba6dnO9f43gSjCPjUUTsaHQdzzrcngqi1Bmjbag+6SALaS8yOL+Hfkyk/MVet+j6eHQ2W9frcoYIUHsRDNDiCDi2pvnzfWblyHqpQUASTGpwTalU34zyW6GQODbFNX/ilaXE7RmXistg/4xpx7OiLwFY6Tl4AnW0IjRujHvJ+mSDIi7Dfayu64cCA2TRDrTPWbI02X1KefEhENcCjU+0rJ1KBHznnngkBy3PEdDrg47VJzO3QlFOL61rWBSrrtnffTWVR4PxFMD974gIbzrqPAeZlRVPveYZJ1WwGvKwuOXuW5huddQ3XBKPPFk3+QhIgkk+pmmT6KuuuAlElyXQYTtZ9Kn2exc/m0DbXk2WV1UVj3EE1xKhMKws4kscdY23DrSfcO391c6nmHB8WNnMSx31jQemol8p0zwCkmDMY5VxNZmhNJ9d/ijrysninTqeQqCm5iLLhHG3LWiKp13fur5q5/MgHBVOBgP+IGPyqHrPBwPpI6xsl6vQj59/AjAsPLHRD/k6jsyvb/gi2X1LeeYRiHNZmhcsa6YPAb+rci2DR8Xbo868uqy+MWHLV5+rsopZ/zdR+LsgJvqktK5h93j1MlO/ZfoJu2mq9eModYMBTS8fNW/guzQz+sg64RGQBJMDK8M/c8oBrFle73vBamZoBHrK7m440UzdnnW4qsrmLw2KQE8RHQwZ8JS6PZXxyjZT31ddeQuIL45al/FnR73nRjPyZJ3UICAJJjW4pl2qv6ZyDjOfnUDHDGvoaMc98Vn++qZPnQFVrx+MD3yda+poK+kfgTEiWv8EvdbuXnxNApjIJklCQBJMkoAcbDHrZ5841tpq+ZiB0nh10RmflY717UO1L3eYbet3OZcysH+0+opCrpL7GqKTkNkOe9Tzzaj4MxT6a6ymBNxtd3tmxaonf08dApJgUodtTMnGC0yJNrx03qLvYlY2UcHvct7GwIUmqvarwrpycencRX8307bJVXmISvrzzNTToK5XU7GwdOKzSuuSGwRqVVVVWbEjuIwIMS2DFeInSuoaq8yMSdZJDQKSYFKDa0yprTOrJgb14F0WRm2yfHS806duQ4r+AQiOmAr0qUDM35T4bDuZCf9g5v5D2KZYFJo2LIn2NkJls7sXY3iMFxz1nqPjxSKe+sLYj1JgRBiPDplcVxLMIM2O/2zn06zjaCsrBxXVL3onWWp4q8s9REpFAvJ0C6mnFtctfDRWW2+181UiHBKjXiAU5MNG3N/4Vix5Zn8XrhLe1Y6vN0Wwi92M8Zyj3vOb2BUTr7HR5bywCMq/yb1oTeJScrelJJhBmNuWmVWHa6Gg8Cy2tfisw8ctGJgtSs8h+Fy/HQ90fpnIsBhYUur2lMdq66upWAOmLaPVI6A1xJZjhtc/8UYseWZ/97oq/wHos8mk0Q+DFpS6G042Kz+Rel6Xcz4zWsrq5V1POPwkwSSyqgbYxldT+QqYDwOYHe7GuEz9Y3Vt3FGUBlcRIljWRhVATXZ3g4g9EzE6f+v08r2DqvIqgKKoohiBkI0PG3FPcnYwIv8RWF/BfXydoumggG4pcTeIMBcpKz5XxRqAfmrxWo9M5h+KlCmcZsGSYNIM+PrTTxxrybd8BSBPEIw34C/bbv7LSfP6FUGY/D++/yqIDoh3aATSFMLJ0e5NmlwVNRbQnTpgi7GDYY24IhlR7N51TSwcz1t/S8Qj4xlTiPSrRtQtTokXt9CDzzjD4bf5NwD6RpBykqOu4fl49BsKdSXBpHmW/dUVDzPRH7q6ZdahHFbmbngtmWr4XeVXM5TaRGQy8xOl9ZFfXsy+VCXzFak3ZuZGxWAEdZw1KoWpTLwznPNJwR9BCCGkzHTMWzTXnHZDp5YkmDTPta+moglMhq0KgXRd044onbf4f8lUY/25FftbgpRYqAKmHxz1DeMi6eOd4XyBFHPxaJJhByPcEQB+PG58GOutun5M0bzF78fd1kSD2lpYLlzt9AMoZEBnnc8vm9t4j4mmQ6qKJJg0TjdfcMoWvvb2n34BnZksfHwyvJr7DEPxVTs1k3ehfZqS7nA39Arg1LNCVA/mvpJIuWoggaa6wkDwM+gTUMrMlDHwhQPK5FS97mw4u7Ja1dndrYuu83mSYPrPjCQYM6s1SXXChVdIRXhHkfGw2eXsYJMxfHsNj4GOjrYttnzouZ97/nfxRLzuR8dONsITAMabgYRBi0vdDYk8maPlnKknaSFdPJlbzPTVt44CWlCSohcknjw53z+hdCWIN4cvlQQTfpYkwSSyehNoIy5ffas/+JSACb0+XOAHEa82mVHmNhHMBkb8BneGbsQrSEeeTlDBSgGI88mInsd5RLCGDfAUBhMCAgT6l0b6q2D+ttS9+CUz0HlrKs5UQG7mxMjFGIKC0+33eR4y01+8dXyuiusBuqJnO0kwkmDiXUdJrc+zjivxBfJ+JEZxL8HEIXuTrciMBa1ZhbgWFv+Pzh9A2MJsmxTXCzK4XcSgYcZqRcE7pFleYpU//U+T8t3Jm5LHCYz8nfl/J/B0EfUyUZ3E3RbDtqPD/W/xWpfU0mVn1LEMoBJJMLGhTXgSY4uWNXoi8NNpx4zKLyhcHe4+IZ/pV8kMjGTsYKqdqzlzCCbsYhCEozN/quuhB1TYQKpew8Ckga4cBi//4Av/pCNeNu+8abbPZlfl4zq4n3+T3MHIHYzZNZSSelEDJDFesdd7fp3MY1KTq2KNgujWtikZaEYI1S9zuBf/Ldmq+F2V1+vQr+hrSSxCArO85I3wRyTZsyDlhUVA5AsiVVkW7kdiCpQUB7en2578caDwrZt5wkQbW6/TdT62695kaBVxPPqP11LQfexK1uibayqm6EyNXUk0+5WAxvrM4fWL/5ms/nJFzpBbgIM1ca2zyvcOdoYnGKETMf/LXt94aiL6iSPRxpppLo21Cwk0IR5z+kT6y+Q2RPjUXufZNZk6Gl7qqi7Cc4aN/0vAWgqok0vmL5TZJPsALwkmmSsxiqyWmopddKbl4TJsiGY6c0eezgfFYxgmUrS2rdWPCmnabQzaOpGQmWkafnq6YbDGoZOHz31SPKUnpQgfKIb2IhgRjQ/FnU+pu3G3pHSYY0IkwaRpQjec87txaqhDBJaKjDnjP456z7GxVBJWpBesmnYiVO1vxNhBmATHajM0fuevHO7GHZI11o0zp+0RDIU8RLRdVJkm5y1ZemWTHLkw0zRbXU+weSJmSPj8QZv0iBXmsXX61BMCin47EZL2IaUJgtR2Q9AVXa8uSdI9SJehnzYfoOhe48ZfDOUau3tRQr5fqQVl8KVLgknTHBhezqs/+ATAr6J1KY5QShgjMRE5zc/qo6TgKLOGbmkaWkZ0I+5eVvKqfSe532sbqEIi7gyBZ5uRI17+dFWdVjpnocdM/aFWRxJMGmfcW+18UCGcFukeplsVQSC6Sq7hmwJmN9c4b9AYFyQW4yWNAxzUrigILXiOY96TCXs0r6+euq8K/XYCDjJ76BS5pUpJnZQqn6dBhTQJnUuCSQKIZkV4p5cfpqjKK7EIpkse6QR+h4HRBIwbiGWrWf1yoF6AGC+ErPlnD7/3sVVmx7MpSNctBDotbH7tKIIG8vpnVr9sricJJs2z53M5A0jECTHNemZ1d4T1FsYfYgVT59lVZd7WQJVCyp/AvG1CY9ZCRznmxZdTKqF+srSRJJg0T1yziOEK+qMIiCRLChEQABPPdLgb6/r2sto1ZUQ+lP9TgHP6+hTFo5GRiaG+cYdkWmDH03821JUEk+ZZWnvBKVvktbeL7bs1zV0Pze4Y79lJmQL3orXtrsppnaRfoLByAIMjxrwxC5QCOqPE3fCA2fpDsZ4kmEGYdW91xQNEdPogdD1Uu+w04sowVLOXt7GAEo6adnfD8Fj1hvrvkmAGYQWIXYytrW0ZEY0ZhO5llwNFgKCrujJrWP2iewcqKtfbS4IZpBn2VTsvB9H1Q968f5DwT7Rbw2iasdRe33BgojKGUjtJMIM02yK/M7H+YEwz9EHST3YbHgECvCXQdpTpYs2tEEkwMXASnsq+6VPH2YDdWNWDsZ4+zcAuZPpdlXMB/QwMwZAKZjDKzDoUtKjKpOI5Cz/KTP0yTytJMH3mZNXsqrKi1sAlKmgqE7YnQGFmAndBJf6XSMWoAx0K4xMQnizxWm82G/KyKzbvsncJyp6ZtxykRtEQsFksBxfem7xUuEMBbUkwm2bZP2Pa8aSEbtSJdjFeG8zEhBWmLCQM+ykA0Aqm0LzSuiV3RVs4flfl2wzedygsrlwZo7h10UG3l7obLsqVMaVrHEOeYDaFUbgTjONB0dOhxpwUNvY5K8DqxSXK8JfJ7e7leOevmXolWL9OmtjFRDJjKhBEgkhcWur23J4xSmWRIkOaYIRzm0XRnwZjRFLnTBAN0ZetgVD56PlLvvhy1nHFozvzzgox/pH62C0EKijoOs51dghf36QOLR3CyGIB8gqAYAAcECYsg1MY3GoFTU3GvdvgjGDwex2yBCN2E8z61Ykm9jI1dQxxe3M/KbqXdHV2qkNZqqPHwXrIUbDuPtFQT/vuKwSXvYngJ8uMjzXjCxFsh/0Glp33hLrlWOjNPoRWfIzQsjeg/TTgcMWmh298FAotLdFHHtl3F2paiKxoIDAkCcbrci5WgBM3eyizcXmbGjCMe5rUrjbxFz//5OmwHXQkYO3vgaD7vWi94xroP4qAeplZ1O13RMHva6CO276fghwKob3uZgQ/ejflyuvAGmhKddm8RU+lvLMh0EGKl37mIeitrryGwCdsCuD8jaaHniCydOSx4hU3MAHQ5i9UoWCHppGVmMaD9clEJIyrRmba07LtiBOQf9IfQZbI7k3aF8vReue14AzcydCIUSia8X9Qt9sx8oIJBbHxhkugpZgkdfDnpWP23o1qa0OZt3qzT6MhRzAtM6sOJy2Y12nJ/yyemCFiate5po7Op1CFzspVAMZkymVt8VW3Qd0qRrSBUBCtt9citPLTjFuleUeVI7/qzJh6dT69AB2Nj8SsN7AKzLqmTpE7mIGh2N16yBFMcmAD/DXOh3TGKQTjSXvQChUUYtiN9RD/jlqY0fH4P9H53ycHTddIHRe6LoF14kEx9Qq++zra6m+NWW/AFRjrNWv+PvH+ARpwvzkoQBLMACbVP3PKAawpLwOUNwAxA2pKefko/ut9UIbZY8rpeGI+Op8XucMyqxRddB0sv4qd9SOw9GW0339HWpQnoteDhcHfjuhKhqewy5WPOneHuE+T8V/MT4EkGPNYha25sdq5V5Dw/mACWTT7Wlh22j3mDmZj7fnQfvphgCNOfvO831Qif2rs6BXt/7oPgf/9J/kKhJEojOsY+JpZ/4QUZRR0TADBz4wfFPAPUJQW0SykBV9UlaL3He5/f5UWxbKsk8H8LrIMqsjqeqsrFxFx5WANSFyOFlZfDGX4yKgqhD56B20P3A3e2DxYqvbrV3GUoeiym6GURTdF0r77Eq23XJEhl9TcZVIpCrFIWyLeITUGtxPTh4qiLCiuW3SP3Omk/AE1Y9ZxShURzovNLqeXgZKUdhRFuGWHnWH7zVRYd90bUCNfCwXf+C/an5gPbjX+AA9qEce6oouuhTJm64h6iCd2beWnaH+sHtziH1R9zXQuwjmIpBAAt4LwtqpYrxs2Z8ErZtrmYh25g0nSrHpdlfUEnp56q5fIClN+IdRf7QZ17NbgQAB5hx8LZdTofg0Cr72AjoUPgNs2Jmn08YuhEgeKzr0C6rb988cF3n0dvPZH8MYWaD98i9DK5V0HluwsRqaDYGfINeJB4z5nSBVJMEma7g1nV1arzHeA0WWnnwFFvCwVzboK6vid+pPMW6+g46F7B+XIoZQ4UDjzT1C375+DLiguch+6B8K4LpcKgToooOxdMn/hilwaV6yxSIKJhZDJ3/2uyie5y4AvowrlF6Dw7MsM8/u+JfTh22i97+a0+ispxSUonH1NWLudwGvPo/3hOdm8W4kx96QT8Q32Oo+woxoSJasJRsRu2aq1tGOw/UXWn37iWGuB5VtmWDJx1YijU6HrYljE/UyfEvrsQ+N+Q4/L16fvsjF3fKGiYSi+5K9QRo/rp0fni0vQ2fDwoOyo0jlnRAhpuj6rrH7xfensd7D6ymqC8bkqrmfGuNL6xj8OFoCiX5/L2QCGM9U+RwMaY34Bis67EpYJu/QTI+45xM5B++aL3r+pKtRtJ8Aybjso2+wAKiruMugj6gqD012YobduhP7zGmjffwV93U/QVq8CQsHNVcSFbuHsa437ob4l8MISdCx5FNzRPqAhDn5j6gA4SMAGJu7QdTJAElfuTGwjUop01tZayDJvWN2iqHGDBn8sydEg2wnmUQIdWeL2bDlYT4LfnDHZUWpzrEupV3Zy5hrCKK/wgqthCXMnI0im86nHoX37JWiYHdbd9oa6wy7GC494So6n6OvXIvTlZwh9/B70H78FCopQ8HtXWEfGwMvPoGPRg12hJbKsiNciBfCzjhW6Qq9B549Um77efu/iZ7NsKClTN6sJxu9yLmXG/jrjtLK5nodThlIUwSKhPRFOG4y+E+nTIJnz/wLxrN2viJ2I3xs3oUTVQ+x0dA1Q+58ejSfzh+eAtey60CWQrrP+MCnKw466hucTmYeh0iarCcZX7fwchB0HKwnWylnHlYzozPuJkDkvR6YWbl6+8URsxjzflLwEKgVef9F4Lcq252cGfCEou4x0L1qTwLCHXJOsJhi/y/kOA5PErGmEO4bXeS5M5ww21ThvUBiXp7PPZPVFZSNQePp5YV+XktVHJDniGNZ2383QvetT3VXy5YtLWi10yvC5Tz6RfOG5JzG7Caba+RQTjhfTQoAW0kO/S9fEs2vKCD/U9wBENkPN4PVi2f5XyD/FBXXr/gGeUq62phk+RR1P/juj3BZMj5voUUddw+9N1x/CFbObYFwVdzPo3O75I9DP7VrgyC3nPfVJqufUf075sRxSnkl1P6mQr249HgUnnwU1zItSKvoLK5MZoa9WoH3eP6A3Zd1OZoPD7UluHOe0AZ/ejrKaYDZMP3GGqlrqe0FGWMUh5dDSeYtSGh8yWxPYi8BUBWdeEDtAVZrWob5hHTbeegW4STzEZU1hnZXzymRu6pgTltUE01FduWMHsciy1ysei9jJ/JzXMWHCXc+kxG3Yf7bzNNZx/yYTh5ggZ0oFZeSWKLrgaoh/Z1LRfU1ovfUKw34mWwoBb9ndngP66ltbC8vhL0+2TJ7cfyQLlo/UP911gX51LfTBMqtIN75ZTTAvTZ6cv8+Ojle7L3p7gicsJsG42+72zE4GqN7p5YcpVuVPuo7JJPyNsgw5stpQfNU/oGwxNhlwJF2G9tUKIzB5FtnDaKRqh+iaZT8CHwHmnUDKKDDbjfgNYYybxZIRmUEhwjoQNWma/prFynfa5yxZmnRAM0Rgln0m/VFrqik/W2FlTkQ8GesJeKykuOQmuu1B096s66ord7SSfgQznagQDmSGsDYT3vhZWay7TUThrCszV/f2VrTe9zeEVmRP2mci6MwiIgwL2+b4sTUyTpAu8i8R83KLqj5RVKDeT7ctaIpfWGa2SACVzBoIV1UV+0uDqzdlCQivnJhIBe3EWMXE70PHtyqUzqDCm8PwM+sBYioj0HYKMJ6JxgBcnG3HoEizQ8LJ8PTzQKPHQi0dGTa9yWDMrIjxIi55A2+9gsCrzwGDmGhtMMbfs08RxgqAn4jvCUK9JxdsbbKeYMQEbahxXmdhXGnO5W6wl9Eg9i/+zg4fCeuOu8OyxyQjXILwLRLHJ+FflJYizg6dHdB8G6Ct+BjBd1413Apk6YGAOESB1oH5htK52Z2yNk2rKrXLR1ysXbDa+Q0BW6W2p+ySLrynleGjEPzwHbA/zK5btUDYw1j22g+WX+1uXP4KVwKjJItwui8jxLP05x8j+PF7CH36AXQRGzhCEKl856mGEV7w9RfBPRwmswv95GhLTEtLOoor6KGHfk6OxPRKyQmCEZCtPf3YPfLy85flypFmoMtARIwr/svtXdkGQkGIcAiBN17q+rAjFVseVOHcWDYC6jY7GIGqRJxfQ4bY5Zgo4pJW5JPWPv/YiEbH639G6MfvoK9ZFd0tQLUg79BjYD30aKhjtwG3taL1tquhrfraRK+5XoU26jrPHCx/u4GgmzMEI0DwucovBSs3Ze9V7C9TSfbSrjzN43cCqRaEVn+H4NJX+odUiDD7BafOhO3QY3r9Kj5+7cvPEHjnNYgA4BHj8oqYvuI4JTJFWqwgq9XwsI4awpl1cDDY9Qokdh0d7WBN63J0jFDEbkkc06x77w/LbhOhlPVOminuZdr/eXv09U1kZIS07rW/8W+y2RD471PGnU4uFQJpOvMjpfWe2OkXMmjgOUUwm0kGyl+zIXxC5HVARoAo694HAIqyuZpIBq+vW4PQR+8aRw199fdhdwUibkvJjfVA93GnT0cifSw3rYe2ZhVCy9+Hvna1cSTh9WvBup6y5SnuesQdkLrlVkYsXnWHnaGO2caIMxOu6L4NaJtzkxFCom8RxznhrGnZc39Ytt8R4hJ7c9E0tN51HUQwrWwqPT/GvveJxolVXAIzXrfXew7NlnHlHMEI4IUZP0LKwwwMz5aJ6KknOcow7Np7frkPCTMIvWkdQis+RuiDtxD6egW4RWQJ6FqWecc4kT8tjhhcgU6Evv8a+s+ru4JFff050NkJvdPIM9ZFOp3t4PZ2cEdb5B1JYRHIlg8RplN8CWIHJHYp4rgmdipK6XAjml3MNLc9euiZC8nY8YzfCdY994Nlx92gjOkfGa+7aXDZm2ir+1vmTL8ARIEGRicxNhLxWp1J3KvoTPQ9MX9tIbSHiC3M0BSiMtJpax1sWEUSYVsGxjLwUzu0A8a4l2SFf0VOEoyYEK6ttfhWfzAXwGkkHqmzqCgjt0Bx7V1Rk9n3HI4gheDb/+s6FoSCKLrwmrDZBOKGQNeM4NukhYynZO2nH41djziC9DpeqSpEfmnx8atlI0Eik4E4YlmtAA0M+uD7S9E+7zZYD5hs/BM2jk2YgRnxhu+9Me4hJ7sBQdyf6MusKpZ0tGuPDrXMAjlLMN0LZXlVVfFoe+ffSKEziClrLHALz/0zrHvsG996jxLcKT5BkWtzexva629FcPn7myuJ1CjFf741dn7sZClhQk7n00+go/FfJmomv4rIIMCEZ/J1/Cm/vqFPHNLk95fJEnOeYLrB56oqm79UGacgcKNGmEjM22T6i5M46uQdX5VRH67AUxw9xBGkuwj3A8PHKUZmyXR8CHqLH6E3X0K7CHAoLpnTWAjw6qD5joD9Wpo/35fGrjO2qyFDMD1ngC84ZYuNgdBOmhbYSVWVMSENY8BMuoKtVaZRBH1zfEeGInyavmYSmUFpKiXLPsTMkiCC4hhuXGZaDz7SeL4VkfkHu7S5b0HwvTd6EYzYcalbjBk01cSTuDhOBd96BSImcJoj5ekMnL5NPgAAIABJREFUPOQoKLiM7nh07aCBkIEdD0mCSWQe2OUq9NO6tWDDfSDtRby0KGO3NbI1qtvvCMVeFjVFbMoUZO7awbz/i3+e2MEUX3QtxOV0OovITBla+WnXRfeKjyEuvgejEPCF3e3pn0VuMJTJsD4lwZicEO//Td2GWngl8Iv/ksmmSa8m8hzZ9j8MlokHd116RslFnezOxUfcNvcfEN7Pm49IpSO6ckyHSVOb7P6FPOMY9MHbCL7xIkLixWvwyxcOSTBhZ0ESTBhYRDL7nv9ZxO4Qr1LNaz7YyNw79sxgr22yl8F20BHIO/w4UGmKXuU72qCtXWNY1RpHkTf+2zusAhFskw6ButPuRt4lEi9JJi1/48FPJIfreHoBQsvezKgEbTrjs7J6T/+EU/EMLkfrDmmC2Tjz2D1CWsEsZp4EsF0hGs6EQsNioUchw4SVhFt+xi4D4XdkeEsn6Ziir1uL4CfvIvT2qwit+lrEJOhKLxItCb24nxKGgYpivIBZ9jkQtokHJ8evSdPQfLkrvE/VIM+KJJjIEzCkCGb9uRX720JUoQOnks4jmcgqPgmOagM/yKvXZPfC+KzgjPNBhUUmW4Svpq3+HsFXnkXwg7ehN3sHlLdaGNop47ZD3lFTDOM4s/5MkQbQ/KcZYO+GAY0vFY0lwQxxgmmqmXKKCnWWzthzUw6jnCNW8ZydXzGAQPcd7YahXudznq5XmGQWVYVlwq6GdfFAshi03Xsjgh++nUzNkiJLEswQJRhfTeXRxHyDDuyTbda88a78grMuhG3/w+NtZtQX9yodT8xPue8O2fKQf/J02A7+NaCIjM3xlc6nF6Cj8ZH4GqWhtiSYIUgwPldlPZin54JntZlvpPjyvxmJ6uMtIkZLm/vW9OUnIkJ+5anIO6Yy7ruZ4DuvoW3u3+MdYsrrS4IZQgQjXAPGOkKfgXjIBJ8iVUXRlf8wYrnEU4T/Utu82+Jpkpy6ioq846Yhv/yUuOQJgml/tA7cujGudqmuLAlmiBDM2gtO2SKvvV0c0uP70lK9AlMs3zB0+7/rIGLImC2hLz5Bu/tWw6ZkUIpqQUHVGbAdcYLp7kNfLEf7/DsgcillVGF84aiXhnbh5iRnLjt5dlVZc2twGQPCx2hIFetu+6Cw+mIgv8DUuIVHdPv9d0L7rn+clYgChNvCFmON2C09jexEfRGeQUTAE69OwlbFrJm+CL9QJI52oyOHXeipj5E/6ebLMi4TJIHWldQ1bCmyDJiaABOVmKE0V087VmdenuokgibUSbhKzhCMz+X8BsC2CSORIQ1FEG4RNwUFRYjl9yRCKYiwCfmVp8E68SBTIxDBptofutfw2TFdrDYj+JVSOsIwthMxdXsXgnW/Q6GOGdeVIeC1500/b4s0tkVi92WSHDsWPoDQJ8tiPsezCNHv3QBBStGi6pnGIGpFZmI8UkJbuMjtjhwwx2RnIlNGU1lwkcLYnmza0Y67l4i1nZUlJwjGf7bzadZxXOQZEMuNNhK4k4E26LSSVF6vi3w2OvKIlN1EcCoCRFg0ReS4GQyjOusek5B30pkpdRoMffwuWufcZNrTmAqLjbsSESiq9e7rgWAgIszKlmORX/57w9DOCPYUzSivh5RC1yWmCTKur4zZ8Pru8DwM/ec1cTVNrDI3Q+F6+5bNV1Ltyx3xyhAW5P7qihtANAtAoVirpW7PwAyb4lUiyfWznmC8NZVTSecnwrwWtYrwgiHW7h1eEHoJdz2zEbW1CtXWhgxXgFphrVsL1NYaaTy73QN+vuCUkQWdHeW6xidD4YlgMn+xMYDJEfFoi86/yviQU1Z0Ha3/+AtCK5eb7qLg1HNgO+BwbLzpMuM5O1YRxx1x7BH2NJ1PPW6KZMTxqujcP8d1hxRLj56/i2RuIoB4GkuQGW/ZLMpNhXMWPRMrTazvvCnb6QHlMgV0KoDNhMLAA6Vuzxlp1DvpXWU1wXDt5Hzfj/ZPiWg7AxlhkquQX2f804GRVw5ku2oQzuwqR+fG0IgO8DSAzgF4bKqeva2TDkbBKa7esWWTPN3aV5+h9Y5rTadnFc6Lhef8GUqJHc0X9Yk1rShQiorBbW1gEdi7e7eiqCi+5k7DF6n19muiZzHouYuZdSVE9slUFBHxr+XKmakQHV2mWI+EIDOtZdKbANKI8TMr3ALm7QlKEcEIhSlSNvT6FpnQblXUA4rnLMyeVJdh0Mhqgmk+u7Ja09m9aRBMRAv0EF2aikux9dVT91WgeRQj42PyizpuOxSefRmUEVskX/gmie0P34vAq8+blm+ddAhEdgKRm6jl4jONuDTipUrcDRlZT/Pyjd+EAR0CAWg/fAP2e1F43pVG7Jr2x+oR+N9/TPVnPeRoFJ52jqm68VYKvPwM2h91x9tsUOsTcHuy8qoP5kCymmB8M5xvQMGBAOms06Wlcxel1ArL63I2EOBM1YTl/aYSeSec3PXBJjmwlXBUbDGcBb2m1RdxdvMqTwMxo6V2lnFPwhtboAt/IBH8W6QqUVQoxSVGYG/e2Axu9hkEI3yiOjz/QuczT5jqTx29VdduKYkhH8SFtkjT0nbfzeCOdlN6ZEIlBi//Cj/sN8n93oAvjAd7PFlLMO2uykM6oIugq8MthP2G1TV+mmowN9ZUXKyxcksqL4DVbcYbEfMNnx2Rlyga0YgPPBCAZevxUSPsC1zE8/HG2vPBbP4l1XbgESgQuwrVgs4lj6HjhcVGvqNoxbLznii6sNao0nb3XxH8+F1T0yKOVAVnXhDzslf//muEfvohYjiI7iwI7NuA0JcrEPzwLdMX2qYUTXElAjopoO5VMn/hLwF3UtxnKsVnLcH4XJX/BPgIVbWeMWzOgjjeXBOH03+28zTW8WDiEuJsKcglaoSIrh+N+xsRqiFCHiRRR1x0tt1xTVx5j0SM3cLz/2LkMRK7gdbba40dQaTS85gngoNvvPaCuGxW8k/8LfKm/C6ifPEs33J5tbFLiu4An7lhNaKuACPXC/3W4W5YEOdKydjqWUsw62dMqbCQZSdHfcPN6UK3K3B4sDNd/ZntR+x6imZdtSn7YvhWRp4g9y0xX3VEzF/xXK5utR0sB06G0icGcOCNFxF49Tlo33612b5EBLqyHTDZsMpVelgTi/SvIvlZ6PNPEHz/zU3EEHlU4ngYzX2Aveux8e9XGbmbcq0QIaRAnTWsbuF9uTS2rCWYVbOryubZFzTX1iKUzgnxVTs7Qcatf8YUYasi0oaIfErhisgVHXhxSZcnchTbFOt+h6Gg4g9dkfEiheHUtM0ZIcXxx7rr3rDudUBX3+JI17cIg7dAJ7jFj/bH/wmRryhSsR1+LAp+XxPxd8Mx8/47MjImzAAXQxugX+NwL86gTHEDHNGm5llLMMkZfvxSvK6K7wiUcb5Ow678hxHcKVGCsR16NPIFuRSXgNtbQQVFxo4j9O1KYGNLV8rXMVuDiocZF70idoxwlhQZGwt+V911VySyQfrWQ/v+G6Cw0LhLEo6YwrpXWAGL9LQdj9T1yqnUU99YBBNY+jLa598ZcxcW/6wOXgtmfAeLemHpnIWewdMidT1LgokTW6/LuZgYU3pbLcQpJAXVxcuNdffIdiTRjkjCDSD/d9VQCgoRWPYmOl9cggLnH4BAJ9oXPwp9zQ+GxsIIUAS1EoTR+ezCriMPEYovv8Ww3g3890kjZ7bYrYjndpHKhDs7DFIQNi62I08EQiG0Pz4PoY/f64dCrCNS4IXFaF9wfwrQS79Icbumgd0d0K/MljSwiaAkCSZO1H6eUXGmTaW5feP2xikm6dWFP1LesVMjHy8iXfIKgrjyH8aTc8dTC4wUIOIYZTv0GFj3PRSBl57qlaJEPKEbu5xmr5FW1iCekVtC3/BzL/8j4RgpCEYTXtsPzzHqiXQrIq2tIKjWv10OkXakZxHkJSLzRSrtD96NwOsvJh27tAoktBOwsCO/4OIthkAOJUkwca4ukV2gZfUHrXqX9WXGFHHJKp55I5VIz9QiK0HRrCsRePMlYwfSfUcjHC4LZ14O3bcBbXW3ACLgt3ix2m0iLHvuazz9ipcl4TQZzoUg3/kHWLb/VRdpff7xZrXERbBl5z0Q/N9zCH7yyy5GODsW1lwKyy57RRgCo+XS6dDjsOPJhMkhIp1Z/4ZBr1mI/1Zc17gilutAJuidLB0kwSSAZCZ6bscimEiGduIoI4I/db0M9Q7fYDv4KNgO+jVEIHBhNCc8t4V9Tv5vZxjkIXYgLcK2pmdMGSKDJIRMkV6k8+Vne3kziydvkaVS9zch8MKSzehbxu+MwnP+FNFVQuyQWq48Jw2e0eYXhEi4BvDzgLpeUbnrWwoBAdJ0hbiJ2PJTyKp/3/6zbeW4BQuazEvOnZqSYBKYS//ZlW+yzgck0DSpTcQFqtiBiKOMIALhzRyttD90DwKvvdCrCg0rQd5vphpHD33Nqt7NRfqR/Q4zZHOzH4F3/gdSLcir+L1hGyN2Mf7zTt58NFKGj4Jlj0mwjN/J2NV0vvIs0N7HGNWWB9vBR0I8YfcMGWE7ugIFJ0X26xP3PW31tyL09RdAKJhUHBMRJh7jtOLQViNue/LHRNoPlTY5TTAirgYtWJDU+Ioi9Yk1qDzN4PTmSe25IoWj4RZju+5J9pgIZeRoU+tVBJgSdiTo7BlJgJB3QhVCy96Atukyt68w6177w3aM0wjVoDf7Yd1lz66dBjP8F/zeuO9WthkPUU+8FonXpeCH70TcbQhbG/FSBf0Xq+KiC66Ocjzq0ki4IojL4YDI1fTVZ33GYQqCpFUiwnp7nWdk0gTmqKCcJhhvTcVy0pXPWafZyXCA9J9TfiyHFOFcMygxOsQ9heVXu8N22DGw7LpPQv5KwhpXGL/1LCLEgrhrEda3kQpZLLDsdQDyjpxikInYPYnSsehBBN74r7F7EkZ5wY/ejfsYI56zi875kxFky2wRgaSC775mZJkURzizsWfMyo9Zj+hRR13DAPLExOwhJyrkNsHMqHiFFDpUmNsz8ScqlL+XuBseiHfmfK7fjmfufJCIhWNl2jETxxHb0eWw7j5pwDFTQh+9i9b7egecEi4Gwks6VlAmcbdSOOP/IKLuCeM58aJkPEM/eA9C7y+N6uekjN5q83N3X/yLzr4Mlr0TP3EKvcUltdg5JT2nU/jFogUYk0bVe/qG9ot3aeV8/bR/LOlEtPm8aTvpAW0ZACNY7SYPlRbS8Ymm4sVgKPjvLec99Uk4nbyu8iMIdCRBcTF4RAznl5QMSzgO5h1dYeR7hvCwTlIRgaA6Fj/aS5plj30hfI+EM6G4PxHE0V2ULcYY5CYubsUuJ/DS0wiu+MiwuxEXwTTMbljoCvsZYTMjXpeMIuL4jh5nROgT3sx9d06iipHytubSqH5UpoYtLIbbNhq+Uh3PLoQm7mpSVJi51UHqBHIvSkeYvBSNIj1ic5pgBIS+GVPvhaKHiTZEOog7wdgIQgcx/cRgYevuAKMYCorAnD8YOxaht23yccg78bdQhtmTvhLEXUZr3S2GjUp3EbsYZew2XfGAReJ6cZEqUr+K+C/in7wCI25u5/+ehfbF8q4jiaJA3Wpb2A4/ziAITWSEFCEbOtuNS2FBKsY/Lf6wsXFFiIfiy26KHgNH1w0bG2FrY7aITAltd14H7fuvzDZJoB79qEGr11l9dGR9Q+rYLAHNMqlJzhOMANtf7XyLCftlEvDRdDE+vCtuheIYbkplcVwRuw4RjFs8NZOioHDmZSK8X8T24uNrnXMzuKl3ChBx/FHH7wx1q20MghELRG/xIfTZR1GPUCLkpyAbGrklFFsetJ/XQPvx264sA2GKEZ5h+mwjmHjEImLqvvsaAq88C8vuk4zMlWR3RB1Xt6zg0pcNv6VUFyLy6zrucATtt9H8+cLNW5YeCAwJgjFIxlX5NoP3zYbZF8+8hbOviRjzZPMYgkHj6Vhcsmore4fDKTrvCuOjjFa07782QjAI+5a0FlVF3rGxE6+Fvv4cbXdfvznRmkiZYt3vcNgO/03MVCfBj95B2z03pG1YDG4lpr866j03pq3TLOhoyBCMmAuvq/JxAke2Rc+QCRNPwMOuvcfIQdSvhIIILX/fMIwLrvg4YpR/dfxOKL7o2vAezj2EiheY9kfq+hFUyqCw5aHwFBesBx4RI5gWo/XWKxAKF3+GCOp2E4wdjWXSoVCKh/VTd7DSzCrET5TUNWb8GkvZ/PYRPKQIZhPJnK+AaxlIS7aARCdSXKDmlf++K7KdSFD/3Vddz7Lvvg72N4E1LabovONOgjDZj1XEDqZz8aPofPmZWFUH9Ls4RhXOutJUilvxKiQMA4UxX+RCgM0G6577Iu+wY6FO2Nk4PolXpdZb/gzdCEyV/sKMeaX1nhnp7znzehxyBCOmYMM5vxunhDquI9A0gMNsEzJjoshR1vUxMne97Gxsjsveg/ILUXD6uTHDUHYxmGY4NYoYutrqVXHbskRDTMSrsey2D/KdpxovVbGKIIbWmy6NL0VsYZERaFwdNRrBT5bFFXs4lj7x/i5eKxVSrrLXLbo+3ra5Vn9IEkz3JHZUV+7YAVQz9JMUhUYzs22wXo1StbCUMeNQOP0i4wLWTDFiwHz0LjpfftrYCfR8rjbTvmcdI6XshF2R9xsnLDvsYgpa0Z/IYaR9k+0PM+QHbBMd7n+n8ikr3ilJe/0hTTA90RbGdITgaWD91zp4PAh2gAoEQCLTY88i8oSSTiEd8CuEZhC/qTPtRcy7ZVqcGKG3OG4VTL/IMJAzXUIhhL74BMEP3ja8oY3XJuFBvcmrOqwcRQHZ8qE4ygyzf+v+h0HddoLpLkWsmLa5f+8VHsJ848yrSYTb7XWe2ZmnWfo0kgQTA+vujI+9/jKjf5LztRecskV+e8eng+qjFGUs6g47G9H+xfNwIkXf2GLEgBGBqwLPeXrvbIgMXyXbxIOgbLlVwkZzHYseQud/FiWiXka2IcBnd3sy+q4v1cBJgkkiws2uyn/q4DOTKDKpooRlsMgeKSxzEy0iJ1L73L/3et1RykagcPa1xv1HQoUZHU89jsDTT0TfISUkfGCNRDBuaGpFMC+0QdFpAjTaQxUuI0yTGMIQM3Ih5g4VdGDxEHYpkAQzsPW3ubV3+jQnVO0R2uSWkCSxSRcjfIJEDF3LTnskJpvZSGwvLoS7i/DsLppda3hSx11CQbS6bzHufdLusBhz98oigfk9dnfjeT2ripTFG9fYt1dZ2TUI3MjM24dLKSwiOlhAFw1zN9wZNy450kASTBImsuXMqsM1a/BpAHFcciSh4wRFCEvh/BNONtwREiki/UnwvTd6EYwIjyl8juIp4nlc3LmEPu3t3R2PjFTWJcKn9jrPrrH68LkqrgfTuSA4+tel+x3uhrNiycjV3yXBDHBmxR2Nr7ryJyKO/f46wL6S3Vz4EBX8dnrkFCUROkwGwYhL49a7ru8KtZCBhYH2kBo8dOScp/pHJw+j7+ozpuxUaFMfAbB3r58JbzrqPAdl4BDTopIkmAHALOLz+te8vwpM5j3xBtBfKpoK58b8k6d3+QSZjEQxIILp7EDn843oeHZRRCvkVIwzLpksoFCusbsXdeXAjaP4a5zLmbFLdxMGf1zqbkzwPBpHxxlaVRLMACamuaZigc500gBEZExTdevxhtWvEXQ7BtEkRDDMhs+UCFBlGAxmcGHi/zlG730k1dYmlNSvyVWxRgFtKQzuSNcfdcxdPGQDU0mCSXChN1eXn8UK1TGTJUERmdfMYjUM8kT6VmEgR7bwT9rxEkzo0/fR+dIzEP8Wti6ZXnTQoWXuhtcS1bO5pmIKs+JhZmKi20vdDRclKivb20mCSWAGfzrtmFEFBYVvM7BNAs0zvolhgbv9jrAdcgwsO+0OEUN3c9H1rlefvq9IF11rGNhtPhqI+LlfrUDwnVcREqb7UcJxZhogoY7QViMeHFgwb191xWdMNJbBl5S5G+sybYzp0kcSTAJIN9U4b1AYlyfQNOuaWHbY2chaYJ14EKBajNi97Y/VQ/v8l2BVIvVJ0fl/MWLBoMXf5e392vMGwWRjUYl3HVbX2Dv+RZwD2TDjxJNIUY8KFhRePRQSrEWCRxJMnAtHVPe5nD8DyLpXowSG+ksTIlh32Qs0ZmuEROzbHgnQRDQ7EX5B5KwWcVhEytlsLgz916XuxS8NdAzvuiYWTnK/FzmS+kA7yIL2kmDinKT1M6ZUWEhtCGdY1VcUM4OIvtKgPwRN/9GiWu5joCscvywZiwAzXVta33B1xiqYRYpJgolzsryuig8JFPvZkbCeVP20klH7vND9GiGsfUnVHhf+h3F2K6unEQEGLSh1N5ycxi5ztitJMHFM7eNVVbajS4NtFH0XEmTiRq1duzDcRaHPVVEDpjtBmZXbOg4Ycr4qM3/aTvrhY9xL1uf8YFM8QEkwcQDsnzHteFa0pyI2YfisFuXUojmLItcRoTtrpswiXb1Vkkwc4KezKnNHPpQ982W2gAGjLgkmDgi91RUPENHpEZqs6ywo2N3si4G3puJMYnKL1EBxqCCrpgkBq6qcGOsPRZpUyepuJMGYnL6XJk/O32eCYxkTdu7bhEArS8bsuUu8lp9NNRVTiMlDEE67smQWAvyYw914SmbplH3aSIIxOWfrTz9xrKXAshLclSVyc2H47GP3GhkvuXS3b5059YRQSHuCiaLGFjGppqwWBQGRK86ku5XINfzDcz7L+JMXLNiUplJCmwgCkmBMoibi93YSf8I9XoBEQKFgsbbDiNsGaPXpqngMoN+aVEVWSwABnXmFoijzwXwFgP55TvrIJBH2XMUfy+Z4Hk6gO9lkEwKSYEwuhTU1FbvkM33U/YIkHNlYw41l8zx/NikiYjW/y3kVg6+J4+/rQLscUu0J1AE1dETJnCVvN9dUPsrMpp6gCfSO3d2QNRlBM3FSJcGYnJWWmopddCaxgzEwY8ZaR71njPhLZ1JExGpeV/lCgjJ1oHJk+/AIEBAMWvnQEfc0vvXzjBOPzyNLA5syEyBdYa26pH7xPyW2iSEgCcYkbk2uykMU8KuiuliwOvTfJMOcXMjzVVeuAvFWJlWR1RJCgL+y1zXuKJq21FQ26OByM2IY+MExZq/tEr1jM9NHLteRBGNydtdXT93XQvrbxu4F8JS6PZUmm8as5nc5OxjIi1lRVhgYAsSXOOoabxUpaoDOj8yGOCXQU3Z3w4kD63xotpYEY3LefedN2Y6C6hesQ1ct1mOGzVnwismmUautP7Nif9VKS+VEJAPNGDKIfujMz58kbJWMo5JieUrcpZkpIsfRSl51xVB3XjSDVc86cl2bRGy1a8qIQiifgeh9e5P1RErS86W/2vk0ExKLvm1Sd1ntFwRCpF81om6xkdLV63I2AHCa/QgIeFdRrRcn64/LUJgXs9gOBSyijlG43o/HuNc0VmpG1C96JxmAiGRteW0d4v4lHudHDURqpqX4SAYe8cowQlLG2UhkCiip8+zefTnvq3b+B8AxpgUR2sH0WGdB/uWjVoe8yfpDE+cwsqZ6vPOTNQNLhaK+s6fe67hv0TnJku2bUV4HRXGZlcc6/0/Lw6VqgKpBdBaBh/L8faFrykWKhXcD801mMQRoY1ANTO6ZLWCTC8hpcfEVg5nIq1n148XrlPn+h1bNobxA455pnl1VRrctaIq7YZgGPPv0sf7W5s/MGH2J5gS02N2eEvG/V846rmREp+0NAsXM2ZMMXTNJhnjBg4Lp9vs8D3Xr1VQ99RyV+C4Gm3G5YJ1wU1ldb/slf820CdD1B5mwH2LIIWC9DvKQLXSD4+4l32QSPpmmiySYQZoR3wznG1BwoMnudQvUi4vdC28T9cXHwKwvBfiXILgmBWV7NWa8U1rv6Wf8JjzUFVZvMxXQi/EfR73n2L5YcC0srWun7dIWDE3MU/lY6MpoFnZOCph0tIGUd1gLvNoRCHy85UPPiaiGssRAQBLMICwRf43zdtZxvpmoeGKCdKaG0vqGzYZ4XpfzQgIMshlqRQfeKnN7Dgg37g0zyq9WFSVmLiNm/ra0vnG7oYbdYIxXEkyaUfe5yi8FKzeAzIXOZOJPS+saex2FfDXOl8CYnGbVM6M7xvq2oHbomPlLwkYU97rK3yMo+8RQtsWx6biZGYPKXS0kwaRxbrtiwGCeWZ8jBi93uBv36OuO4Kup9IHZnkbVM6YrIgQ1aH8sq1vyaDilxMucrb19dbQQGCIt7GqvddSuCxZszJiB5agikmDSNLFNMyrOVRW6q9uXKVq34txPzLc46hv/1Ldey5lVh2vW0PNAXE/bv4gh/glQ2qAo20DTBi0A+aYn5vdVlecVWwIP+Tvz/w7wDDPToev6nLK5iyO+5vmqK24iosuiGNG1/ui1bikJxgzaA6sjCWZg+MVs3UUIwblE2EHEI4lZGF8obLm0ZO4TjeHq+l0VdzPTOWbub/q1JzwPzpu5Lq953Ui2DLcE1AkBcDmRchwxbx9Tt+RWCKpacJ9h854yEix9c8Zkx3Cb/RXdREB1hfiJkrrGqmjq+GoqmsBUGq4Og1tXe22SYJI7n2GlSYJJEciGvwsFriNGJYOjBpMiGBYtG0H00Dpr+58m3PVMxOTNflfl2wzeNwG1P7B7rftHMgzz11R+yczjzculDmZ9vUIkDP9CDP6ZGMOZMcEM+RFIhxo62D5nydLuPr3Tyw8jVRH5iKI+N0d6Seqpu7+64mEm+oMkGPMzmoqakmCSiCrXTs73rhlWqUKdBcZuOjAsMsDCTosCDP5GD1EDOZS60r8v+i6WOj6XU0S6Hx6rXs/fmbnVQVuMIrc7YhKwlprKqRqzSKkS89hEQKem8//5Q/5/bTf/ZV+vD9tV+SSDT4iln9jMKeB77O7G83q3d4qn5gujtWfgy1K3Z0K0Oi0zqw7XtOBzQP/sDXIHE2t2kve7JJjkYQlvtVMchf7YM5A3idAxxoUKX7olAAANg0lEQVQDg6B0MrgFTJ+oBM/6gPfBvh9oLHV8NRVBMJkPFM4kDNNOcNQ1PB9DttLkqvhUAf0qlg4A1rVsVA8e98jClX3rbtqFmHIEZejLSt2LJ/aV4XM5OxDFu5yIvrbXNcTcbXmrK74monDP0fIOxsQkJ6OKJJhkoNhHBtfWWoCXDRJ4+WVg3ciRetWCBSHx/wcSoGrDOb8bZ9E6v2U2ZbHapRXjz456z41mhrkp04GJ4EoUZPClpW7P7X3lil1c8+pSb6xj4aZ2vi+xamxfD+VmV+WTevRdkLBqdsTC0uuq/AeBZ4cZe/uP8hXJzJIYcB1JMAOGMH0CjJg0ir4UbDYLAa8PQt1jpHvRGjNa/lzt3MtGEDFvYjtfRiAurqqy+UuDywHsEKtPBjc78gLjqM+dkxEaI6B+FenFzWg3Zu/hsYJA+VyVVQA/1vdOhwFfqdsT9gI4ls7y9/gQkAQTH16DWru5uvwsHcpcM5eohqKbAiyZVZpdU0a0wPJfHbx7rDYMuq3U3XBRvx0MoPiqna8Q4ZBYMojIX9Jk2YrC2KP4XBVrANoyvAzy28fsOSI2wfx2PHPn60TYoqccYlpnr28YFUs/+fvAEZAEM3AM0yZBeHND12ea7NBnDzi2o/nze13CxmrrdVU+TuCoT8BdMmiRw90wLZw8b7VTpMadFWtx6aAfS8fsuW04ovDVlNdBV1zhwyiYIxihm7+m8jVmPrinnuGso2PhIn9PDIFYayAxqbJV0hEw7jZ+dCwyG5yKGHfb6z2z4lWk2VX5Nx18Sax2RPS6va4h7C7FSLFL2pMxd1oRnA5F377pJx4Ji+VZcP/Mlwz4HW5PWaw7GCGn2VVxnw6q6UUwOh4ones5I9YY5e8DR0ASzMAxTIsErqoqbh4efJx1E9HvGGx3eyxE8Wc82HDOSQepodDrMQfFvNRR3xjWG9wgB9Uinogj27MY79T0J0ddw82R+vK7KjdwOI9xhs9Rb+4OpaWm/GyNlTk9+tAYdFGpu+HOmGOUFQaMgCSYAUOYHgFxEQzxT466xtGJaGY4Y0KJ+NF3y4wWCNsgGMXyfLQdDBF3lIz2l1Lty+JJOmzxu5yfM2BkAuhZiPGdvd6zrZnxeWsqpxLzwh51faoWPLTbgtiMDFkncQQkwSSOXVpbxkUwujLHMTexyHt+l1P4S/Uyfgs7UF3/u2Pu4ovD/dYyo+JcTaG7owHEzC+V1jf+OlodX43zP2Ac068O0beOugZT4RZEat5ASH+yO2UsEX1qr2sYcoG60rpYe3QmCWawkI+z35cmT87fZ4KJOxgGqwrvNqyu8dM4uzCq+6qdz4Lwm+htKaizdn5Z/eL7wtXzupzzCDgrogzmDg3WI4fXP/FGtH68Lud8gmG42HsHo9BS+30NpoJ1NdVUTFFY8XRHqWPGXaX1nvMTwUa2iR8BSTDxYzYoLRhQmmucDzDj1GgKiJCSdrfHloiS3ulTt4Gqv0hAVCtZJrR3gCeNDkNiQk+fy/kuAXtH1IGowVH3SwCtSPUiGcoRcLvd7QlnQNdPlCAYFbSIGRaRQjYY1CePuF/G0E1kfSTSRhJMIqgNUpsN1eVnWUiZGz3kA3/lcDfGNHILNwRhyGcl/TkGHFGHSPytoy58RDix09p7R4eIW1wQTobwi7Io2M/MDqvFVXm+xnxHn6fqgAJylbgbHjAzDcYORqcGEeCLQZ84vJaJMhOAGeSSU0cSTHJwTIsUw4EvFHwp6uXpALIQrp8xpUJVFI/w7o66SyLcYa/zhHVIFIHRm1uD68ORoJCqEE0bVtewyAxgG2umnRJi7V+9ov0Tey2KZXLxnIUiM2PM0nVEInHJa2Vgdjj3hphCZIWEEZAEkzB06W+4zjV1tAX6DxGjtRF0Vafrh9U3XJ2Idr6ZFX+GRn+N3pY7Nbb+OtL9yaYn6hfC717wpcNn3dXsDqLNVVnVyfxv6sF4IvmZ3e0xHa6iaweDx0Gk2wsKtqc7Hl2bCDayTWIISIJJDLdBa+WrdoYixfMVYRTaiPcJdzdiRmFfdeUiEEfNua0wPVhS39Dv4rVbfkt15TUa8V/C9MehIB8Yz/2H3zX19zpr/6LuJyBjK6NcY3cvihnYu7t/r6v8CAWKB4zX7PWemGEkzOAk65hHQBKMeawyoqa32tlKhMJwyhi+PXUNpixcw7X3VlcsJ6JdIg1UXCAHoGwTyXlSWBv71zgWg3F0TxnGBoRwn72uwaybg9F8o8t5YYhxW/eJjcCdihaaFI8Ny+ozpuxUYFWXBDo7pm3x4LOmjlUZMdE5ooQkmCybSH+1862u5GD9C4O9pe7GhHIltc48YWJIsz7DwMjIkND9DndDxOdnkUyuubX5HQZ6Gfkx82rH2L23ieWc2Ldff03lHGY+u/u/M/MLpfWNvcgr1vSxy1Xow7rrwzlmxmorfx84ApJgBo5hWiX4qitvYeKLw02cyLtsr/MkZETWXFMxRWcSoQ3C7o4AxEz1sSn+sAh52VM91oPaH8ruD58FIBp4gmDAXNN9YdwGbeQY9xIR0S+u0nzetJ1K7l4YNs1JXIJk5bgRkAQTN2SD28BwJFS1xnBOgARebnc37paIhk2uihsVUL8sBkKWET9X4TN6pmsN10dTzZRTFFYf6fUb4UVHneeoRHTyuSoXAmwknCOmpfZ6c8Z1ifQl26QGAUkwqcE1pVJ9LqeI3bt1304GYgbf5Kp4VAH9LpziDFpc6m6oiDUo7wznhaT8knGSmAKKxXLMsDkLTIXQ7CtfGOyBMREKQvZOx8h4Q0/E0lf+nnoEJMGkHuOk9+CtrniAiE5PJsF4Z1S8Qgod1lemuD8prW8ca2YQfpfzKgau7a7LjFdL6z39ZJqRJep4q53fEmFrnaiuLM4LYrN9yHqpRUASTGrxTYl0cRRRoT4ozN97djCQHYzX5VxJfcJcEiEETa2wz134tJmB+F3ltQylywZH+AwoXF5S17jETNu+dWprYblwdcUKHQjdOaZxt9paGDGNZckuBCTBZNd8dX27IjZMWeiDvnmMkk4wwLslbs/+ZgI7Cb16Eox40g5a+dAR9yTm9+OdXr43qzS9I6DfHSkPdRZO3ZBTWRJMlk553/sOMYyBEIyvpmINuHcMXJ2030fKAR0ONq/LeSFh8x1MW1ANHjZyzlPvZSnEUu0kICAJJgkgDoYI4TZghbYCoJLu/gdEMNVOL+gXJ0ci+qmk0LIr3bZAOC6aKsKXyUKqx3ikJvaGLDgu0R2MqQ5lpYxHQBJMxk9RZAU3JXqbPlCC4VpY/KsrNvQkKx1cV+Zu3GzkZgYmkS6XueNDIipixlodlqmxYr6YkSvrZC8CkmCyd+7QMv2E3TTV+mF37FtifGav90Q09Y80VEEwzaud63qGadBBh5a5G16LFx5fjfMlMCYD/JPG1mmSYOJFMLfqS4LJ8vn0VVfcBKLLxDCY6OtSEylV+w65L8GI16MSHmWPlss6Emwbzq6sVnV2E7A2xHIHk+XLa8DqS4IZMISDL8BXU9EEplKR1L3U3Vgcr0aCYHyrnU0EDNvU9gOH2xM5Il2UDozMjo7QRoa+0maxnV40Z4G85I13QnKoviSYHJjM9TXlV1qgXENMbSXuBrvZZ+WeQ/e7nKs3OynGkc86HHyGIaBCEwqVvItsc/69NAcglkNIEAFJMAkCl2nN/NWVb4L0kSVFtv3iefnpHofP5VyGTXF0lYC6c8n8xJ0DRdgG32rHPQVMN+fXN3yRaVhJfdKHgCSY9GGd0p42nPO7cdA6XMFQ8N9bznvqk3g787nKF4KVqUSkl9Q1WBNJ2tazTxEmIZE7nHj1lvUzGwFJMJk9P3FrJyz0EzsilV/NUC8GeL3D7TGVcyhu5WSDIYeAJJghN+XhB7z+3Ir9rUHlLjA0GRZBLopkISAJJllI5oCc5urys3SoOzvqGy7JgeHIIWQAApJgMmASpAoSgVxFQBJMrs6sHJdEIAMQkASTAZMgVZAI5CoCkmBydWbluCQCGYCAJJgMmASpgkQgVxGQBJOrMyvHJRHIAAQkwWTAJEgVJAK5ioAkmFydWTkuiUAGICAJJgMmQaogEchVBCTB5OrMynFJBDIAAUkwGTAJUgWJQK4iIAkmV2dWjksikAEISILJgEmQKkgEchUBSTC5OrNyXBKBDEBAEkwGTIJUQSKQqwhIgsnVmZXjkghkAAKSYDJgEqQKEoFcRUASTK7OrByXRCADEJAEkwGTIFWQCOQqApJgcnVm5bgkAhmAgCSYDJgEqYJEIFcRkASTqzMrxyURyAAEJMFkwCRIFSQCuYqAJJhcnVk5LolABiAgCSYDJkGqIBHIVQQkweTqzMpxSQQyAAFJMBkwCVIFiUCuIiAJJldnVo5LIpABCEiCyYBJkCpIBHIVAUkwuTqzclwSgQxAQBJMBkyCVEEikKsISILJ1ZmV45IIZAACkmAyYBKkChKBXEVAEkyuzqwcl0QgAxCQBJMBkyBVkAjkKgKSYHJ1ZuW4JAIZgIAkmAyYBKmCRCBXEZAEk6szK8clEcgABCTBZMAkSBUkArmKgCSYXJ1ZOS6JQAYgIAkmAyZBqiARyFUEJMHk6szKcUkEMgABSTAZMAlSBYlAriLw/yQkS8FADfW/AAAAAElFTkSuQmCC"/>
          <p:cNvSpPr>
            <a:spLocks noChangeAspect="1" noChangeArrowheads="1"/>
          </p:cNvSpPr>
          <p:nvPr/>
        </p:nvSpPr>
        <p:spPr bwMode="auto">
          <a:xfrm>
            <a:off x="307975" y="-166688"/>
            <a:ext cx="666750" cy="676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307975" y="938786"/>
            <a:ext cx="9325545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+mj-ea"/>
                <a:ea typeface="+mj-ea"/>
              </a:rPr>
              <a:t>트래픽 관리 컴포넌트</a:t>
            </a:r>
            <a:endParaRPr lang="en-US" altLang="ko-KR" dirty="0">
              <a:latin typeface="+mj-ea"/>
              <a:ea typeface="+mj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>
              <a:latin typeface="+mj-ea"/>
              <a:ea typeface="+mj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+mj-ea"/>
                <a:ea typeface="+mj-ea"/>
              </a:rPr>
              <a:t>Gateway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600" dirty="0">
              <a:latin typeface="+mj-ea"/>
              <a:ea typeface="+mj-ea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j-ea"/>
                <a:ea typeface="+mj-ea"/>
              </a:rPr>
              <a:t>외부로부터 트래픽을 받는 </a:t>
            </a:r>
            <a:r>
              <a:rPr lang="ko-KR" altLang="en-US" sz="1400" dirty="0" err="1">
                <a:latin typeface="+mj-ea"/>
                <a:ea typeface="+mj-ea"/>
              </a:rPr>
              <a:t>최앞단</a:t>
            </a:r>
            <a:endParaRPr lang="en-US" altLang="ko-KR" sz="1400" dirty="0">
              <a:latin typeface="+mj-ea"/>
              <a:ea typeface="+mj-ea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j-ea"/>
                <a:ea typeface="+mj-ea"/>
              </a:rPr>
              <a:t>트래픽을 받을 </a:t>
            </a:r>
            <a:r>
              <a:rPr lang="ko-KR" altLang="en-US" sz="1400" dirty="0" err="1">
                <a:latin typeface="+mj-ea"/>
                <a:ea typeface="+mj-ea"/>
              </a:rPr>
              <a:t>호스트명</a:t>
            </a:r>
            <a:r>
              <a:rPr lang="en-US" altLang="ko-KR" sz="1400" dirty="0">
                <a:latin typeface="+mj-ea"/>
                <a:ea typeface="+mj-ea"/>
              </a:rPr>
              <a:t>, </a:t>
            </a:r>
            <a:r>
              <a:rPr lang="ko-KR" altLang="en-US" sz="1400" dirty="0">
                <a:latin typeface="+mj-ea"/>
                <a:ea typeface="+mj-ea"/>
              </a:rPr>
              <a:t>포트</a:t>
            </a:r>
            <a:r>
              <a:rPr lang="en-US" altLang="ko-KR" sz="1400" dirty="0">
                <a:latin typeface="+mj-ea"/>
                <a:ea typeface="+mj-ea"/>
              </a:rPr>
              <a:t>, </a:t>
            </a:r>
            <a:r>
              <a:rPr lang="ko-KR" altLang="en-US" sz="1400" dirty="0">
                <a:latin typeface="+mj-ea"/>
                <a:ea typeface="+mj-ea"/>
              </a:rPr>
              <a:t>프로토콜을 정의</a:t>
            </a:r>
            <a:endParaRPr lang="en-US" altLang="ko-KR" sz="1400" dirty="0">
              <a:latin typeface="+mj-ea"/>
              <a:ea typeface="+mj-ea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ko-KR" altLang="en-US" sz="1400" dirty="0" err="1">
                <a:latin typeface="+mj-ea"/>
                <a:ea typeface="+mj-ea"/>
              </a:rPr>
              <a:t>웹서버에서</a:t>
            </a:r>
            <a:r>
              <a:rPr lang="ko-KR" altLang="en-US" sz="1400" dirty="0">
                <a:latin typeface="+mj-ea"/>
                <a:ea typeface="+mj-ea"/>
              </a:rPr>
              <a:t> </a:t>
            </a:r>
            <a:r>
              <a:rPr lang="en-US" altLang="ko-KR" sz="1400" dirty="0">
                <a:latin typeface="+mj-ea"/>
                <a:ea typeface="+mj-ea"/>
              </a:rPr>
              <a:t>virtual host</a:t>
            </a:r>
            <a:r>
              <a:rPr lang="ko-KR" altLang="en-US" sz="1400" dirty="0">
                <a:latin typeface="+mj-ea"/>
                <a:ea typeface="+mj-ea"/>
              </a:rPr>
              <a:t>를 정의하는 것과 같이 정의</a:t>
            </a:r>
            <a:endParaRPr lang="en-US" altLang="ko-KR" sz="1400" dirty="0">
              <a:latin typeface="+mj-ea"/>
              <a:ea typeface="+mj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dirty="0">
              <a:latin typeface="+mj-ea"/>
              <a:ea typeface="+mj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+mj-ea"/>
                <a:ea typeface="+mj-ea"/>
              </a:rPr>
              <a:t>Virtual Service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600" dirty="0">
              <a:latin typeface="+mj-ea"/>
              <a:ea typeface="+mj-ea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j-ea"/>
                <a:ea typeface="+mj-ea"/>
              </a:rPr>
              <a:t>트래픽을 서비스로 라우팅 하는 기능</a:t>
            </a:r>
            <a:endParaRPr lang="en-US" altLang="ko-KR" sz="1400" dirty="0">
              <a:latin typeface="+mj-ea"/>
              <a:ea typeface="+mj-ea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ko-KR" altLang="en-US" sz="1400" dirty="0" err="1">
                <a:latin typeface="+mj-ea"/>
                <a:ea typeface="+mj-ea"/>
              </a:rPr>
              <a:t>쿠버네티스의</a:t>
            </a:r>
            <a:r>
              <a:rPr lang="ko-KR" altLang="en-US" sz="1400" dirty="0">
                <a:latin typeface="+mj-ea"/>
                <a:ea typeface="+mj-ea"/>
              </a:rPr>
              <a:t> </a:t>
            </a:r>
            <a:r>
              <a:rPr lang="en-US" altLang="ko-KR" sz="1400" dirty="0">
                <a:latin typeface="+mj-ea"/>
                <a:ea typeface="+mj-ea"/>
              </a:rPr>
              <a:t>service</a:t>
            </a:r>
            <a:r>
              <a:rPr lang="ko-KR" altLang="en-US" sz="1400" dirty="0">
                <a:latin typeface="+mj-ea"/>
                <a:ea typeface="+mj-ea"/>
              </a:rPr>
              <a:t>가 목적지가 된다</a:t>
            </a:r>
            <a:r>
              <a:rPr lang="en-US" altLang="ko-KR" sz="1400" dirty="0">
                <a:latin typeface="+mj-ea"/>
                <a:ea typeface="+mj-ea"/>
              </a:rPr>
              <a:t>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+mj-ea"/>
                <a:ea typeface="+mj-ea"/>
              </a:rPr>
              <a:t>URI </a:t>
            </a:r>
            <a:r>
              <a:rPr lang="ko-KR" altLang="en-US" sz="1400" dirty="0">
                <a:latin typeface="+mj-ea"/>
                <a:ea typeface="+mj-ea"/>
              </a:rPr>
              <a:t>기반으로 라우팅을 하는 </a:t>
            </a:r>
            <a:r>
              <a:rPr lang="en-US" altLang="ko-KR" sz="1400" dirty="0">
                <a:latin typeface="+mj-ea"/>
                <a:ea typeface="+mj-ea"/>
              </a:rPr>
              <a:t>Ingress</a:t>
            </a:r>
            <a:r>
              <a:rPr lang="ko-KR" altLang="en-US" sz="1400" dirty="0">
                <a:latin typeface="+mj-ea"/>
                <a:ea typeface="+mj-ea"/>
              </a:rPr>
              <a:t>와 유사</a:t>
            </a:r>
            <a:endParaRPr lang="en-US" altLang="ko-KR" sz="1400" dirty="0">
              <a:latin typeface="+mj-ea"/>
              <a:ea typeface="+mj-ea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j-ea"/>
                <a:ea typeface="+mj-ea"/>
              </a:rPr>
              <a:t>라우팅 규칙에 따라 </a:t>
            </a:r>
            <a:r>
              <a:rPr lang="en-US" altLang="ko-KR" sz="1400" dirty="0">
                <a:latin typeface="+mj-ea"/>
                <a:ea typeface="+mj-ea"/>
              </a:rPr>
              <a:t>Service</a:t>
            </a:r>
            <a:r>
              <a:rPr lang="ko-KR" altLang="en-US" sz="1400" dirty="0">
                <a:latin typeface="+mj-ea"/>
                <a:ea typeface="+mj-ea"/>
              </a:rPr>
              <a:t>로 라우팅 해줌</a:t>
            </a:r>
            <a:endParaRPr lang="en-US" altLang="ko-KR" sz="1400" dirty="0">
              <a:latin typeface="+mj-ea"/>
              <a:ea typeface="+mj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dirty="0">
              <a:latin typeface="+mj-ea"/>
              <a:ea typeface="+mj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+mj-ea"/>
                <a:ea typeface="+mj-ea"/>
              </a:rPr>
              <a:t>Destination Rule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600" dirty="0">
              <a:latin typeface="+mj-ea"/>
              <a:ea typeface="+mj-ea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+mj-ea"/>
                <a:ea typeface="+mj-ea"/>
              </a:rPr>
              <a:t>서비스로 어떻게 트래픽을 </a:t>
            </a:r>
            <a:r>
              <a:rPr lang="ko-KR" altLang="en-US" sz="1400" dirty="0" err="1">
                <a:latin typeface="+mj-ea"/>
                <a:ea typeface="+mj-ea"/>
              </a:rPr>
              <a:t>보낼것인가를</a:t>
            </a:r>
            <a:r>
              <a:rPr lang="ko-KR" altLang="en-US" sz="1400" dirty="0">
                <a:latin typeface="+mj-ea"/>
                <a:ea typeface="+mj-ea"/>
              </a:rPr>
              <a:t> 정의</a:t>
            </a:r>
            <a:endParaRPr lang="en-US" altLang="ko-KR" sz="1400" dirty="0">
              <a:latin typeface="+mj-ea"/>
              <a:ea typeface="+mj-ea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+mj-ea"/>
                <a:ea typeface="+mj-ea"/>
              </a:rPr>
              <a:t>Service</a:t>
            </a:r>
            <a:r>
              <a:rPr lang="ko-KR" altLang="en-US" sz="1400" dirty="0">
                <a:latin typeface="+mj-ea"/>
                <a:ea typeface="+mj-ea"/>
              </a:rPr>
              <a:t>로 트래픽을 보내면 해당 서비스의 어느 </a:t>
            </a:r>
            <a:r>
              <a:rPr lang="en-US" altLang="ko-KR" sz="1400" dirty="0">
                <a:latin typeface="+mj-ea"/>
                <a:ea typeface="+mj-ea"/>
              </a:rPr>
              <a:t>Pod</a:t>
            </a:r>
            <a:r>
              <a:rPr lang="ko-KR" altLang="en-US" sz="1400" dirty="0">
                <a:latin typeface="+mj-ea"/>
                <a:ea typeface="+mj-ea"/>
              </a:rPr>
              <a:t>들로 트래픽을 </a:t>
            </a:r>
            <a:r>
              <a:rPr lang="ko-KR" altLang="en-US" sz="1400" dirty="0" err="1">
                <a:latin typeface="+mj-ea"/>
                <a:ea typeface="+mj-ea"/>
              </a:rPr>
              <a:t>보낼지와</a:t>
            </a:r>
            <a:r>
              <a:rPr lang="ko-KR" altLang="en-US" sz="1400" dirty="0">
                <a:latin typeface="+mj-ea"/>
                <a:ea typeface="+mj-ea"/>
              </a:rPr>
              <a:t> 어떻게 보낼지를 정의</a:t>
            </a:r>
            <a:endParaRPr lang="en-US" altLang="ko-KR" sz="1400" dirty="0">
              <a:latin typeface="+mj-ea"/>
              <a:ea typeface="+mj-ea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altLang="ko-KR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9060288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1BEF1B6D-EDD0-46B0-8C4B-4503BA8E5168}"/>
              </a:ext>
            </a:extLst>
          </p:cNvPr>
          <p:cNvSpPr txBox="1">
            <a:spLocks/>
          </p:cNvSpPr>
          <p:nvPr/>
        </p:nvSpPr>
        <p:spPr>
          <a:xfrm>
            <a:off x="294114" y="264068"/>
            <a:ext cx="7444968" cy="42862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400" b="1" kern="1200" baseline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</a:lstStyle>
          <a:p>
            <a:r>
              <a:rPr lang="en-US" altLang="ko-KR" sz="2000" dirty="0">
                <a:solidFill>
                  <a:prstClr val="black"/>
                </a:solidFill>
                <a:latin typeface="+mj-lt"/>
                <a:ea typeface="+mn-ea"/>
                <a:cs typeface="Arial" charset="0"/>
              </a:rPr>
              <a:t>8. </a:t>
            </a:r>
            <a:r>
              <a:rPr lang="en-US" altLang="ko-KR" sz="2000" dirty="0">
                <a:solidFill>
                  <a:prstClr val="black"/>
                </a:solidFill>
                <a:cs typeface="Arial" charset="0"/>
              </a:rPr>
              <a:t>ISTIO Traffic Management</a:t>
            </a:r>
            <a:endParaRPr lang="ko-KR" altLang="en-US" sz="2200" dirty="0"/>
          </a:p>
        </p:txBody>
      </p:sp>
      <p:sp>
        <p:nvSpPr>
          <p:cNvPr id="9" name="AutoShape 2" descr="data:image/png;base64,iVBORw0KGgoAAAANSUhEUgAAARgAAAEcCAYAAAAcH6uaAAAAAXNSR0IArs4c6QAAAp50RVh0bXhmaWxlACUzQ214R3JhcGhNb2RlbCUzRSUzQ3Jvb3QlM0UlM0NteENlbGwlMjBpZCUzRCUyMjAlMjIlMkYlM0UlM0NteENlbGwlMjBpZCUzRCUyMjElMjIlMjBwYXJlbnQlM0QlMjIwJTIyJTJGJTNFJTNDbXhDZWxsJTIwaWQlM0QlMjIyJTIyJTIwdmFsdWUlM0QlMjIlMjIlMjBzdHlsZSUzRCUyMnZlcnRpY2FsTGFiZWxQb3NpdGlvbiUzRGJvdHRvbSUzQnNrZXRjaCUzRDAlM0JodG1sJTNEMSUzQmZpbGxDb2xvciUzRCUyM0YwNjY1MCUzQnN0cm9rZUNvbG9yJTNEJTIzZmZmZmZmJTNCdmVydGljYWxBbGlnbiUzRHRvcCUzQmFsaWduJTNEY2VudGVyJTNCcG9pbnRzJTNEJTVCJTVEJTNCcG9pbnRlckV2ZW50cyUzRDElM0JzaGFwZSUzRG14Z3JhcGguY2lzY29fc2FmZS5jb21wb3NpdGVJY29uJTNCYmdJY29uJTNEdGhyZWF0MSUzQnJlc0ljb24lM0RteGdyYXBoLmNpc2NvX3NhZmUudGhyZWF0LnRocmVhdF9hNiUzQiUyMiUyMHZlcnRleCUzRCUyMjElMjIlMjBwYXJlbnQlM0QlMjIxJTIyJTNFJTNDbXhHZW9tZXRyeSUyMHglM0QlMjItMjAwMCUyMiUyMHklM0QlMjI5NjAlMjIlMjB3aWR0aCUzRCUyMjQ5JTIyJTIwaGVpZ2h0JTNEJTIyNTAlMjIlMjBhcyUzRCUyMmdlb21ldHJ5JTIyJTJGJTNFJTNDJTJGbXhDZWxsJTNFJTNDJTJGcm9vdCUzRSUzQyUyRm14R3JhcGhNb2RlbCUzRV5Rg9QAACAASURBVHhe7V0HeFvV2X6/eyV5xpKdAUkIK4SyV8JeoYyyYssJpqUFCiSWCRAg/IxSoJhRRqFlEywnJYwCJSSWE1YZBcoKK8xAIOxAQkhiSXa8JN37/c+5joOHxpUsyZJ8zvPw0KJzvvOd95z7+oxvEGSRCEgEJAIpQoBSJFeKlQhIBCQCkAQjF4F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0BWI+CvmTbBXrdwZVYPIoeVlwSTw5M7FIbmrXYucRQWzKA7Hl07FMabbWOUBJNtMyb17YWA1+X8UgW/MMzdeA4BuoQnsxCQBJNZ8yG1iQMBBhS/q/J7AHbW9fNL5zbeH0dzWTUNCEiCSQPIsovUIMC1tRbv6g++V4DRAFY53J6tU9OTlJooApJgEkVOtht0BPoQDBNwtd3tuW7QFZMKbEZAEkwGLwaeXVW2trltTLFitbAeDMFi0UPFamsglNfR5l/TuW3ryDZasCCQwUNIqWp9CAYErLa7PWNT2qkUHhcCkmDigis9ldk1ZYSflcdBdETYHhkaEdoAtDDjEyLlgRL3oscy+ZKzqaZiSlld45JkIhiGYKCDLih1N9yZzH6krMQRkASTOHYpb+mrdl7OoNkgHhltohgQf70Z4BaF8Jwe0u5zzHvyxZQrGKMDrqoqbi4NPaYz78bES8vcjb9Lpk59CaZLNv3ocDdslcx+pKzEEZAEkzh2aWkpjkn+1sBFAF0KwGqmUyKEWMeHrGgPlNYtuctMm2TW4dqq4ubV2sU69IsIGEZApwqUF7s9zyW1H0DxVVesIqIxm+Uy0BbUdh4zf8mKZPYlZSWGgCSYxHBLe6ufZ5x4vFWx1BEQz19ncfG50gblmgL3okfSobR3evneiqo8qQNjeiyu7x1uzzap6N/nqvQBbO8pm5kfLK1v/GMq+pMy40NAEkx8eA1qba6dnO9f43gSjCPjUUTsaHQdzzrcngqi1Bmjbag+6SALaS8yOL+Hfkyk/MVet+j6eHQ2W9frcoYIUHsRDNDiCDi2pvnzfWblyHqpQUASTGpwTalU34zyW6GQODbFNX/ilaXE7RmXistg/4xpx7OiLwFY6Tl4AnW0IjRujHvJ+mSDIi7Dfayu64cCA2TRDrTPWbI02X1KefEhENcCjU+0rJ1KBHznnngkBy3PEdDrg47VJzO3QlFOL61rWBSrrtnffTWVR4PxFMD974gIbzrqPAeZlRVPveYZJ1WwGvKwuOXuW5huddQ3XBKPPFk3+QhIgkk+pmmT6KuuuAlElyXQYTtZ9Kn2exc/m0DbXk2WV1UVj3EE1xKhMKws4kscdY23DrSfcO391c6nmHB8WNnMSx31jQemol8p0zwCkmDMY5VxNZmhNJ9d/ijrysninTqeQqCm5iLLhHG3LWiKp13fur5q5/MgHBVOBgP+IGPyqHrPBwPpI6xsl6vQj59/AjAsPLHRD/k6jsyvb/gi2X1LeeYRiHNZmhcsa6YPAb+rci2DR8Xbo868uqy+MWHLV5+rsopZ/zdR+LsgJvqktK5h93j1MlO/ZfoJu2mq9eModYMBTS8fNW/guzQz+sg64RGQBJMDK8M/c8oBrFle73vBamZoBHrK7m440UzdnnW4qsrmLw2KQE8RHQwZ8JS6PZXxyjZT31ddeQuIL45al/FnR73nRjPyZJ3UICAJJjW4pl2qv6ZyDjOfnUDHDGvoaMc98Vn++qZPnQFVrx+MD3yda+poK+kfgTEiWv8EvdbuXnxNApjIJklCQBJMkoAcbDHrZ5841tpq+ZiB0nh10RmflY717UO1L3eYbet3OZcysH+0+opCrpL7GqKTkNkOe9Tzzaj4MxT6a6ymBNxtd3tmxaonf08dApJgUodtTMnGC0yJNrx03qLvYlY2UcHvct7GwIUmqvarwrpycencRX8307bJVXmISvrzzNTToK5XU7GwdOKzSuuSGwRqVVVVWbEjuIwIMS2DFeInSuoaq8yMSdZJDQKSYFKDa0yprTOrJgb14F0WRm2yfHS806duQ4r+AQiOmAr0qUDM35T4bDuZCf9g5v5D2KZYFJo2LIn2NkJls7sXY3iMFxz1nqPjxSKe+sLYj1JgRBiPDplcVxLMIM2O/2zn06zjaCsrBxXVL3onWWp4q8s9REpFAvJ0C6mnFtctfDRWW2+181UiHBKjXiAU5MNG3N/4Vix5Zn8XrhLe1Y6vN0Wwi92M8Zyj3vOb2BUTr7HR5bywCMq/yb1oTeJScrelJJhBmNuWmVWHa6Gg8Cy2tfisw8ctGJgtSs8h+Fy/HQ90fpnIsBhYUur2lMdq66upWAOmLaPVI6A1xJZjhtc/8UYseWZ/97oq/wHos8mk0Q+DFpS6G042Kz+Rel6Xcz4zWsrq5V1POPwkwSSyqgbYxldT+QqYDwOYHe7GuEz9Y3Vt3FGUBlcRIljWRhVATXZ3g4g9EzE6f+v08r2DqvIqgKKoohiBkI0PG3FPcnYwIv8RWF/BfXydoumggG4pcTeIMBcpKz5XxRqAfmrxWo9M5h+KlCmcZsGSYNIM+PrTTxxrybd8BSBPEIw34C/bbv7LSfP6FUGY/D++/yqIDoh3aATSFMLJ0e5NmlwVNRbQnTpgi7GDYY24IhlR7N51TSwcz1t/S8Qj4xlTiPSrRtQtTokXt9CDzzjD4bf5NwD6RpBykqOu4fl49BsKdSXBpHmW/dUVDzPRH7q6ZdahHFbmbngtmWr4XeVXM5TaRGQy8xOl9ZFfXsy+VCXzFak3ZuZGxWAEdZw1KoWpTLwznPNJwR9BCCGkzHTMWzTXnHZDp5YkmDTPta+moglMhq0KgXRd044onbf4f8lUY/25FftbgpRYqAKmHxz1DeMi6eOd4XyBFHPxaJJhByPcEQB+PG58GOutun5M0bzF78fd1kSD2lpYLlzt9AMoZEBnnc8vm9t4j4mmQ6qKJJg0TjdfcMoWvvb2n34BnZksfHwyvJr7DEPxVTs1k3ehfZqS7nA39Arg1LNCVA/mvpJIuWoggaa6wkDwM+gTUMrMlDHwhQPK5FS97mw4u7Ja1dndrYuu83mSYPrPjCQYM6s1SXXChVdIRXhHkfGw2eXsYJMxfHsNj4GOjrYttnzouZ97/nfxRLzuR8dONsITAMabgYRBi0vdDYk8maPlnKknaSFdPJlbzPTVt44CWlCSohcknjw53z+hdCWIN4cvlQQTfpYkwSSyehNoIy5ffas/+JSACb0+XOAHEa82mVHmNhHMBkb8BneGbsQrSEeeTlDBSgGI88mInsd5RLCGDfAUBhMCAgT6l0b6q2D+ttS9+CUz0HlrKs5UQG7mxMjFGIKC0+33eR4y01+8dXyuiusBuqJnO0kwkmDiXUdJrc+zjivxBfJ+JEZxL8HEIXuTrciMBa1ZhbgWFv+Pzh9A2MJsmxTXCzK4XcSgYcZqRcE7pFleYpU//U+T8t3Jm5LHCYz8nfl/J/B0EfUyUZ3E3RbDtqPD/W/xWpfU0mVn1LEMoBJJMLGhTXgSY4uWNXoi8NNpx4zKLyhcHe4+IZ/pV8kMjGTsYKqdqzlzCCbsYhCEozN/quuhB1TYQKpew8Ckga4cBi//4Av/pCNeNu+8abbPZlfl4zq4n3+T3MHIHYzZNZSSelEDJDFesdd7fp3MY1KTq2KNgujWtikZaEYI1S9zuBf/Ldmq+F2V1+vQr+hrSSxCArO85I3wRyTZsyDlhUVA5AsiVVkW7kdiCpQUB7en2578caDwrZt5wkQbW6/TdT62695kaBVxPPqP11LQfexK1uibayqm6EyNXUk0+5WAxvrM4fWL/5ms/nJFzpBbgIM1ca2zyvcOdoYnGKETMf/LXt94aiL6iSPRxpppLo21Cwk0IR5z+kT6y+Q2RPjUXufZNZk6Gl7qqi7Cc4aN/0vAWgqok0vmL5TZJPsALwkmmSsxiqyWmopddKbl4TJsiGY6c0eezgfFYxgmUrS2rdWPCmnabQzaOpGQmWkafnq6YbDGoZOHz31SPKUnpQgfKIb2IhgRjQ/FnU+pu3G3pHSYY0IkwaRpQjec87txaqhDBJaKjDnjP456z7GxVBJWpBesmnYiVO1vxNhBmATHajM0fuevHO7GHZI11o0zp+0RDIU8RLRdVJkm5y1ZemWTHLkw0zRbXU+weSJmSPj8QZv0iBXmsXX61BMCin47EZL2IaUJgtR2Q9AVXa8uSdI9SJehnzYfoOhe48ZfDOUau3tRQr5fqQVl8KVLgknTHBhezqs/+ATAr6J1KY5QShgjMRE5zc/qo6TgKLOGbmkaWkZ0I+5eVvKqfSe532sbqEIi7gyBZ5uRI17+dFWdVjpnocdM/aFWRxJMGmfcW+18UCGcFukeplsVQSC6Sq7hmwJmN9c4b9AYFyQW4yWNAxzUrigILXiOY96TCXs0r6+euq8K/XYCDjJ76BS5pUpJnZQqn6dBhTQJnUuCSQKIZkV4p5cfpqjKK7EIpkse6QR+h4HRBIwbiGWrWf1yoF6AGC+ErPlnD7/3sVVmx7MpSNctBDotbH7tKIIG8vpnVr9sricJJs2z53M5A0jECTHNemZ1d4T1FsYfYgVT59lVZd7WQJVCyp/AvG1CY9ZCRznmxZdTKqF+srSRJJg0T1yziOEK+qMIiCRLChEQABPPdLgb6/r2sto1ZUQ+lP9TgHP6+hTFo5GRiaG+cYdkWmDH03821JUEk+ZZWnvBKVvktbeL7bs1zV0Pze4Y79lJmQL3orXtrsppnaRfoLByAIMjxrwxC5QCOqPE3fCA2fpDsZ4kmEGYdW91xQNEdPogdD1Uu+w04sowVLOXt7GAEo6adnfD8Fj1hvrvkmAGYQWIXYytrW0ZEY0ZhO5llwNFgKCrujJrWP2iewcqKtfbS4IZpBn2VTsvB9H1Q968f5DwT7Rbw2iasdRe33BgojKGUjtJMIM02yK/M7H+YEwz9EHST3YbHgECvCXQdpTpYs2tEEkwMXASnsq+6VPH2YDdWNWDsZ4+zcAuZPpdlXMB/QwMwZAKZjDKzDoUtKjKpOI5Cz/KTP0yTytJMH3mZNXsqrKi1sAlKmgqE7YnQGFmAndBJf6XSMWoAx0K4xMQnizxWm82G/KyKzbvsncJyp6ZtxykRtEQsFksBxfem7xUuEMBbUkwm2bZP2Pa8aSEbtSJdjFeG8zEhBWmLCQM+ykA0Aqm0LzSuiV3RVs4flfl2wzedygsrlwZo7h10UG3l7obLsqVMaVrHEOeYDaFUbgTjONB0dOhxpwUNvY5K8DqxSXK8JfJ7e7leOevmXolWL9OmtjFRDJjKhBEgkhcWur23J4xSmWRIkOaYIRzm0XRnwZjRFLnTBAN0ZetgVD56PlLvvhy1nHFozvzzgox/pH62C0EKijoOs51dghf36QOLR3CyGIB8gqAYAAcECYsg1MY3GoFTU3GvdvgjGDwex2yBCN2E8z61Ykm9jI1dQxxe3M/KbqXdHV2qkNZqqPHwXrIUbDuPtFQT/vuKwSXvYngJ8uMjzXjCxFsh/0Glp33hLrlWOjNPoRWfIzQsjeg/TTgcMWmh298FAotLdFHHtl3F2paiKxoIDAkCcbrci5WgBM3eyizcXmbGjCMe5rUrjbxFz//5OmwHXQkYO3vgaD7vWi94xroP4qAeplZ1O13RMHva6CO276fghwKob3uZgQ/ejflyuvAGmhKddm8RU+lvLMh0EGKl37mIeitrryGwCdsCuD8jaaHniCydOSx4hU3MAHQ5i9UoWCHppGVmMaD9clEJIyrRmba07LtiBOQf9IfQZbI7k3aF8vReue14AzcydCIUSia8X9Qt9sx8oIJBbHxhkugpZgkdfDnpWP23o1qa0OZt3qzT6MhRzAtM6sOJy2Y12nJ/yyemCFiate5po7Op1CFzspVAMZkymVt8VW3Qd0qRrSBUBCtt9citPLTjFuleUeVI7/qzJh6dT69AB2Nj8SsN7AKzLqmTpE7mIGh2N16yBFMcmAD/DXOh3TGKQTjSXvQChUUYtiN9RD/jlqY0fH4P9H53ycHTddIHRe6LoF14kEx9Qq++zra6m+NWW/AFRjrNWv+PvH+ARpwvzkoQBLMACbVP3PKAawpLwOUNwAxA2pKefko/ut9UIbZY8rpeGI+Op8XucMyqxRddB0sv4qd9SOw9GW0339HWpQnoteDhcHfjuhKhqewy5WPOneHuE+T8V/MT4EkGPNYha25sdq5V5Dw/mACWTT7Wlh22j3mDmZj7fnQfvphgCNOfvO831Qif2rs6BXt/7oPgf/9J/kKhJEojOsY+JpZ/4QUZRR0TADBz4wfFPAPUJQW0SykBV9UlaL3He5/f5UWxbKsk8H8LrIMqsjqeqsrFxFx5WANSFyOFlZfDGX4yKgqhD56B20P3A3e2DxYqvbrV3GUoeiym6GURTdF0r77Eq23XJEhl9TcZVIpCrFIWyLeITUGtxPTh4qiLCiuW3SP3Omk/AE1Y9ZxShURzovNLqeXgZKUdhRFuGWHnWH7zVRYd90bUCNfCwXf+C/an5gPbjX+AA9qEce6oouuhTJm64h6iCd2beWnaH+sHtziH1R9zXQuwjmIpBAAt4LwtqpYrxs2Z8ErZtrmYh25g0nSrHpdlfUEnp56q5fIClN+IdRf7QZ17NbgQAB5hx8LZdTofg0Cr72AjoUPgNs2Jmn08YuhEgeKzr0C6rb988cF3n0dvPZH8MYWaD98i9DK5V0HluwsRqaDYGfINeJB4z5nSBVJMEma7g1nV1arzHeA0WWnnwFFvCwVzboK6vid+pPMW6+g46F7B+XIoZQ4UDjzT1C375+DLiguch+6B8K4LpcKgToooOxdMn/hilwaV6yxSIKJhZDJ3/2uyie5y4AvowrlF6Dw7MsM8/u+JfTh22i97+a0+ispxSUonH1NWLudwGvPo/3hOdm8W4kx96QT8Q32Oo+woxoSJasJRsRu2aq1tGOw/UXWn37iWGuB5VtmWDJx1YijU6HrYljE/UyfEvrsQ+N+Q4/L16fvsjF3fKGiYSi+5K9QRo/rp0fni0vQ2fDwoOyo0jlnRAhpuj6rrH7xfensd7D6ymqC8bkqrmfGuNL6xj8OFoCiX5/L2QCGM9U+RwMaY34Bis67EpYJu/QTI+45xM5B++aL3r+pKtRtJ8Aybjso2+wAKiruMugj6gqD012YobduhP7zGmjffwV93U/QVq8CQsHNVcSFbuHsa437ob4l8MISdCx5FNzRPqAhDn5j6gA4SMAGJu7QdTJAElfuTGwjUop01tZayDJvWN2iqHGDBn8sydEg2wnmUQIdWeL2bDlYT4LfnDHZUWpzrEupV3Zy5hrCKK/wgqthCXMnI0im86nHoX37JWiYHdbd9oa6wy7GC494So6n6OvXIvTlZwh9/B70H78FCopQ8HtXWEfGwMvPoGPRg12hJbKsiNciBfCzjhW6Qq9B549Um77efu/iZ7NsKClTN6sJxu9yLmXG/jrjtLK5nodThlIUwSKhPRFOG4y+E+nTIJnz/wLxrN2viJ2I3xs3oUTVQ+x0dA1Q+58ejSfzh+eAtey60CWQrrP+MCnKw466hucTmYeh0iarCcZX7fwchB0HKwnWylnHlYzozPuJkDkvR6YWbl6+8URsxjzflLwEKgVef9F4Lcq252cGfCEou4x0L1qTwLCHXJOsJhi/y/kOA5PErGmEO4bXeS5M5ww21ThvUBiXp7PPZPVFZSNQePp5YV+XktVHJDniGNZ2383QvetT3VXy5YtLWi10yvC5Tz6RfOG5JzG7Caba+RQTjhfTQoAW0kO/S9fEs2vKCD/U9wBENkPN4PVi2f5XyD/FBXXr/gGeUq62phk+RR1P/juj3BZMj5voUUddw+9N1x/CFbObYFwVdzPo3O75I9DP7VrgyC3nPfVJqufUf075sRxSnkl1P6mQr249HgUnnwU1zItSKvoLK5MZoa9WoH3eP6A3Zd1OZoPD7UluHOe0AZ/ejrKaYDZMP3GGqlrqe0FGWMUh5dDSeYtSGh8yWxPYi8BUBWdeEDtAVZrWob5hHTbeegW4STzEZU1hnZXzymRu6pgTltUE01FduWMHsciy1ysei9jJ/JzXMWHCXc+kxG3Yf7bzNNZx/yYTh5ggZ0oFZeSWKLrgaoh/Z1LRfU1ovfUKw34mWwoBb9ndngP66ltbC8vhL0+2TJ7cfyQLlo/UP911gX51LfTBMqtIN75ZTTAvTZ6cv8+Ojle7L3p7gicsJsG42+72zE4GqN7p5YcpVuVPuo7JJPyNsgw5stpQfNU/oGwxNhlwJF2G9tUKIzB5FtnDaKRqh+iaZT8CHwHmnUDKKDDbjfgNYYybxZIRmUEhwjoQNWma/prFynfa5yxZmnRAM0Rgln0m/VFrqik/W2FlTkQ8GesJeKykuOQmuu1B096s66ord7SSfgQznagQDmSGsDYT3vhZWay7TUThrCszV/f2VrTe9zeEVmRP2mci6MwiIgwL2+b4sTUyTpAu8i8R83KLqj5RVKDeT7ctaIpfWGa2SACVzBoIV1UV+0uDqzdlCQivnJhIBe3EWMXE70PHtyqUzqDCm8PwM+sBYioj0HYKMJ6JxgBcnG3HoEizQ8LJ8PTzQKPHQi0dGTa9yWDMrIjxIi55A2+9gsCrzwGDmGhtMMbfs08RxgqAn4jvCUK9JxdsbbKeYMQEbahxXmdhXGnO5W6wl9Hg9U+KApSNgHXH3WHZY5IRLkH4Fonjk/AvSksRZ4fODmi+DdBWfIzgO68abgWy9EBAHKJA68B8Q+nc7E5Zm6ZVldrlIy7WLljt/IaArVLbU3ZJF97TyvBRCH74DtgfZtetWiDsYSx77QfLr3Y3Ln+FK4FRkkU43ZcR4ln6848R/Pg9hD79ALqIDRwhiFS+81TDCC/4+ovgHg6T2YV+crQlpqUlHcUV9NBDPydHYnql5ATBCMjWnn7sHnn5+cty5Ugz0GUgIsYV/+X2rmwDoSBEOITAGy91fdiRii0PqnBuLBsBdZsdjEBVIs6vIUPsckwUcUkr8klrn39sRKPj9T8j9ON30Nesiu4WoFqQd+gxsB56NNSx24DbWtF629XQVn1totdcr0IbdZ1nDpa/3UDQzRmCESD4XOWXgpWbsvcq9pepJHtpV57m8TuBVAtCq79DcOkr/UMqRJj9glNnwnboMb1+FR+/9uVnCLzzGkQA8IhxeUVMX3FtKTJFWqwgq9XwsI4awpl1cDDY9Qokdh0d7WBN63J0jFDEbkkc06x77w/LbhOhlPVOminuZdr/eXv09U1kZIS07rW/8W+y2RD471PGnU4uFQJpOvMjpfWe2OkXMmjgOUUwm0kGyl+zIXxC5HVARoAo694HAOLeZFMRyeD1dWsQ+uhd46ihr/4+7K5AxG0pubEe6D7u9OlIpI/lpvXQ1qxCaPn70NeuNo4kvH4tWNdTtjzFXQ8NHwl1y62MWLzqDjtDHbONEWcmXNF9G9A25yYjhETfIo5zwlnTsuf+sGy/I8Ql9uaiaWi96zqIYFrZVHp+jH3vE40Tq7gEZrxur/ccmi3jyjmCEcALM36ElIcZGJ4tE9FTT3KUYdi19/xyHxJmEHrTOoRWfIzQB28h9PUKcIvIEtC1LPOOcSJ/WhwxuAKdCH3/NfSfV3cFi/r6c6CzE3qnkWesi3Q628Ht7eCOtsg7ksIikC0fIkyn+BLEDkjsUsRxTexUlNLhRjS7mGlue/TQMxeSseMZvxOse+4Hy467QRnTPzJed9PgsjfRVve3zJl+AYgCDYxOYmwk4rU6k7hX0Znoe2L+2kJoDxFbmKEpRGWk09Y62LCKJMK2DIxl4Kd2aAeMcS/JCv+KnCQYMSFcW2vxrf5gLoDTSDxSZ1FRRm6B4tq7oiaz7zkcQQrBt//XdSwIBVF04TVhswnEDYGuGcG3SQsZT8naTz8aux5xBOl1vFJViPzS4uNXy0aCRCYDccSyWgEaGPTB95eifd5tsB4w2fgnbBybMAMz4g3fe2PcQ052A4K4P9GXWVUs6WjXHh1qmQVylmC6F8ryqqri0fbOv5FCZxBT1ljgFp77Z1j32De+9R4luFN8giLX5vY2tNffiuDy9zdXEqlRiv98a+z82MlSwoSczqefQEfjv0zUTH4VkUGACc/k6/hTfn1Dnzikye8vkyXmPMF0g89VVTZ/qTJOQeBGjTCRmLfJ9BcncdTJO74qoz5cgac4eogjSHcR7geGj1OMzJLp+BD0Fj9Cb76EdhHgUFwyp7EQ4NVB8x0B+7U0f74vjV1nbFdDhmB6zgBfcMoWGwOhnTQtsJOqKmNCGsaAmXQFW6tMowj65viODEX4NH3NJDKD0lRKln2ImSVBBMUx3LjMtB58pPF8KyLzD3Zpc9+C4Htv9CIYseNStxgzaKqJJ3FxnAq+9QpETOA0R8rTSv9fwAAAIABJREFUGXjIUVBwGd3x6NpBAyEDOx6SBJPIPLDLVeindWvBhvtA2ot4aVHGbmtka1S33xGKvSxqitiUKcjctYN5/xf/PLGDKb7oWojL6XQWkZkytPLTrovuFR9DXHwPRiHgC7vb0z+L3GAok2F9SoIxOSHe/5u6DbXwSuAX/yWTTZNeTeQ5su1/GCwTD+669IySizrZnYuPuG3uPyC8nzcfkUpHdOWYDpOmNtn9C3nGMeiDtxF840WExIvX4JcvHJJgws6CJJgwsIhk9j3/s4jdIV6lmtd8sJG5d+yZwV7bZC+D7aAjkHf4caDSFL3Kd7RBW7vGsKo1jiJv/Ld3WAUi2CYdAnWn3Y28SyRekkxa/saDn0gO1/H0AoSWvZlRCdp0xmdl9Z7+CafiGVyO1h3SBLNx5rF7hLSCWcw8CWC7QjScCYWGxUKPQoYJKwm3/IxdBsLvyPCWTtIxRV+3FsFP3kXo7VcRWvW1iEnQlV4kWhJ6cT8lDAMVxXgBs+xzIGwTD06OX5OmoflyV3ifqkGeFUkwkSdgSBHM+nMr9reFqEIHTiWdRzKRVXwSHNUGfpBXr8nuhfFZwRnngwqLTLYIX01b/T2CrzyL4AdvQ2/2DihvtTC0U8Zth7yjphjGcWb9mSINoPlPM8DeDQMaXyoaS4IZ4gTTVDPlFBXqLJ2x56YcRjlHrOI5O79iAIHuO9oNQ73O5zxdrzDJLKoKy4RdDevigWQxaLv3RgQ/fDuZmiVFliSYIUowvprKo4n5Bh3YJ9useeNd+QVnXQjb/ofH28yoL+5VOp6Yn3LfHbLlIf/k6bAd/GtAERmb4yudTy9AR+Mj8TVKQ21JMEOQYHyuynowT88Fz2oz30jx5X8zEtXHW0SMljb3renLT0SE/MpTkXdMZdx3M8F3XkPb3L/HO8SU15cEM4QIRrgGjHWEPgPxkAk+RaqKoiv/YcRyiacI/6W2ebfF0yQ5dRUVecdNQ375KXHJEwTT/mgduHVjXO1SXVkSzBAhmLUXnLJFXnu7OKTH96WlegWmWL5h6PZ/10HEkDFbQl98gnb3rYZNyaAU1YKCqjNgO+IE092HvliO9vl3QORSyqjC+MJRLw3tws1Jzlx28uyqsubW4DIGhI/RkCrW3fZBYfXFQH6BqXELj+j2+++E9l3/OCsRBQi3hS3GGrFbehrZifoiPIOIgCdenYStilkzfRF+oUgc7UZHDrvQUx8jf9LNl2VcJkgCrSupa9hSZBkwNQEmKjFDaa6edqzOvDzVSQRNqJNwlZwhGJ/L+Q2AbRNGIkMaiiDcIm4KCooQy+9JhFIQYRPyK0+DdeJBpkYggk21P3Sv4bNjulhtRvArpXSEYWwnYur2LgTrfodCHTOuK0PAa8+bft4WaWyLxO7LJDl2LHwAoU+WxXyOZxGi37sBgpSiRdUzjUHUiszEeKSEtnCR2x05YI7JzkSmjKay4CKFsT3ZtKMddy8RazsrS04QjP9s59Os47jIMyCWG20kcCcDbdBpJam8Xhf5bHTkESm7ieBUBIiwaIrIcTMYRnXWPSYh76QzU+o0GPr4XbTOucm0pzEVFht3JSJQVOvd1wPBQESYlS3HIr/894ahnRHsKZpRXg8pha5LTBNkXF8Zs+H13eF5GPrPa+JqmlhlbobC9fYtm6+k2pc74pUhLMj91RU3gGgWgEKxVkvdnoEZNsWrRJLrZz3BeGsqp5LOT4R5LWoV4QVDrN07vCD0Eu56ZiNqaxWqrQ0ZrgC1wlq3FqitNdJ4drsH/HzBKSMLOjvKdY1PhsITwWT+YmMAkyPi0Radf5XxIaes6Dpa//EXhFYuN91FwannwHbA4dh402XGc3asIo474tgj7Gk6n3rcFMmI41XRuX+O6w4plh49fxfJ3EQA8TSWIDPeslmUmwrnLHomVppY33lTttMDymUK6FQAmwmFgQdK3Z4z0qh30rvKaoLh2sn5vh/tnxLRdgYywiRXIb/O+KcDI68cyHbVIJzZVY7OjaERHeBpAJ0D8NhUPXtbJx2MglNcvWPLJnm6ta8+Q+sd15pOzyqcFwvP+TOUEjuaL+oTa1pRoBQVg9vawCKwd/duRVFRfM2dhi9S6+3XRM9i0HMXM+tKiOyTqSgi4l/LlTNTITq6TLEeCUFmWsukNwGkEeNnVrgFzNsTlCKCEQpTpGzo9S0yod2qqAcUz1mYPakuw6CR1QTTfHZltaaze9MgmIgW6CG6NBWXYuurp+6rQPMoRsbH5Bd13HYoPPsyKCO2SL7wTRLbH74XgVefNy3fOukQiOwEIjdRy8VnGnFpxEuVuBsysp7m5Ru/CQM6BALQfvgG7Pei8Lwrjdg17Y/VI/C//5jqz3rI0Sg87RxTdeOtFHj5GbQ/6o632aDWJ+D2ZOVVH8yBZDXB+GY434CCAwHSWadLS+cuSqkVltflbCDAmaoJy/tNJfJOOLnrg01yYCvhqNhiOAt6Tasv4uzmVZ4GYkZL7SzjnoQ3tkAX/kAi+LdIVaKoUIpLjMDevLEZ3OwzCEb4RHV4/oXOZ54w1Z86equu3VISQz6IC22RpqXtvpvBHe2m9MiESgxe/hV+2G+S+70BXxgP9niylmDaXZWHdEAXQVeHWwj7Datr/DTVYG6sqbhYY+WWVF4Aq9uMNyLmGz47Ii9RNKIRH3ggAMvW46NG2Be4iOfjjbXng9n8S6rtwCNQIHYVqgWdSx5DxwuLjXxH0Ypl5z1RdGGtUaXt7r8i+PG7pqZFHKkKzrwg5mWv/v3XCP30Q8RwEN1ZENi3AaEvVyD44VumL7RNKZriSgR0UkDdq2T+wl8C7qS4z1SKz1qC8bkq/wnwEapqPWPYnAVxvLkmDqf/bOdprOPBxCXE2VKQS9QIEV0/Gvc3IlRDhDxIoo646Gy745q48h6JGLuF5//FyGMkdgOtt9caO4JIpecxTwQH33jtBXHZrOSf+FvkTfldRPniWb7l8mpjlxTdAT5zw2pEXQFGrhf6rcPdsCDOlZKx1bOWYNbPmFJhIctOjvqGm9OFblfg8GBnuvoz24/Y9RTNumpT9sXwrYw8Qe5bYr7qiJi/4rlc3Wo7WA6cDKVPDODAGy8i8Opz0L79arN9iQh0ZTtgsmGVq/SwJhbpX0Xys9DnnyD4/pubiCHyqMTxMJr7AHvXY+PfrzJyN+VaIUJIgTprWN3C+3JpbFlLMKtmV5XNsy9orq1FKJ0T4qt2doKMW/+MKcJWRaQNEfmUwhWRKzrw4pIuT+QotinW/Q5DQcUfuiLjRQrDqWmbM0KK4491171h3euArr7Fka5vEQZvgU5wix/tj/8TIl9RpGI7/FgU/L4m4u+GY+b9d2RkTJgBLoY2QL/G4V6cQZniBjiiTc2zlmCSM/z4pXhdFd8RKON8nYZd+Q8juFOiBGM79GjkC3IpLgG3t4IKiowdR+jblcDGlq6Ur2O2BhUPMy56RewY4SwpMjYW/K66665IZIP0rYf2/TdAYaFxlyQcMYV1r7ACFulpOx6p65VTqae+sQgmsPRltM+/M+YuLP5ZHbwWzPgOFvXC0jkLPYOnRep6lgQTJ7Zel3MxMab0tlqIU0gKqouXG+vuke1Ioh2RhBtA/u+qoRQUIrDsTXS+uAQFzj8AgU60L34U+pofDI2FEaAIaiUIo/PZhV1HHiIUX36LYb0b+O+TRs5ssVsRz+0ilQl3dhikIGxcbEeeCIRCaH98HkIfv9cPhVhHpMALi9G+4P4UoJd+keJ2TQO7O6BfmS1pYBNBSRJMnKj9PKPiTJtKc/vG7Y1TTNKrC3+kvGOnRj5eRLrkFQRx5T+MJ+eOpxYYKUDEMcp26DGw7nsoAi891StFiXhCN3Y5zV4jraxBPCO3hL7h517+R8IxUhCMJry2H55j1BPpVkRaW0FQrX+7HCLtSM8iyEtE5otU2h+8G4HXX0w6dmkVSGgnYGFHfsHFWwyBHEqSYOJcXSK7QMvqD1r1LuvLjCniklU880YqkZ6pRVaCollXIvDmS8YOpPuORjhcFs68HLpvA9rqbgFEwG/xYrXbRFj23Nd4+hUvS8JpMpwLQb7zD7Bs/6su0vr8481qiYtgy857IPi/5xD85JddjHB2LKy5FJZd9oowBEbLpdOhx2HHkwmTQ0Q6s/4Ng16zEP+tuK5xRSzXgUzQO1k6SIJJAMlM9NyORTCRDO3EUUYEf+p6GeodvsF28FGwHfRriEDgwmhOeG4L+5z8384wyEPsQFqEbU3PmDJEBkkImSK9SOfLz/byZhZP3iJLpe5vQuCFJZvRt4zfGYXn/Cmiq4TYIbVceU4aPKPNLwiRcA3g5wF1vaJy17cUAgKk6QpxE7Hlp5BV/779Z9vKcQsWNJmXnDs1JcEkMJf+syvfZJ0PSKBpUpuIC1SxAxFHGUEEwps5Wml/6B4EXnuhVxUaVoK830w1jh76mlW9m4v0I/sdZsjmZj8C7/wPpFqQV/F7wzZG7GL85528+WikDB8Fyx6TYBm/k7Gr6XzlWaC9jzGqLQ+2g4+EeMLuGTLCdnQFCk6K7Ncn7nva6m9F6OsvgFAwqTgmIkw8xmnFoa1G3Pbkj4m0HyptcppgRFwNWrAgqfEVReoTa1B5msHpzZPac0UKR8Mtxnbdk+wxEcrI0abWqwgwJexI0NkzkgAh74QqhJa9AW3TZW5fYda99oftGKcRqkFv9sO6y55dOw1m+C/4vXHfrWwzHqKeeC0Sr0vBD9+JuNsQtjbipQr6L1bFRRdcHeV41KWRcEUQl8MBkavpq8/6jMMUBEmrRIT19jrPyKQJzFFBOU0w3pqK5aQrn7NOs5PhAOk/p/xYDinCuWZQYnSIewrLr3aH7bBjYNl1n4T8lYQ1rjB+61lEiAVx1yKsbyMVslhg2esA5B05xSATsXsSpWPRgwi88V9j9ySM8oIfvRv3MUY8Zxed8ycjyJbZIgJJBd99zcgyKY5wZmPPmJUfsx7Ro466hgHkiYnZQ05UyG2CmVHxCil0qDC3Z+JPVCh/L3E3PBDvzPlcvx3P3PkgEQvHyrRjJo4jtqPLYd190oBjpoQ+ehet9/UOOCVcDISXdKygTOJupXDG/0FE3RPGc+JFyXiGfvAehN5fGtXPSRm91ebn7r74F519GSx7J37iFHqLS2qxc0p6Tqfwi0ULMCaNqvf0De0X79LK+fpp/1jSiWjzedN20gPaMgBGsNpNHiotpOMTTcWLwVDw31vOe+qTcDp5XeVHEOhIguJi8IgYzi8pGZZwHMw7usLI9wzhYZ2kIgJBdSx+tJc0yx77QvgeCWdCcX8iiKO7KFuMMchNXNyKXU7gpacRXPGRYXcjLoJpmN2w0BX2M8JmRrwuGUXE8R09zojQJ7yZ++6cRBUj5W3NpVH9qEwNW1gMt200fKU6nl0ITdzVpKgwc6uD1AnkXpSOMHkpGkV6xOY0wQgIfTOm3gtFDxNtiHQQd4KxEYQOYvqJwcLW3QFGMRQUgTl/MHYsQm/b5OOQd+JvoQyzJ30liLuM1rpbDBuV7iJ2McrYbbriAYvE9eIiVaR+FfFfxD95BUbc3M7/PQvti+VdRxJFgbrVtrAdfpxBEJrICClCNnS2G5fCglSMf1r8YWPjihAPxZfdFD0Gjq4bNjbC1sZsEZkS2u68Dtr3X5ltkkA9+lGDVq+z+ujI+obUsVkCmmVSk5wnGAG2v9r5FhP2yyTgo+lifHhX3ArFMdyUyuK4InYdIhi3eGomRUHhzMtEeL+I7cXH1zrnZnBT7xQg4vijjt8Z6lbbGAQjFoje4kPos4+iHqFEyE9BNjRySyi2PGg/r4H247ddWQbCFCM8w/TZRjDxiEXE1H33NQReeRaW3ScZmSvJ7og6rm5ZwaUvG35LqS5E5Nd13OEI2m+j+fOFm7csPRAYEgRjkIyr8m0G75sNsy+eeQtnXxMx5snmMQSDxtOxuGTVVvYOh1N03hXGRxmtaN9/bYRgEPYtaS2qirxjYydeC339Odruvn5zojWRMsW63+GwHf6bmKlOgh+9g7Z7bkjbsBjcSkx/ddR7bkxbp1nQ0ZAhGDEXXlfl4wSObIueIRMmnoCHXXuPkYOoXwkFEVr+vmEYF1zxccQo/+r4nVB80bXhPZx7CBUvMO2P1PUjqJRBYctD4SkuWA88IkYwLUbrrVcgFC7+DBHU7SYYOxrLpEOhFA/rp+5gpZlViJ8oqWvM+DWWsvntI3hIEcwmkjlfAdcykJZsAYlOpLhAzSv/fVdkO5Gg/ruvup5l330d7G8Ca1pM0XnHnQRhsh+riB1M5+JH0fnyM7GqDuh3cYwqnHWlqRS34lVIGAYKY77IhQCbDdY990XeYcdCnbCzcXwSr0qtt/wZuhGYKv2FGfNK6z0z0t9z5vU45AhGTMGGc343Tgl1XEegaQCH2SZkxkSRo6zrY2TuetnZ2ByXvQflF6Lg9HNjhqHsYjDNcGoUMXS11avitmWJhpiIV2PZbR/kO081XqpiFUEMrTddGl+K2MIiI9C4Omo0gp8siyv2cCx94v1dvFYqpFxlr1t0fbxtc63+kCSY7knsqK7csQOoZugnKQqNZmbbYL0apWphKWPGoXD6RcYFrJlixID56F10vvy0sRPo+Vxtpn3POkZK2Qm7Iu83Tlh22MUUtKI/kcNI+ybbH2bID9gmOtz/TuVTVrxTkvb6Q5pgeqItjOkIwdPA+q918HgQ7AAVCIBEpseeReQJJZ1COuBXCM0gflNn2ouYd8u0ODFCb3HcKph+kWEgZ7qEQgh98QmCH7xteEMbr03Cg3qTV3VYOYoCsuVDcZQZZv/W/Q+Duu0E012KWDFtc//eKzyE+caZV5MIt9vrPLMzT7P0aSQJJgbW3Rkfe/1lRv8k52svOGWL/PaOTwfVRynKWNQddjai/Yvn4USKvrHFiAEjAlcFnvP03tkQGb5KtokHQdlyq4SN5joWPYTO/yxKRL2MbEOAz+72ZPRdX6qBkwSTRISbXZX/1MFnJlFkUkUJy2CRPVJY5iZaRE6k9rl/7/W6o5SNQOHsa437j4QKMzqeehyBp5+IvkNKSPjAGolg3NDUimBeaIOi0wRotIcqXEaYJjGEIWbkQswdKujA4iHsUiAJZmDrb3Nr7/RpTqjaI7TJLSFJYpMuRvgEiRi6lp32SEw2s5HYXlwIdxfh2V00u9bwpI67hIJodd9i3Puk3WEx5u6VRQLze+zuxvN6VhUpizeusW+vsrJrELiRmbcPl1JYRHSwgC4a5m64M25ccqSBJJgkTGTLmVWHa9bg0wDiuORIQscJihCWwvknnGy4IyRSRPqT4Htv9CIYER5T+BzFU8TzuLhzCX3a27s7HhmprEuET+11nl1j9eFzVVwPpnNBcPSvS/c73A1nxZKRq79LghngzIo7Gl915U9EHPv9dYB9Jbu58CEq+O30yClKInSYDIIRl8atd13fFWohAwsD7SE1eOjIOU/1j04eRt/VZ0zZqdCmPgJg714/E9501HkOysAhpkUlSTADgFnE5/WveX8VmMx74g2gv1Q0Fc6N+SdP7/IJMhmJYkAE09mBzucb0fHsoohWyKkYZ1wyWUChXGN3L+rKgRtH8dc4lzNjl+4mDP641N2Y4Hk0jo4ztKokmAFMTHNNxQKd6aQBiMiYpurW4w2rXyPodgyiSYhgmA2fKRGgyjAYzODCxP9zjN77SKqtTSipX5OrYo0C2lIY3JGuP+qYu3jIBqaSBJPgQm+uLj+LFapjJkuCIjKvmcVqGOSJ9K3CQI5s4Z+04yWY0Kfvo/OlZyD+LWxdMr3ooEPL3A2vJapnc03FFGbFw8zERLeXuhsuSlRWtreTBJPADP502jGjCgoK32ZgmwSaZ3wTwwJ3+x1hO+QYWHbaHSKG7uai612vPn1fkS661jCw23w0EPFzv1qB4DuvIiRM96OE48w0QEIdoa1GPDiwYN6+6orPmGgsgy8pczfWZdoY06WPJJgEkG6qcd6gMC5PoGnWNbHssLORtcA68SBAtRixe9sfq4f2+S/BqkTqk6Lz/2LEgkGLv8vb+7XnDYLJxqIS7zqsrrF3/Is4B7JhxoknkaIeFSwovHooJFiLBI8kmDgXjqjuczl/BpB1r0YJDPWXJkSw7rIXaMzWCInYtz0SoIlodiL8gshZLeKwiJSz2VwY+q9L3YtfGugY3nVNLJzkfi9yJPWBdpAF7SXBxDlJ62dMqbCQ2hDOsKqvKGYGEX2lQX8Imv6jRbXcx0BXOH5ZMhYBZrq2tL7h6oxVMIsUkwQT52R5XRUfEij2syNhPan6aSWj9nmh+zVCWPuSqj0u/A/j7FZWTyMCDFpQ6m44OY1d5mxXkmDimNrHq6psR5cG2yj6LiTIxI1au3ZhuItCn6uiBkx3gjIrt3UcMOR8VWb+tJ30w8e4l6zP+cGmeICSYOIA2D9j2vGsaE9FbMLwWS3KqUVzFkWuI0J31kyZRbp6qySZOMBPZ1Xmjnwoe+bLbAEDRl0STBwQeqsrHiCi0yM0WddZULC72RcDb03FmcTkFqmB4lBBVk0TAlZVOTHWH4o0qZLV3UiCMTl9L02enL/PBMcyJuzctwmBVpaM2XOXeC0/m2oqphCThyCcdmXJLAT4MYe78ZTM0in7tJEEY3LO1p9+4lhLgWUluCtL5ObC8NnH7jUyXnLpbt86c+oJoZD2BBNFjS1iUk1ZLQoCIlecSXcrkWv4h+d8lvEnL1iwKU2lhDYRBCTBmERNxO/tJP6Ee7wAiYBCwWJthxG3DdDq01XxGEC/NamKrJYAAjrzCkVR5oP5CgD985z0kUki7LmKP5bN8TycQHeyySYEJMGYXApraip2yWf6qPsFSTiysYYby+Z5/mxSRMRqfpfzKgZfE8ff14F2OaTaE6gDauiIkjlL3m6uqXyUmU09QRPoHbu7IWsygmbipEqCMTkrLTUVu+hMYgdjYMaMtY56zxjxl86kiIjVvK7yhQRl6kDlyPbhESAgGLTyoSPuaXzr5xknHp9HlgY2ZSZAusJadUn94n9KbBNDQBKMSdyaXJWHKOBXRXWxYHXov0mGObmQ56uuXAXirUyqIqslhAB/Za9r3FE0bampbNDB5WbEMPCDY8xe2yV6x2amj1yuIwnG5Oyur566r4X0t43dC+ApdXsqTTaNWc3vcnYwkBezoqwwMASIL3HUNd4qUtQAnR+ZDXFKoKfs7oYTB9b50GwtCcbkvPvOm7IdBdUvWIeuWqzHDJuz4BWTTaNWW39mxf6qlZbKiUgGmjFkEP3QmZ8/SdgqGUclxfKUuEszU0SOo5W86oqh7rxoBquedeS6NonYateUEYVQPgPR+/Ym64mUpOdLf7XzaSYkFn3bpO6y2i8IhEi/akTdYiOlq9flbADgNPsREPCuolovTtYfl6EwL2axHQpYRB2jcL0fj3GvaazUjKhf9E4yABHJ2vLaOsT9SzzOjxqI1ExL8ZEMPOKVYYSkjLORyBRQUufZvfty3lft/A+AY0wLIrSD6bHOgvzLR60OeZP1hybOYWRN9XjnJ2sGlgpFfWdPvddx36JzkiXbN6O8DoriMiuPdf6flodL1QBVg+gsAg/l+ftC15SLFAvvBuabzGII0MagGpjcM1vAJheQ0+LiKwYzkVez6seL1ynz/Q+tmkN5gcY90zy7qoxuW9AUd8MwDXj26WP9rc2fmTH6Es0JaLG7PSXif6+cdVzJiE7bGwSKmbMnGbpmkgzxggcF0+33eR7q1qupeuo5KvFdDDbjcsE64aayut72S/6aaROg6w8yYT/EkEPAeh3kIVvoBsfdS77JJHwyTRdJMIM0I74Zzjeg4ECT3esWqBcXuxfeJuqLj4FZXwrwL0FwTQrK9mrMeKe03tPP+E14qCus3mYqoBfjP456z7F9seBaWFrXTtulLRiamKfysdCV0SzsnBQw6WgDKe+wFni1IxD4eMuHnhNRDWWJgYAkmEFYIv4a5+2s43wzUfHEBOlMDaX1DZsN8bwu54UEGGQz1IoOvFXm9hwQbtwbZpRfrSpKzFxGzPxtaX3jdkMNu8EYrySYNKPuc5VfClZuAJkLncnEn5bWNfY6CvlqnC+BMTnNqmdGd4z1bUHt0DHzl4SNKO51lb9HUPaJoWyLY9NxMzMGlbtaSIJJ49x2xYDBPLM+Rwxe7nA37tHXHcFXU+kDsz2NqmdMV0QIatD+WFa35NFwSomXOVt7++poITBEWtjVXuuoXRcs2JgxA8tRRSTBpGlim2ZUnKsqdFe3L1O0bsW5n5hvcdQ3/qlvvZYzqw7XrKHngbietn8RQ/wToLRBUbaBpg1aAPJNT8zvqyrPK7YEHvJ35v8d4BlmpkPX9TllcxdHfM3zVVfcRESXRTGia/3Ra91SEowZtAdWRxLMwPCL2bqLEIJzibCDiEcSszC+UNhyacncJxrD1fW7Ku5mpnPM3N/0a094Hpw3c11e87qRbBluCagTAuByIuU4Yt4+pm7JrRBUteA+w+Y9ZSRY+uaMyY7hNvsruomA6grxEyV1jVXR1PHVVDSBqTRcHQa3rvbaJMEkdz7DSpMEkyKQDX8XClxHjEoGRw0mRTAsWjaC6KF11vY/TbjrmYjJm/2uyrcZvG8Can9g91r3j2QY5q+p/JKZx5uXSx3M+nqFSBj+hRj8MzGGM2OCGfIjkA41dLB9zpKl3X16p5cfRqoi8hFFfW6O9JLUU3d/dcXDTPQHSTDmZzQVNSXBJBFVrp2c710zrFKFOguM3XRgWGSAhZ0WBRj8jR6iBnIodaV/X/RdLHV8LqeIdD88Vr2evzNzq4O2GEVud8QkYC01lVM1ZpFSJeaxiYBOTef/84f8/9pu/su+Xh+2q/JJBp8QSz+xmVPA99jdjef1bu8UT80XRmvPwJelbs+EaHVaZlYdrmnB54D+2RvkDibW7CTvd0kwycMS3mqnOAr9sWcgbxKhY4xlpZgJAAANhUlEQVQLBwZB6WRwC5g+UQme9QHvg30/0Fjq+GoqgmAyHyicSRimneCoa3g+hmylyVXxqQL6VSwdAKxr2agePO6RhSv71t20CzHlCMrQl5W6F0/sK8PncnYginc5EX1tr2uIudvyVld8TUThnqPlHYyJSU5GFUkwyUCxjwyurbUALxsk8PLLwLqRI/WqBQtC4v8PJEDVhnN+N86idX7LbMpitUsrxp8d9Z4bzQxzU6YDE8GVKMjgS0vdntv7yhW7uObVpd5Yx8JN7XxfYtXYvh7Kza7KJ/XouyBh1eyIhaXXVfkPAs8OM/b2H+UrkpklMeA6kmAGDGH6BBgxaRR9KdhsFgJeH4S6x0j3ojVmtPy52rmXjSBi3sR2voxAXFxVZfOXBpcD2CFWnwxuduQFxlGfOycjNEZA/SrSi5vRbszew2MFgfK5KqsAfqzvnQ4DvlK3J+wFcCyd5e/xISAJJj68BrV2c3X5WTqUuWYuUQ1FNwVYMqs0u6aMaIHlvzp491htGHRbqbvhon47GEDxVTtfIcIhsWQQkb+kybIVhbFH8bkq1gC0ZXgZ5LeP2XNEbIL57XjmzteJsEVPOcS0zl7fMCqWfvL3gSMgCWbgGKZNgvDmhq7PNNmhzx5wbEfz5/e6hI3V1uuqfJzAUZ+Au2TQIoe7YVo4ed5qp0iNOyvW4tJBP5aO2XPbcEThqymvg664wodRMEcwQjd/TeVrzHxwTz3DWUfHwkX+nhgCsdZAYlJlq6QjYNxt/OhYZDY4FTHuttd7ZsWrSLOr8m86+JJY7YjodXtdQ9hdipFil7QnY+60Ijgdir590088EhbLs+D+mS8Z8DvcnrJYdzBCTrOr4j4dVNOLYHQ8UDrXc0asMcrfB46AJJiBY5gWCVxVVdw8PPg46yai3zHY7vZYiOLPeLDhnJMOUkOh12MOinmpo74xrDe4QQ6qRTwRR7ZnMd6p6U+OuoabI/Xld1Vu4HAe4wyfo97cHUpLTfnZGitzevShMeiiUnfDnTHHKCsMGAFJMAOGMD0C4iIY4p8cdY2jE9HMcMaEEvGj75YZLRC2QTCK5floOxgi7igZ7S+l2pfFk3TY4nc5P2fAyATQsxDjO3u9Z1sz4/PWVE4l5oU96vpULXhotwWxGRmyTuIISIJJHLu0toyLYHRljmNuYpH3/C6n8JfqZfwWdqC6/nfH3MUXh/utZUbFuZpCd0cDiJlfKq1v/HW0Or4a53/AOKZfHaJvHXUNpsItiNS8gZD+ZHfKWCL61F7XMOQCdaV1sfboTBLMYCEfZ78vTZ6cv88EE3cwDFYV3m1YXeOncXZhVPdVO58F4TfR21JQZ+38svrF94Wr53U55xFwVkQZzB0arEcOr3/ijWj9eF3O+QTDcLH3Dkahpfb7GkwF62qqqZiisOLpjlLHjLtK6z3nJ4KNbBM/ApJg4sdsUFowoDTXOB9gxqnRFBAhJe1ujy0RJb3Tp24DVX+RgKhWskxo7wBPGh2GxISePpfzXQL2jqgDUYOj7pcAWpHqRTKUI+B2u9sTzoCunyhBMCpoETMsIoVsMKhPHnG/jKGbyPpIpI0kmERQG6Q2G6rLz7KQMjd6yAf+yuFujGnkFm4IwpDPSvpzDDiiDpH4W0dd+IhwYqe1944OEbe4IJwM4RdlUbCfmR1Wi6vyfI35jj5P1QEF5CpxNzxgZhqMHYxODSLAF4M+cXgtE2UmADPIJaeOJJjk4JgWKYYDXyj4UtTL0wFkIVw/Y0qFqige4d0ddZdEuMNe5wnrkCgCoze3BteHI0EhVSGaNqyuYZEZwDbWTDslxNq/ekX7J/ZaFMvk4jkLRWbGmKXriETiktfKwOxw7g0xhcgKCSMgCSZh6NLfcJ1r6mgL9B8iRmsj6KpO1w+rb7g6Ee18Myv+DI3+Gr0td2ps/XWk+5NNT9QvhN+94EuHz7qr2R1Em6uyqpP539SD8UTyM7vbYzpcRdcOBo+DSLcXFGxPdzy6NhFsZJvEEJAEkxhug9bKV+0MRYrnK8IotBHvE+5uxIzCvurKRSCOmnNbYXqwpL6h38Vrt/yW6sprNOK/hOmPQ0E+MJ77D79r6u911v5F3U9AxlZGucbuXhQzsHd3/15X+REKFA8Yr9nrPTHDSJjBSdYxj4AkGPNYZURNb7WzlQiF4ZQxfHvqGkxZuIZr762uWE5Eu0QaqLhADkDZJpLzpLA29q9xLAbj6J4yjA0I4T57XYNZNwej+UaX88IQ47buExuBOxUtNCkeG5bVZ0zZqcCqLgl0dkzb4sFnTR2rMmKic0QJSTBZNpH+audbXcnB+hcGe0vdjQnlSmqdecLEkGZ9hoGRkSGh+x3uhojPzyKZXHNr8zsM9DLyY+bVjrF7bxPLObFvv/6ayjnMfHb3f2fmF0rrG3uRV6zpY5er0Id114dzzIzVVv4+cAQkwQwcw7RK8FVX3sLEF4ebOJF32V7nSciIrLmmYorOJEIbhN0dAYiZ6mNT/GER8rKneqwHtT+U3R8+C0A08ATBgLmm+8K4DdrIMe4lIqJfXKX5vGk7ldy9MGyak7gEycpxIyAJJm7IBreB4Uioao3hnAAJvNzubtwtEQ2bXBU3KqB+WQyELCN+rsJn9EzXGq6PppoppyisPtLrN8KLjjrPUYno5HNVLgTYSDhHTEvt9eaM6xLpS7ZJDQKSYFKDa0ql+lxOEbt3676dDMQMvslV8agC+l04xRm0uNTdUBFrUN4ZzgtJ+SXjJDEFFIvlmGFzFpgKodlXvjDYA2MiFITsnY6R8YaeiKWv/D31CEiCST3GSe/BW13xABGdnkyC8c6oeIUUOqyvTHF/UlrfONbMIPwu51UMXNtdlxmvltZ7+sk0I0vU8VY7vyXC1jpRXVmcF8Rm+5D1UouAJJjU4psS6eIookJ9UJi/9+xgIDsYr8u5kvqEuSRCCJpaYZ+78GkzA/G7ymsZSpcNjvAZULi8pK5xiZm2fevU1sJy4eqKFToQunNM4261tTBiGsuSXQhIgsmu+er6dkVsmLLQB33zGCWdYIB3S9ye/c0EdhJ69SQY8aQdtPKhI+5JzO/HO718b1ZpekdAvztSHuosnLohp7IkmCyd8r73HWIYAyEYX03FGnDvGLg6ab+PlAM6HGxel/NCwuY7mLagGjxs5Jyn3stSiKXaSUBAEkwSQBwMEcJtwAptBUAl3f0PiGCqnV7QL06ORPRTSaFlV7ptgXBcNFWEL5OFVI/xSE3sDVlwXKI7GFMdykoZj4AkmIyfosgKbkr0Nn2gBMO1sPhXV2zoSVY6uK7M3bjZyM0MTCJdLnPHh0RUxIy1OixTY8V8MSNX1sleBCTBZO/coWX6CbtpqvXD7ti3xPjMXu+JaOofaaiCYJpXO9f1DNOggw4tcze8Fi88vhrnS2BMBvgnja3TJMHEi2Bu1ZcEk+Xz6auuuAlEl4lhMNHXpSZSqvYdcl+CEa9HJTzKHi2XdSTYNpxdWa3q7CZgbYjlDibLl9eA1ZcEM2AIB1+Ar6aiCUylIql7qbuxOF6NBMH4VjubCBi2qe0HDrcnckS6KB0YmR0doY0MfaXNYju9aM4Ceckb74TkUH1JMDkwmetryq+0QLmGmNpK3A12s8/KPYfudzlXb3ZSjCOfdTj4DENAhSYUKnkX2eb8e2kOQCyHkCACkmASBC7TmvmrK98E6SNLimz7xfPy0z0On8u5DJvi6CoBdeeS+Yk7B4qwDb7VjnsKmG7Or2/4ItOwkvqkDwFJMOnDOqU9bTjnd+OgdbiCoeC/t5z31CfxduZzlS8EK1OJSC+pa7AmkrStZ58iTEIidzjx6i3rZzYCkmAye37i1k5Y6Cd2RCq/mqFeDPB6h9tjKudQ3MrJBkMOAUkwQ27Kww94/bkV+1uDyl1gaDIsglwUyUJAEkyykMwBOc3V5WfpUHd21DdckgPDkUPIAAQkwWTAJEgVJAK5ioAkmFydWTkuiUAGICAJJgMmQaogEchVBCTB5OrMynFJBDIAAUkwGTAJUgWJQK4iIAkmV2dWjksikAEISILJgEmQKkgEchUBSTC5OrNyXBKBDEBAEkwGTIJUQSKQqwhIgsnVmZXjkghkAAKSYDJgEqQKEoFcRUASTK7OrByXRCADEJAEkwGTIFWQCOQqApJgcnVm5bgkAhmAgCSYDJgEqYJEIFcRkASTqzMrxyURyAAEJMFkwCRIFSQCuYqAJJhcnVk5LolABiAgCSYDJkGqIBHIVQQkweTqzMpxSQQyAAFJMBkwCVIFiUCuIiAJJldnVo5LIpABCEiCyYBJkCpIBHIVAUkwuTqzclwSgQxAQBJMBkyCVEEikKsISILJ1ZmV45IIZAACkmAyYBKkChKBXEVAEkyuzqwcl0QgAxCQBJMBkyBVkAjkKgKSYHJ1ZuW4JAIZgIAkmAyYBKmCRCBXEZAEk6szK8clEcgABCTBZMAkSBUkArmKgCSYXJ1ZOS6JQAYgIAkmAyZBqiARyFUEJMHk6szKcUkEMgABSTAZMAlSBYlAriIgCSZXZ1aOSyKQAQhIgsmASZAqSARyFQFJMLk6s3JcEoEMQEASTAZMglRBIpCrCEiCydWZleOSCGQAApJgMmASpAoSgVxF4P8BJDBLwZvO5hIAAAAASUVORK5CYII="/>
          <p:cNvSpPr>
            <a:spLocks noChangeAspect="1" noChangeArrowheads="1"/>
          </p:cNvSpPr>
          <p:nvPr/>
        </p:nvSpPr>
        <p:spPr bwMode="auto">
          <a:xfrm>
            <a:off x="155575" y="-319088"/>
            <a:ext cx="666750" cy="676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" name="AutoShape 6" descr="data:image/png;base64,iVBORw0KGgoAAAANSUhEUgAAARgAAAEcCAYAAAAcH6uaAAAAAXNSR0IArs4c6QAAAp50RVh0bXhmaWxlACUzQ214R3JhcGhNb2RlbCUzRSUzQ3Jvb3QlM0UlM0NteENlbGwlMjBpZCUzRCUyMjAlMjIlMkYlM0UlM0NteENlbGwlMjBpZCUzRCUyMjElMjIlMjBwYXJlbnQlM0QlMjIwJTIyJTJGJTNFJTNDbXhDZWxsJTIwaWQlM0QlMjIyJTIyJTIwdmFsdWUlM0QlMjIlMjIlMjBzdHlsZSUzRCUyMnZlcnRpY2FsTGFiZWxQb3NpdGlvbiUzRGJvdHRvbSUzQnNrZXRjaCUzRDAlM0JodG1sJTNEMSUzQmZpbGxDb2xvciUzRCUyM0YwNjY1MCUzQnN0cm9rZUNvbG9yJTNEJTIzZmZmZmZmJTNCdmVydGljYWxBbGlnbiUzRHRvcCUzQmFsaWduJTNEY2VudGVyJTNCcG9pbnRzJTNEJTVCJTVEJTNCcG9pbnRlckV2ZW50cyUzRDElM0JzaGFwZSUzRG14Z3JhcGguY2lzY29fc2FmZS5jb21wb3NpdGVJY29uJTNCYmdJY29uJTNEdGhyZWF0MSUzQnJlc0ljb24lM0RteGdyYXBoLmNpc2NvX3NhZmUudGhyZWF0LnRocmVhdF9hNiUzQiUyMiUyMHZlcnRleCUzRCUyMjElMjIlMjBwYXJlbnQlM0QlMjIxJTIyJTNFJTNDbXhHZW9tZXRyeSUyMHglM0QlMjItMjAwMCUyMiUyMHklM0QlMjI5NjAlMjIlMjB3aWR0aCUzRCUyMjQ5JTIyJTIwaGVpZ2h0JTNEJTIyNTAlMjIlMjBhcyUzRCUyMmdlb21ldHJ5JTIyJTJGJTNFJTNDJTJGbXhDZWxsJTNFJTNDJTJGcm9vdCUzRSUzQyUyRm14R3JhcGhNb2RlbCUzRV5Rg9QAACAASURBVHhe7V0HeFvV2X6/eyV5xpKdAUkIK4SyV8JeoYyyYssJpqUFCiSWCRAg/IxSoJhRRqFlEywnJYwCJSSWE1YZBcoKK8xAIOxAQkhiSXa8JN37/c+5joOHxpUsyZJ8zvPw0KJzvvOd95z7+oxvEGSRCEgEJAIpQoBSJFeKlQhIBCQCkAQjF4F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0BWI+CvmTbBXrdwZVYPIoeVlwSTw5M7FIbmrXYucRQWzKA7Hl07FMabbWOUBJNtMyb17YWA1+X8UgW/MMzdeA4BuoQnsxCQBJNZ8yG1iQMBBhS/q/J7AHbW9fNL5zbeH0dzWTUNCEiCSQPIsovUIMC1tRbv6g++V4DRAFY53J6tU9OTlJooApJgEkVOtht0BPoQDBNwtd3tuW7QFZMKbEZAEkwGLwaeXVW2trltTLFitbAeDMFi0UPFamsglNfR5l/TuW3ryDZasCCQwUNIqWp9CAYErLa7PWNT2qkUHhcCkmDigis9ldk1ZYSflcdBdETYHhkaEdoAtDDjEyLlgRL3oscy+ZKzqaZiSlld45JkIhiGYKCDLih1N9yZzH6krMQRkASTOHYpb+mrdl7OoNkgHhltohgQf70Z4BaF8Jwe0u5zzHvyxZQrGKMDrqoqbi4NPaYz78bES8vcjb9Lpk59CaZLNv3ocDdslcx+pKzEEZAEkzh2aWkpjkn+1sBFAF0KwGqmUyKEWMeHrGgPlNYtuctMm2TW4dqq4ubV2sU69IsIGEZApwqUF7s9zyW1H0DxVVesIqIxm+Uy0BbUdh4zf8mKZPYlZSWGgCSYxHBLe6ufZ5x4vFWx1BEQz19ncfG50gblmgL3okfSobR3evneiqo8qQNjeiyu7x1uzzap6N/nqvQBbO8pm5kfLK1v/GMq+pMy40NAEkx8eA1qba6dnO9f43gSjCPjUUTsaHQdzzrcngqi1Bmjbag+6SALaS8yOL+Hfkyk/MVet+j6eHQ2W9frcoYIUHsRDNDiCDi2pvnzfWblyHqpQUASTGpwTalU34zyW6GQODbFNX/ilaXE7RmXistg/4xpx7OiLwFY6Tl4AnW0IjRujHvJ+mSDIi7Dfayu64cCA2TRDrTPWbI02X1KefEhENcCjU+0rJ1KBHznnngkBy3PEdDrg47VJzO3QlFOL61rWBSrrtnffTWVR4PxFMD974gIbzrqPAeZlRVPveYZJ1WwGvKwuOXuW5huddQ3XBKPPFk3+QhIgkk+pmmT6KuuuAlElyXQYTtZ9Kn2exc/m0DbXk2WV1UVj3EE1xKhMKws4kscdY23DrSfcO391c6nmHB8WNnMSx31jQemol8p0zwCkmDMY5VxNZmhNJ9d/ijrysninTqeQqCm5iLLhHG3LWiKp13fur5q5/MgHBVOBgP+IGPyqHrPBwPpI6xsl6vQj59/AjAsPLHRD/k6jsyvb/gi2X1LeeYRiHNZmhcsa6YPAb+rci2DR8Xbo868uqy+MWHLV5+rsopZ/zdR+LsgJvqktK5h93j1MlO/ZfoJu2mq9eModYMBTS8fNW/guzQz+sg64RGQBJMDK8M/c8oBrFle73vBamZoBHrK7m440UzdnnW4qsrmLw2KQE8RHQwZ8JS6PZXxyjZT31ddeQuIL45al/FnR73nRjPyZJ3UICAJJjW4pl2qv6ZyDjOfnUDHDGvoaMc98Vn++qZPnQFVrx+MD3yda+poK+kfgTEiWv8EvdbuXnxNApjIJklCQBJMkoAcbDHrZ5841tpq+ZiB0nh10RmflY717UO1L3eYbet3OZcysH+0+opCrpL7GqKTkNkOe9Tzzaj4MxT6a6ymBNxtd3tmxaonf08dApJgUodtTMnGC0yJNrx03qLvYlY2UcHvct7GwIUmqvarwrpycencRX8307bJVXmISvrzzNTToK5XU7GwdOKzSuuSGwRqVVVVWbEjuIwIMS2DFeInSuoaq8yMSdZJDQKSYFKDa0yprTOrJgb14F0WRm2yfHS806duQ4r+AQiOmAr0qUDM35T4bDuZCf9g5v5D2KZYFJo2LIn2NkJls7sXY3iMFxz1nqPjxSKe+sLYj1JgRBiPDplcVxLMIM2O/2zn06zjaCsrBxXVL3onWWp4q8s9REpFAvJ0C6mnFtctfDRWW2+181UiHBKjXiAU5MNG3N/4Vix5Zn8XrhLe1Y6vN0Wwi92M8Zyj3vOb2BUTr7HR5bywCMq/yb1oTeJScrelJJhBmNuWmVWHa6Gg8Cy2tfisw8ctGJgtSs8h+Fy/HQ90fpnIsBhYUur2lMdq66upWAOmLaPVI6A1xJZjhtc/8UYseWZ/97oq/wHos8mk0Q+DFpS6G042Kz+Rel6Xcz4zWsrq5V1POPwkwSSyqgbYxldT+QqYDwOYHe7GuEz9Y3Vt3FGUBlcRIljWRhVATXZ3g4g9EzE6f+v08r2DqvIqgKKoohiBkI0PG3FPcnYwIv8RWF/BfXydoumggG4pcTeIMBcpKz5XxRqAfmrxWo9M5h+KlCmcZsGSYNIM+PrTTxxrybd8BSBPEIw34C/bbv7LSfP6FUGY/D++/yqIDoh3aATSFMLJ0e5NmlwVNRbQnTpgi7GDYY24IhlR7N51TSwcz1t/S8Qj4xlTiPSrRtQtTokXt9CDzzjD4bf5NwD6RpBykqOu4fl49BsKdSXBpHmW/dUVDzPRH7q6ZdahHFbmbngtmWr4XeVXM5TaRGQy8xOl9ZFfXsy+VCXzFak3ZuZGxWAEdZw1KoWpTLwznPNJwR9BCCGkzHTMWzTXnHZDp5YkmDTPta+moglMhq0KgXRd044onbf4f8lUY/25FftbgpRYqAKmHxz1DeMi6eOd4XyBFHPxaJJhByPcEQB+PG58GOutun5M0bzF78fd1kSD2lpYLlzt9AMoZEBnnc8vm9t4j4mmQ6qKJJg0TjdfcMoWvvb2n34BnZksfHwyvJr7DEPxVTs1k3ehfZqS7nA39Arg1LNCVA/mvpJIuWoggaa6wkDwM+gTUMrMlDHwhQPK5FS97mw4u7Ja1dndrYuu83mSYPrPjCQYM6s1SXXChVdIRXhHkfGw2eXsYJMxfHsNj4GOjrYttnzouZ97/nfxRLzuR8dONsITAMabgYRBi0vdDYk8maPlnKknaSFdPJlbzPTVt44CWlCSohcknjw53z+hdCWIN4cvlQQTfpYkwSSyehNoIy5ffas/+JSACb0+XOAHEa82mVHmNhHMBkb8BneGbsQrSEeeTlDBSgGI88mInsd5RLCGDfAUBhMCAgT6l0b6q2D+ttS9+CUz0HlrKs5UQG7mxMjFGIKC0+33eR4y01+8dXyuiusBuqJnO0kwkmDiXUdJrc+zjivxBfJ+JEZxL8HEIXuTrciMBa1ZhbgWFv+Pzh9A2MJsmxTXCzK4XcSgYcZqRcE7pFleYpU//U+T8t3Jm5LHCYz8nfl/J/B0EfUyUZ3E3RbDtqPD/W/xWpfU0mVn1LEMoBJJMLGhTXgSY4uWNXoi8NNpx4zKLyhcHe4+IZ/pV8kMjGTsYKqdqzlzCCbsYhCEozN/quuhB1TYQKpew8Ckga4cBi//4Av/pCNeNu+8abbPZlfl4zq4n3+T3MHIHYzZNZSSelEDJDFesdd7fp3MY1KTq2KNgujWtikZaEYI1S9zuBf/Ldmq+F2V1+vQr+hrSSxCArO85I3wRyTZsyDlhUVA5AsiVVkW7kdiCpQUB7en2578caDwrZt5wkQbW6/TdT62695kaBVxPPqP11LQfexK1uibayqm6EyNXUk0+5WAxvrM4fWL/5ms/nJFzpBbgIM1ca2zyvcOdoYnGKETMf/LXt94aiL6iSPRxpppLo21Cwk0IR5z+kT6y+Q2RPjUXufZNZk6Gl7qqi7Cc4aN/0vAWgqok0vmL5TZJPsALwkmmSsxiqyWmopddKbl4TJsiGY6c0eezgfFYxgmUrS2rdWPCmnabQzaOpGQmWkafnq6YbDGoZOHz31SPKUnpQgfKIb2IhgRjQ/FnU+pu3G3pHSYY0IkwaRpQjec87txaqhDBJaKjDnjP456z7GxVBJWpBesmnYiVO1vxNhBmATHajM0fuevHO7GHZI11o0zp+0RDIU8RLRdVJkm5y1ZemWTHLkw0zRbXU+weSJmSPj8QZv0iBXmsXX61BMCin47EZL2IaUJgtR2Q9AVXa8uSdI9SJehnzYfoOhe48ZfDOUau3tRQr5fqQVl8KVLgknTHBhezqs/+ATAr6J1KY5QShgjMRE5zc/qo6TgKLOGbmkaWkZ0I+5eVvKqfSe532sbqEIi7gyBZ5uRI17+dFWdVjpnocdM/aFWRxJMGmfcW+18UCGcFukeplsVQSC6Sq7hmwJmN9c4b9AYFyQW4yWNAxzUrigILXiOY96TCXs0r6+euq8K/XYCDjJ76BS5pUpJnZQqn6dBhTQJnUuCSQKIZkV4p5cfpqjKK7EIpkse6QR+h4HRBIwbiGWrWf1yoF6AGC+ErPlnD7/3sVVmx7MpSNctBDotbH7tKIIG8vpnVr9sricJJs2z53M5A0jECTHNemZ1d4T1FsYfYgVT59lVZd7WQJVCyp/AvG1CY9ZCRznmxZdTKqF+srSRJJg0T1yziOEK+qMIiCRLChEQABPPdLgb6/r2sto1ZUQ+lP9TgHP6+hTFo5GRiaG+cYdkWmDH03821JUEk+ZZWnvBKVvktbeL7bs1zV0Pze4Y79lJmQL3orXtrsppnaRfoLByAIMjxrwxC5QCOqPE3fCA2fpDsZ4kmEGYdW91xQNEdPogdD1Uu+w04sowVLOXt7GAEo6adnfD8Fj1hvrvkmAGYQWIXYytrW0ZEY0ZhO5llwNFgKCrujJrWP2iewcqKtfbS4IZpBn2VTsvB9H1Q968f5DwT7Rbw2iasdRe33BgojKGUjtJMIM02yK/M7H+YEwz9EHST3YbHgECvCXQdpTpYs2tEEkwMXASnsq+6VPH2YDdWNWDsZ4+zcAuZPpdlXMB/QwMwZAKZjDKzDoUtKjKpOI5Cz/KTP0yTytJMH3mZNXsqrKi1sAlKmgqE7YnQGFmAndBJf6XSMWoAx0K4xMQnizxWm82G/KyKzbvsncJyp6ZtxykRtEQsFksBxfem7xUuEMBbUkwm2bZP2Pa8aSEbtSJdjFeG8zEhBWmLCQM+ykA0Aqm0LzSuiV3RVs4flfl2wzedygsrlwZo7h10UG3l7obLsqVMaVrHEOeYDaFUbgTjONB0dOhxpwUNvY5K8DqxSXK8JfJ7e7leOevmXolWL9OmtjFRDJjKhBEgkhcWur23J4xSmWRIkOaYIRzm0XRnwZjRFLnTBAN0ZetgVD56PlLvvhy1nHFozvzzgox/pH62C0EKijoOs51dghf36QOLR3CyGIB8gqAYAAcECYsg1MY3GoFTU3GvdvgjGDwex2yBCN2E8z61Ykm9jI1dQxxe3M/KbqXdHV2qkNZqqPHwXrIUbDuPtFQT/vuKwSXvYngJ8uMjzXjCxFsh/0Glp33hLrlWOjNPoRWfIzQsjeg/TTgcMWmh298FAotLdFHHtl3F2paiKxoIDAkCcbrci5WgBM3eyizcXmbGjCMe5rUrjbxFz//5OmwHXQkYO3vgaD7vWi94xroP4qAeplZ1O13RMHva6CO276fghwKob3uZgQ/ejflyuvAGmhKddm8RU+lvLMh0EGKl37mIeitrryGwCdsCuD8jaaHniCydOSx4hU3MAHQ5i9UoWCHppGVmMaD9clEJIyrRmba07LtiBOQf9IfQZbI7k3aF8vReue14AzcydCIUSia8X9Qt9sx8oIJBbHxhkugpZgkdfDnpWP23o1qa0OZt3qzT6MhRzAtM6sOJy2Y12nJ/yyemCFiate5po7Op1CFzspVAMZkymVt8VW3Qd0qRrSBUBCtt9citPLTjFuleUeVI7/qzJh6dT69AB2Nj8SsN7AKzLqmTpE7mIGh2N16yBFMcmAD/DXOh3TGKQTjSXvQChUUYtiN9RD/jlqY0fH4P9H53ycHTddIHRe6LoF14kEx9Qq++zra6m+NWW/AFRjrNWv+PvH+ARpwvzkoQBLMACbVP3PKAawpLwOUNwAxA2pKefko/ut9UIbZY8rpeGI+Op8XucMyqxRddB0sv4qd9SOw9GW0339HWpQnoteDhcHfjuhKhqewy5WPOneHuE+T8V/MT4EkGPNYha25sdq5V5Dw/mACWTT7Wlh22j3mDmZj7fnQfvphgCNOfvO831Qif2rs6BXt/7oPgf/9J/kKhJEojOsY+JpZ/4QUZRR0TADBz4wfFPAPUJQW0SykBV9UlaL3He5/f5UWxbKsk8H8LrIMqsjqeqsrFxFx5WANSFyOFlZfDGX4yKgqhD56B20P3A3e2DxYqvbrV3GUoeiym6GURTdF0r77Eq23XJEhl9TcZVIpCrFIWyLeITUGtxPTh4qiLCiuW3SP3Omk/AE1Y9ZxShURzovNLqeXgZKUdhRFuGWHnWH7zVRYd90bUCNfCwXf+C/an5gPbjX+AA9qEce6oouuhTJm64h6iCd2beWnaH+sHtziH1R9zXQuwjmIpBAAt4LwtqpYrxs2Z8ErZtrmYh25g0nSrHpdlfUEnp56q5fIClN+IdRf7QZ17NbgQAB5hx8LZdTofg0Cr72AjoUPgNs2Jmn08YuhEgeKzr0C6rb988cF3n0dvPZH8MYWaD98i9DK5V0HluwsRqaDYGfINeJB4z5nSBVJMEma7g1nV1arzHeA0WWnnwFFvCwVzboK6vid+pPMW6+g46F7B+XIoZQ4UDjzT1C375+DLiguch+6B8K4LpcKgToooOxdMn/hilwaV6yxSIKJhZDJ3/2uyie5y4AvowrlF6Dw7MsM8/u+JfTh22i97+a0+ispxSUonH1NWLudwGvPo/3hOdm8W4kx96QT8Q32Oo+woxoSJasJRsRu2aq1tGOw/UXWn37iWGuB5VtmWDJx1YijU6HrYljE/UyfEvrsQ+N+Q4/L16fvsjF3fKGiYSi+5K9QRo/rp0fni0vQ2fDwoOyo0jlnRAhpuj6rrH7xfensd7D6ymqC8bkqrmfGuNL6xj8OFoCiX5/L2QCGM9U+RwMaY34Bis67EpYJu/QTI+45xM5B++aL3r+pKtRtJ8Aybjso2+wAKiruMugj6gqD012YobduhP7zGmjffwV93U/QVq8CQsHNVcSFbuHsa437ob4l8MISdCx5FNzRPqAhDn5j6gA4SMAGJu7QdTJAElfuTGwjUop01tZayDJvWN2iqHGDBn8sydEg2wnmUQIdWeL2bDlYT4LfnDHZUWpzrEupV3Zy5hrCKK/wgqthCXMnI0im86nHoX37JWiYHdbd9oa6wy7GC494So6n6OvXIvTlZwh9/B70H78FCopQ8HtXWEfGwMvPoGPRg12hJbKsiNciBfCzjhW6Qq9B549Um77efu/iZ7NsKClTN6sJxu9yLmXG/jrjtLK5nodThlIUwSKhPRFOG4y+E+nTIJnz/wLxrN2viJ2I3xs3oUTVQ+x0dA1Q+58ejSfzh+eAtey60CWQrrP+MCnKw466hucTmYeh0iarCcZX7fwchB0HKwnWylnHlYzozPuJkDkvR6YWbl6+8URsxjzflLwEKgVef9F4Lcq252cGfCEou4x0L1qTwLCHXJOsJhi/y/kOA5PErGmEO4bXeS5M5ww21ThvUBiXp7PPZPVFZSNQePp5YV+XktVHJDniGNZ2383QvetT3VXy5YtLWi10yvC5Tz6RfOG5JzG7Caba+RQTjhfTQoAW0kO/S9fEs2vKCD/U9wBENkPN4PVi2f5XyD/FBXXr/gGeUq62phk+RR1P/juj3BZMj5voUUddw+9N1x/CFbObYFwVdzPo3O75I9DP7VrgyC3nPfVJqufUf075sRxSnkl1P6mQr249HgUnnwU1zItSKvoLK5MZoa9WoH3eP6A3Zd1OZoPD7UluHOe0AZ/ejrKaYDZMP3GGqlrqe0FGWMUh5dDSeYtSGh8yWxPYi8BUBWdeEDtAVZrWob5hHTbeegW4STzEZU1hnZXzymRu6pgTltUE01FduWMHsciy1ysei9jJ/JzXMWHCXc+kxG3Yf7bzNNZx/yYTh5ggZ0oFZeSWKLrgaoh/Z1LRfU1ovfUKw34mWwoBb9ndngP66ltbC8vhL0+2TJ7cfyQLlo/UP911gX51LfTBMqtIN75ZTTAvTZ6cv8+Ojle7L3p7gicsJsG42+72zE4GqN7p5YcpVuVPuo7JJPyNsgw5stpQfNU/oGwxNhlwJF2G9tUKIzB5FtnDaKRqh+iaZT8CHwHmnUDKKDDbjfgNYYybxZIRmUEhwjoQNWma/prFynfa5yxZmnRAM0Rgln0m/VFrqik/W2FlTkQ8GesJeKykuOQmuu1B096s66ord7SSfgQznagQDmSGsDYT3vhZWay7TUThrCszV/f2VrTe9zeEVmRP2mci6MwiIgwL2+b4sTUyTpAu8i8R83KLqj5RVKDeT7ctaIpfWGa2SACVzBoIV1UV+0uDqzdlCQivnJhIBe3EWMXE70PHtyqUzqDCm8PwM+sBYioj0HYKMJ6JxgBcnG3HoEizQ8LJ8PTzQKPHQi0dGTa9yWDMrIjxIi55A2+9gsCrzwGDmGhtMMbfs08RxgqAn4jvCUK9JxdsbbKeYMQEbahxXmdhXGnO5W6wl9Eg9i/+zg4fCeuOu8OyxyQjXILwLRLHJ+FflJYizg6dHdB8G6Ct+BjBd1413Apk6YGAOESB1oH5htK52Z2yNk2rKrXLR1ysXbDa+Q0BW6W2p+ySLrynleGjEPzwHbA/zK5btUDYw1j22g+WX+1uXP4KVwKjJItwui8jxLP05x8j+PF7CH36AXQRGzhCEKl856mGEV7w9RfBPRwmswv95GhLTEtLOoor6KGHfk6OxPRKyQmCEZCtPf3YPfLy85flypFmoMtARIwr/svtXdkGQkGIcAiBN17q+rAjFVseVOHcWDYC6jY7GIGqRJxfQ4bY5Zgo4pJW5JPWPv/YiEbH639G6MfvoK9ZFd0tQLUg79BjYD30aKhjtwG3taL1tquhrfraRK+5XoU26jrPHCx/u4GgmzMEI0DwucovBSs3Ze9V7C9TSfbSrjzN43cCqRaEVn+H4NJX+odUiDD7BafOhO3QY3r9Kj5+7cvPEHjnNYgA4BHj8oqYvuI4JTJFWqwgq9XwsI4awpl1cDDY9Qokdh0d7WBN63J0jFDEbkkc06x77w/LbhOhlPVOminuZdr/eXv09U1kZIS07rW/8W+y2RD471PGnU4uFQJpOvMjpfWe2OkXMmjgOUUwm0kGyl+zIXxC5HVARoAo694HAIqyuZpIBq+vW4PQR+8aRw199fdhdwUibkvJjfVA93GnT0cifSw3rYe2ZhVCy9+Hvna1cSTh9WvBup6y5SnuesQdkLrlVkYsXnWHnaGO2caIMxOu6L4NaJtzkxFCom8RxznhrGnZc39Ytt8R4hJ7c9E0tN51HUQwrWwqPT/GvveJxolVXAIzXrfXew7NlnHlHMEI4IUZP0LKwwwMz5aJ6KknOcow7Np7frkPCTMIvWkdQis+RuiDtxD6egW4RWQJ6FqWecc4kT8tjhhcgU6Evv8a+s+ru4JFff050NkJvdPIM9ZFOp3t4PZ2cEdb5B1JYRHIlg8RplN8CWIHJHYp4rgmdipK6XAjml3MNLc9euiZC8nY8YzfCdY994Nlx92gjOkfGa+7aXDZm2ir+1vmTL8ARIEGRicxNhLxWp1J3KvoTPQ9MX9tIbSHiC3M0BSiMtJpax1sWEUSYVsGxjLwUzu0A8a4l2SFf0VOEoyYEK6ttfhWfzAXwGkkHqmzqCgjt0Bx7V1Rk9n3HI4gheDb/+s6FoSCKLrwmrDZBOKGQNeM4NukhYynZO2nH41djziC9DpeqSpEfmnx8atlI0Eik4E4YlmtAA0M+uD7S9E+7zZYD5hs/BM2jk2YgRnxhu+9Me4hJ7sBQdyf6MusKpZ0tGuPDrXMAjlLMN0LZXlVVfFoe+ffSKEziClrLHALz/0zrHvsG996jxLcKT5BkWtzexva629FcPn7myuJ1CjFf741dn7sZClhQk7n00+go/FfJmomv4rIIMCEZ/J1/Cm/vqFPHNLk95fJEnOeYLrB56oqm79UGacgcKNGmEjM22T6i5M46uQdX5VRH67AUxw9xBGkuwj3A8PHKUZmyXR8CHqLH6E3X0K7CHAoLpnTWAjw6qD5joD9Wpo/35fGrjO2qyFDMD1ngC84ZYuNgdBOmhbYSVWVMSENY8BMuoKtVaZRBH1zfEeGInyavmYSmUFpKiXLPsTMkiCC4hhuXGZaDz7SeL4VkfkHu7S5b0HwvTd6EYzYcalbjBk01cSTuDhOBd96BSImcJoj5ekMnL5NPgAAIABJREFUPOQoKLiM7nh07aCBkIEdD0mCSWQe2OUq9NO6tWDDfSDtRby0KGO3NbI1qtvvCMVeFjVFbMoUZO7awbz/i3+e2MEUX3QtxOV0OovITBla+WnXRfeKjyEuvgejEPCF3e3pn0VuMJTJsD4lwZicEO//Td2GWngl8Iv/ksmmSa8m8hzZ9j8MlokHd116RslFnezOxUfcNvcfEN7Pm49IpSO6ckyHSVOb7P6FPOMY9MHbCL7xIkLixWvwyxcOSTBhZ0ESTBhYRDL7nv9ZxO4Qr1LNaz7YyNw79sxgr22yl8F20BHIO/w4UGmKXuU72qCtXWNY1RpHkTf+2zusAhFskw6ButPuRt4lEi9JJi1/48FPJIfreHoBQsvezKgEbTrjs7J6T/+EU/EMLkfrDmmC2Tjz2D1CWsEsZp4EsF0hGs6EQsNioUchw4SVhFt+xi4D4XdkeEsn6Ziir1uL4CfvIvT2qwit+lrEJOhKLxItCb24nxKGgYpivIBZ9jkQtokHJ8evSdPQfLkrvE/VIM+KJJjIEzCkCGb9uRX720JUoQOnks4jmcgqPgmOagM/yKvXZPfC+KzgjPNBhUUmW4Svpq3+HsFXnkXwg7ehN3sHlLdaGNop47ZD3lFTDOM4s/5MkQbQ/KcZYO+GAY0vFY0lwQxxgmmqmXKKCnWWzthzUw6jnCNW8ZydXzGAQPcd7YahXudznq5XmGQWVYVlwq6GdfFAshi03Xsjgh++nUzNkiJLEswQJRhfTeXRxHyDDuyTbda88a78grMuhG3/w+NtZtQX9yodT8xPue8O2fKQf/J02A7+NaCIjM3xlc6nF6Cj8ZH4GqWhtiSYIUgwPldlPZin54JntZlvpPjyvxmJ6uMtIkZLm/vW9OUnIkJ+5anIO6Yy7ruZ4DuvoW3u3+MdYsrrS4IZQgQjXAPGOkKfgXjIBJ8iVUXRlf8wYrnEU4T/Utu82+Jpkpy6ioq846Yhv/yUuOQJgml/tA7cujGudqmuLAlmiBDM2gtO2SKvvV0c0uP70lK9AlMs3zB0+7/rIGLImC2hLz5Bu/tWw6ZkUIpqQUHVGbAdcYLp7kNfLEf7/DsgcillVGF84aiXhnbh5iRnLjt5dlVZc2twGQPCx2hIFetu+6Cw+mIgv8DUuIVHdPv9d0L7rn+clYgChNvCFmON2C09jexEfRGeQUTAE69OwlbFrJm+CL9QJI52oyOHXeipj5E/6ebLMi4TJIHWldQ1bCmyDJiaABOVmKE0V087VmdenuokgibUSbhKzhCMz+X8BsC2CSORIQ1FEG4RNwUFRYjl9yRCKYiwCfmVp8E68SBTIxDBptofutfw2TFdrDYj+JVSOsIwthMxdXsXgnW/Q6GOGdeVIeC1500/b4s0tkVi92WSHDsWPoDQJ8tiPsezCNHv3QBBStGi6pnGIGpFZmI8UkJbuMjtjhwwx2RnIlNGU1lwkcLYnmza0Y67l4i1nZUlJwjGf7bzadZxXOQZEMuNNhK4k4E26LSSVF6vi3w2OvKIlN1EcCoCRFg0ReS4GQyjOusek5B30pkpdRoMffwuWufcZNrTmAqLjbsSESiq9e7rgWAgIszKlmORX/57w9DOCPYUzSivh5RC1yWmCTKur4zZ8Pru8DwM/ec1cTVNrDI3Q+F6+5bNV1Ltyx3xyhAW5P7qihtANAtAoVirpW7PwAyb4lUiyfWznmC8NZVTSecnwrwWtYrwgiHW7h1eEHoJdz2zEbW1CtXWhgxXgFphrVsL1NYaaTy73QN+vuCUkQWdHeW6xidD4YlgMn+xMYDJEfFoi86/yviQU1Z0Ha3/+AtCK5eb7qLg1HNgO+BwbLzpMuM5O1YRxx1x7BH2NJ1PPW6KZMTxqujcP8d1hxRLj56/i2RuIoB4GkuQGW/ZLMpNhXMWPRMrTazvvCnb6QHlMgV0KoDNhMLAA6Vuzxlp1DvpXWU1wXDt5Hzfj/ZPiWg7AxlhkquQX2f804GRVw5ku2oQzuwqR+fG0IgO8DSAzgF4bKqeva2TDkbBKa7esWWTPN3aV5+h9Y5rTadnFc6Lhef8GUqJHc0X9Yk1rShQiorBbW1gEdi7e7eiqCi+5k7DF6n19muiZzHouYuZdSVE9slUFBHxr+XKmakQHV2mWI+EIDOtZdKbANKI8TMr3ALm7QlKEcEIhSlSNvT6FpnQblXUA4rnLMyeVJdh0Mhqgmk+u7Ja09m9aRBMRAv0EF2aikux9dVT91WgeRQj42PyizpuOxSefRmUEVskX/gmie0P34vAq8+blm+ddAhEdgKRm6jl4jONuDTipUrcDRlZT/Pyjd+EAR0CAWg/fAP2e1F43pVG7Jr2x+oR+N9/TPVnPeRoFJ52jqm68VYKvPwM2h91x9tsUOsTcHuy8qoP5kCymmB8M5xvQMGBAOms06Wlcxel1ArL63I2EOBM1YTl/aYSeSec3PXBJjmwlXBUbDGcBb2m1RdxdvMqTwMxo6V2lnFPwhtboAt/IBH8W6QqUVQoxSVGYG/e2Axu9hkEI3yiOjz/QuczT5jqTx29VdduKYkhH8SFtkjT0nbfzeCOdlN6ZEIlBi//Cj/sN8n93oAvjAd7PFlLMO2uykM6oIugq8MthP2G1TV+mmowN9ZUXKyxcksqL4DVbcYbEfMNnx2Rlyga0YgPPBCAZevxUSPsC1zE8/HG2vPBbP4l1XbgESgQuwrVgs4lj6HjhcVGvqNoxbLznii6sNao0nb3XxH8+F1T0yKOVAVnXhDzslf//muEfvohYjiI7iwI7NuA0JcrEPzwLdMX2qYUTXElAjopoO5VMn/hLwF3UtxnKsVnLcH4XJX/BPgIVbWeMWzOgjjeXBOH03+28zTW8WDiEuJsKcglaoSIrh+N+xsRqiFCHiRRR1x0tt1xTVx5j0SM3cLz/2LkMRK7gdbba40dQaTS85gngoNvvPaCuGxW8k/8LfKm/C6ifPEs33J5tbFLiu4An7lhNaKuACPXC/3W4W5YEOdKydjqWUsw62dMqbCQZSdHfcPN6UK3K3B4sDNd/ZntR+x6imZdtSn7YvhWRp4g9y0xX3VEzF/xXK5utR0sB06G0icGcOCNFxF49Tlo33612b5EBLqyHTDZsMpVelgTi/SvIvlZ6PNPEHz/zU3EEHlU4ngYzX2Aveux8e9XGbmbcq0QIaRAnTWsbuF9uTS2rCWYVbOryubZFzTX1iKUzgnxVTs7Qcatf8YUYasi0oaIfErhisgVHXhxSZcnchTbFOt+h6Gg4g9dkfEiheHUtM0ZIcXxx7rr3rDudUBX3+JI17cIg7dAJ7jFj/bH/wmRryhSsR1+LAp+XxPxd8Mx8/47MjImzAAXQxugX+NwL86gTHEDHNGm5llLMMkZfvxSvK6K7wiUcb5Ow678hxHcKVGCsR16NPIFuRSXgNtbQQVFxo4j9O1KYGNLV8rXMVuDiocZF70idoxwlhQZGwt+V911VySyQfrWQ/v+G6Cw0LhLEo6YwrpXWAGL9LQdj9T1yqnUU99YBBNY+jLa598ZcxcW/6wOXgtmfAeLemHpnIWewdMidT1LgokTW6/LuZgYU3pbLcQpJAXVxcuNdffIdiTRjkjCDSD/d9VQCgoRWPYmOl9cggLnH4BAJ9oXPwp9zQ+GxsIIUAS1EoTR+ezCriMPEYovv8Ww3g3890kjZ7bYrYjndpHKhDs7DFIQNi62I08EQiG0Pz4PoY/f64dCrCNS4IXFaF9wfwrQS79Icbumgd0d0K/MljSwiaAkCSZO1H6eUXGmTaW5feP2xikm6dWFP1LesVMjHy8iXfIKgrjyH8aTc8dTC4wUIOIYZTv0GFj3PRSBl57qlaJEPKEbu5xmr5FW1iCekVtC3/BzL/8j4RgpCEYTXtsPzzHqiXQrIq2tIKjWv10OkXakZxHkJSLzRSrtD96NwOsvJh27tAoktBOwsCO/4OIthkAOJUkwca4ukV2gZfUHrXqX9WXGFHHJKp55I5VIz9QiK0HRrCsRePMlYwfSfUcjHC4LZ14O3bcBbXW3ACLgt3ix2m0iLHvuazz9ipcl4TQZzoUg3/kHWLb/VRdpff7xZrXERbBl5z0Q/N9zCH7yyy5GODsW1lwKyy57RRgCo+XS6dDjsOPJhMkhIp1Z/4ZBr1mI/1Zc17gilutAJuidLB0kwSSAZCZ6bscimEiGduIoI4I/db0M9Q7fYDv4KNgO+jVEIHBhNCc8t4V9Tv5vZxjkIXYgLcK2pmdMGSKDJIRMkV6k8+Vne3kziydvkaVS9zch8MKSzehbxu+MwnP+FNFVQuyQWq48Jw2e0eYXhEi4BvDzgLpeUbnrWwoBAdJ0hbiJ2PJTyKp/3/6zbeW4BQuazEvOnZqSYBKYS//ZlW+yzgck0DSpTcQFqtiBiKOMIALhzRyttD90DwKvvdCrCg0rQd5vphpHD33Nqt7NRfqR/Q4zZHOzH4F3/gdSLcir+L1hGyN2Mf7zTt58NFKGj4Jlj0mwjN/J2NV0vvIs0N7HGNWWB9vBR0I8YfcMGWE7ugIFJ0X26xP3PW31tyL09RdAKJhUHBMRJh7jtOLQViNue/LHRNoPlTY5TTAirgYtWJDU+Ioi9Yk1qDzN4PTmSe25IoWj4RZju+5J9pgIZeRoU+tVBJgSdiTo7BlJgJB3QhVCy96Atukyt68w6177w3aM0wjVoDf7Yd1lz66dBjP8F/zeuO9WthkPUU+8FonXpeCH70TcbQhbG/FSBf0Xq+KiC66Ocjzq0ki4IojL4YDI1fTVZ33GYQqCpFUiwnp7nWdk0gTmqKCcJhhvTcVy0pXPWafZyXCA9J9TfiyHFOFcMygxOsQ9heVXu8N22DGw7LpPQv5KwhpXGL/1LCLEgrhrEda3kQpZLLDsdQDyjpxikInYPYnSsehBBN74r7F7EkZ5wY/ejfsYI56zi875kxFky2wRgaSC775mZJkURzizsWfMyo9Zj+hRR13DAPLExOwhJyrkNsHMqHiFFDpUmNsz8ScqlL+XuBseiHfmfK7fjmfufJCIhWNl2jETxxHb0eWw7j5pwDFTQh+9i9b7egecEi4Gwks6VlAmcbdSOOP/IKLuCeM58aJkPEM/eA9C7y+N6uekjN5q83N3X/yLzr4Mlr0TP3EKvcUltdg5JT2nU/jFogUYk0bVe/qG9ot3aeV8/bR/LOlEtPm8aTvpAW0ZACNY7SYPlRbS8Ymm4sVgKPjvLec99Uk4nbyu8iMIdCRBcTF4RAznl5QMSzgO5h1dYeR7hvCwTlIRgaA6Fj/aS5plj30hfI+EM6G4PxHE0V2ULcYY5CYubsUuJ/DS0wiu+MiwuxEXwTTMbljoCvsZYTMjXpeMIuL4jh5nROgT3sx9d06iipHytubSqH5UpoYtLIbbNhq+Uh3PLoQm7mpSVJi51UHqBHIvSkeYvBSNIj1ic5pgBIS+GVPvhaKHiTZEOog7wdgIQgcx/cRgYevuAKMYCorAnD8YOxaht23yccg78bdQhtmTvhLEXUZr3S2GjUp3EbsYZew2XfGAReJ6cZEqUr+K+C/in7wCI25u5/+ehfbF8q4jiaJA3Wpb2A4/ziAITWSEFCEbOtuNS2FBKsY/Lf6wsXFFiIfiy26KHgNH1w0bG2FrY7aITAltd14H7fuvzDZJoB79qEGr11l9dGR9Q+rYLAHNMqlJzhOMANtf7XyLCftlEvDRdDE+vCtuheIYbkplcVwRuw4RjFs8NZOioHDmZSK8X8T24uNrnXMzuKl3ChBx/FHH7wx1q20MghELRG/xIfTZR1GPUCLkpyAbGrklFFsetJ/XQPvx264sA2GKEZ5h+mwjmHjEImLqvvsaAq88C8vuk4zMlWR3RB1Xt6zg0pcNv6VUFyLy6zrucATtt9H8+cLNW5YeCAwJgjFIxlX5NoP3zYbZF8+8hbOviRjzZPMYgkHj6Vhcsmore4fDKTrvCuOjjFa07782QjAI+5a0FlVF3rGxE6+Fvv4cbXdfvznRmkiZYt3vcNgO/03MVCfBj95B2z03pG1YDG4lpr866j03pq3TLOhoyBCMmAuvq/JxAke2Rc+QCRNPwMOuvcfIQdSvhIIILX/fMIwLrvg4YpR/dfxOKL7o2vAezj2EiheY9kfq+hFUyqCw5aHwFBesBx4RI5gWo/XWKxAKF3+GCOp2E4wdjWXSoVCKh/VTd7DSzCrET5TUNWb8GkvZ/PYRPKQIZhPJnK+AaxlIS7aARCdSXKDmlf++K7KdSFD/3Vddz7Lvvg72N4E1LabovONOgjDZj1XEDqZz8aPofPmZWFUH9Ls4RhXOutJUilvxKiQMA4UxX+RCgM0G6577Iu+wY6FO2Nk4PolXpdZb/gzdCEyV/sKMeaX1nhnp7znzehxyBCOmYMM5vxunhDquI9A0gMNsEzJjoshR1vUxMne97Gxsjsveg/ILUXD6uTHDUHYxmGY4NYoYutrqVXHbskRDTMSrsey2D/KdpxovVbGKIIbWmy6NL0VsYZERaFwdNRrBT5bFFXs4lj7x/i5eKxVSrrLXLbo+3ra5Vn9IEkz3JHZUV+7YAVQz9JMUhUYzs22wXo1StbCUMeNQOP0i4wLWTDFiwHz0LjpfftrYCfR8rjbTvmcdI6XshF2R9xsnLDvsYgpa0Z/IYaR9k+0PM+QHbBMd7n+n8ikr3ilJe/0hTTA90RbGdITgaWD91zp4PAh2gAoEQCLTY88i8oSSTiEd8CuEZhC/qTPtRcy7ZVqcGKG3OG4VTL/IMJAzXUIhhL74BMEP3ja8oY3XJuFBvcmrOqwcRQHZ8qE4ygyzf+v+h0HddoLpLkWsmLa5f+8VHsJ848yrSYTb7XWe2ZmnWfo0kgQTA+vujI+9/jKjf5LztRecskV+e8eng+qjFGUs6g47G9H+xfNwIkXf2GLEgBGBqwLPeXrvbIgMXyXbxIOgbLlVwkZzHYseQud/FiWiXka2IcBnd3sy+q4v1cBJgkkiws2uyn/q4DOTKDKpooRlsMgeKSxzEy0iJ1L73L/3et1RykagcPa1xv1HQoUZHU89jsDTT0TfISUkfGCNRDBuaGpFMC+0QdFpAjTaQxUuI0yTGMIQM3Ih5g4VdGDxEHYpkAQzsPW3ubV3+jQnVO0R2uSWkCSxSRcjfIJEDF3LTnskJpvZSGwvLoS7i/DsLppda3hSx11CQbS6bzHufdLusBhz98oigfk9dnfjeT2ripTFG9fYt1dZ2TUI3MjM24dLKSwiOlhAFw1zN9wZNy450kASTBImsuXMqsM1a/BpAHFcciSh4wRFCEvh/BNONtwREiki/UnwvTd6EYwIjyl8juIp4nlc3LmEPu3t3R2PjFTWJcKn9jrPrrH68LkqrgfTuSA4+tel+x3uhrNiycjV3yXBDHBmxR2Nr7ryJyKO/f46wL6S3Vz4EBX8dnrkFCUROkwGwYhL49a7ru8KtZCBhYH2kBo8dOScp/pHJw+j7+ozpuxUaFMfAbB3r58JbzrqPAdl4BDTopIkmAHALOLz+te8vwpM5j3xBtBfKpoK58b8k6d3+QSZjEQxIILp7EDn843oeHZRRCvkVIwzLpksoFCusbsXdeXAjaP4a5zLmbFLdxMGf1zqbkzwPBpHxxlaVRLMACamuaZigc500gBEZExTdevxhtWvEXQ7BtEkRDDMhs+UCFBlGAxmcGHi/zlG730k1dYmlNSvyVWxRgFtKQzuSNcfdcxdPGQDU0mCSXChN1eXn8UK1TGTJUERmdfMYjUM8kT6VmEgR7bwT9rxEkzo0/fR+dIzEP8Wti6ZXnTQoWXuhtcS1bO5pmIKs+JhZmKi20vdDRclKivb20mCSWAGfzrtmFEFBYVvM7BNAs0zvolhgbv9jrAdcgwsO+0OEUN3c9H1rlefvq9IF11rGNhtPhqI+LlfrUDwnVcREqb7UcJxZhogoY7QViMeHFgwb191xWdMNJbBl5S5G+sybYzp0kcSTAJIN9U4b1AYlyfQNOuaWHbY2chaYJ14EKBajNi97Y/VQ/v8l2BVIvVJ0fl/MWLBoMXf5e392vMGwWRjUYl3HVbX2Dv+RZwD2TDjxJNIUY8KFhRePRQSrEWCRxJMnAtHVPe5nD8DyLpXowSG+ksTIlh32Qs0ZmuEROzbHgnQRDQ7EX5B5KwWcVhEytlsLgz916XuxS8NdAzvuiYWTnK/FzmS+kA7yIL2kmDinKT1M6ZUWEhtCGdY1VcUM4OIvtKgPwRN/9GiWu5joCscvywZiwAzXVta33B1xiqYRYpJgolzsryuig8JFPvZkbCeVP20klH7vND9GiGsfUnVHhf+h3F2K6unEQEGLSh1N5ycxi5ztitJMHFM7eNVVbajS4NtFH0XEmTiRq1duzDcRaHPVVEDpjtBmZXbOg4Ycr4qM3/aTvrhY9xL1uf8YFM8QEkwcQDsnzHteFa0pyI2YfisFuXUojmLItcRoTtrpswiXb1Vkkwc4KezKnNHPpQ982W2gAGjLgkmDgi91RUPENHpEZqs6ywo2N3si4G3puJMYnKL1EBxqCCrpgkBq6qcGOsPRZpUyepuJMGYnL6XJk/O32eCYxkTdu7bhEArS8bsuUu8lp9NNRVTiMlDEE67smQWAvyYw914SmbplH3aSIIxOWfrTz9xrKXAshLclSVyc2H47GP3GhkvuXS3b5059YRQSHuCiaLGFjGppqwWBQGRK86ku5XINfzDcz7L+JMXLNiUplJCmwgCkmBMoibi93YSf8I9XoBEQKFgsbbDiNsGaPXpqngMoN+aVEVWSwABnXmFoijzwXwFgP55TvrIJBH2XMUfy+Z4Hk6gO9lkEwKSYEwuhTU1FbvkM33U/YIkHNlYw41l8zx/NikiYjW/y3kVg6+J4+/rQLscUu0J1AE1dETJnCVvN9dUPsrMpp6gCfSO3d2QNRlBM3FSJcGYnJWWmopddCaxgzEwY8ZaR71njPhLZ1JExGpeV/lCgjJ1oHJk+/AIEBAMWvnQEfc0vvXzjBOPzyNLA5syEyBdYa26pH7xPyW2iSEgCcYkbk2uykMU8KuiuliwOvTfJMOcXMjzVVeuAvFWJlWR1RJCgL+y1zXuKJq21FQ26OByM2IY+MExZq/tEr1jM9NHLteRBGNydtdXT93XQvrbxu4F8JS6PZUmm8as5nc5OxjIi1lRVhgYAsSXOOoabxUpaoDOj8yGOCXQU3Z3w4kD63xotpYEY3LefedN2Y6C6hesQ1ct1mOGzVnwismmUautP7Nif9VKS+VEJAPNGDKIfujMz58kbJWMo5JieUrcpZkpIsfRSl51xVB3XjSDVc86cl2bRGy1a8qIQiifgeh9e5P1RErS86W/2vk0ExKLvm1Sd1ntFwRCpF81om6xkdLV63I2AHCa/QgIeFdRrRcn64/LUJgXs9gOBSyijlG43o/HuNc0VmpG1C96JxmAiGRteW0d4v4lHudHDURqpqX4SAYe8cowQlLG2UhkCiip8+zefTnvq3b+B8AxpgUR2sH0WGdB/uWjVoe8yfpDE+cwsqZ6vPOTNQNLhaK+s6fe67hv0TnJku2bUV4HRXGZlcc6/0/Lw6VqgKpBdBaBh/L8faFrykWKhXcD801mMQRoY1ANTO6ZLWCTC8hpcfEVg5nIq1n148XrlPn+h1bNobxA455pnl1VRrctaIq7YZgGPPv0sf7W5s/MGH2J5gS02N2eEvG/V846rmREp+0NAsXM2ZMMXTNJhnjBg4Lp9vs8D3Xr1VQ99RyV+C4Gm3G5YJ1wU1ldb/slf820CdD1B5mwH2LIIWC9DvKQLXSD4+4l32QSPpmmiySYQZoR3wznG1BwoMnudQvUi4vdC28T9cXHwKwvBfiXILgmBWV7NWa8U1rv6Wf8JjzUFVZvMxXQi/EfR73n2L5YcC0srWun7dIWDE3MU/lY6MpoFnZOCph0tIGUd1gLvNoRCHy85UPPiaiGssRAQBLMICwRf43zdtZxvpmoeGKCdKaG0vqGzYZ4XpfzQgIMshlqRQfeKnN7Dgg37g0zyq9WFSVmLiNm/ra0vnG7oYbdYIxXEkyaUfe5yi8FKzeAzIXOZOJPS+saex2FfDXOl8CYnGbVM6M7xvq2oHbomPlLwkYU97rK3yMo+8RQtsWx6biZGYPKXS0kwaRxbrtiwGCeWZ8jBi93uBv36OuO4Kup9IHZnkbVM6YrIgQ1aH8sq1vyaDilxMucrb19dbQQGCIt7GqvddSuCxZszJiB5agikmDSNLFNMyrOVRW6q9uXKVq34txPzLc46hv/1Ldey5lVh2vW0PNAXE/bv4gh/glQ2qAo20DTBi0A+aYn5vdVlecVWwIP+Tvz/w7wDDPToev6nLK5iyO+5vmqK24iosuiGNG1/ui1bikJxgzaA6sjCWZg+MVs3UUIwblE2EHEI4lZGF8obLm0ZO4TjeHq+l0VdzPTOWbub/q1JzwPzpu5Lq953Ui2DLcE1AkBcDmRchwxbx9Tt+RWCKpacJ9h854yEix9c8Zkx3Cb/RXdREB1hfiJkrrGqmjq+GoqmsBUGq4Og1tXe22SYJI7n2GlSYJJEciGvwsFriNGJYOjBpMiGBYtG0H00Dpr+58m3PVMxOTNflfl2wzeNwG1P7B7rftHMgzz11R+yczjzculDmZ9vUIkDP9CDP6ZGMOZMcEM+RFIhxo62D5nydLuPr3Tyw8jVRH5iKI+N0d6Seqpu7+64mEm+oMkGPMzmoqakmCSiCrXTs73rhlWqUKdBcZuOjAsMsDCTosCDP5GD1EDOZS60r8v+i6WOj6XU0S6Hx6rXs/fmbnVQVuMIrc7YhKwlprKqRqzSKkS89hEQKem8//5Q/5/bTf/ZV+vD9tV+SSDT4iln9jMKeB77O7G83q3d4qn5gujtWfgy1K3Z0K0Oi0zqw7XtOBzQP/sDXIHE2t2kve7JJjkYQlvtVMchf7YM5A3idAxxoUKX7olAAANg0lEQVQDg6B0MrgFTJ+oBM/6gPfBvh9oLHV8NRVBMJkPFM4kDNNOcNQ1PB9DttLkqvhUAf0qlg4A1rVsVA8e98jClX3rbtqFmHIEZejLSt2LJ/aV4XM5OxDFu5yIvrbXNcTcbXmrK74monDP0fIOxsQkJ6OKJJhkoNhHBtfWWoCXDRJ4+WVg3ciRetWCBSHx/wcSoGrDOb8bZ9E6v2U2ZbHapRXjz456z41mhrkp04GJ4EoUZPClpW7P7X3lil1c8+pSb6xj4aZ2vi+xamxfD+VmV+WTevRdkLBqdsTC0uuq/AeBZ4cZe/uP8hXJzJIYcB1JMAOGMH0CjJg0ir4UbDYLAa8PQt1jpHvRGjNa/lzt3MtGEDFvYjtfRiAurqqy+UuDywHsEKtPBjc78gLjqM+dkxEaI6B+FenFzWg3Zu/hsYJA+VyVVQA/1vdOhwFfqdsT9gI4ls7y9/gQkAQTH16DWru5uvwsHcpcM5eohqKbAiyZVZpdU0a0wPJfHbx7rDYMuq3U3XBRvx0MoPiqna8Q4ZBYMojIX9Jk2YrC2KP4XBVrANoyvAzy28fsOSI2wfx2PHPn60TYoqccYlpnr28YFUs/+fvAEZAEM3AM0yZBeHND12ea7NBnDzi2o/nze13CxmrrdVU+TuCoT8BdMmiRw90wLZw8b7VTpMadFWtx6aAfS8fsuW04ovDVlNdBV1zhwyiYIxihm7+m8jVmPrinnuGso2PhIn9PDIFYayAxqbJV0hEw7jZ+dCwyG5yKGHfb6z2z4lWk2VX5Nx18Sax2RPS6va4h7C7FSLFL2pMxd1oRnA5F377pJx4Ji+VZcP/Mlwz4HW5PWaw7GCGn2VVxnw6q6UUwOh4ones5I9YY5e8DR0ASzMAxTIsErqoqbh4efJx1E9HvGGx3eyxE8Wc82HDOSQepodDrMQfFvNRR3xjWG9wgB9Uinogj27MY79T0J0ddw82R+vK7KjdwOI9xhs9Rb+4OpaWm/GyNlTk9+tAYdFGpu+HOmGOUFQaMgCSYAUOYHgFxEQzxT466xtGJaGY4Y0KJ+NF3y4wWCNsgGMXyfLQdDBF3lIz2l1Lty+JJOmzxu5yfM2BkAuhZiPGdvd6zrZnxeWsqpxLzwh51faoWPLTbgtiMDFkncQQkwSSOXVpbxkUwujLHMTexyHt+l1P4S/Uyfgs7UF3/u2Pu4ovD/dYyo+JcTaG7owHEzC+V1jf+OlodX43zP2Ac068O0beOugZT4RZEat5ASH+yO2UsEX1qr2sYcoG60rpYe3QmCWawkI+z35cmT87fZ4KJOxgGqwrvNqyu8dM4uzCq+6qdz4Lwm+htKaizdn5Z/eL7wtXzupzzCDgrogzmDg3WI4fXP/FGtH68Lud8gmG42HsHo9BS+30NpoJ1NdVUTFFY8XRHqWPGXaX1nvMTwUa2iR8BSTDxYzYoLRhQmmucDzDj1GgKiJCSdrfHloiS3ulTt4Gqv0hAVCtZJrR3gCeNDkNiQk+fy/kuAXtH1IGowVH3SwCtSPUiGcoRcLvd7QlnQNdPlCAYFbSIGRaRQjYY1CePuF/G0E1kfSTSRhJMIqgNUpsN1eVnWUiZGz3kA3/lcDfGNHILNwRhyGcl/TkGHFGHSPytoy58RDix09p7R4eIW1wQTobwi7Io2M/MDqvFVXm+xnxHn6fqgAJylbgbHjAzDcYORqcGEeCLQZ84vJaJMhOAGeSSU0cSTHJwTIsUw4EvFHwp6uXpALIQrp8xpUJVFI/w7o66SyLcYa/zhHVIFIHRm1uD68ORoJCqEE0bVtewyAxgG2umnRJi7V+9ov0Tey2KZXLxnIUiM2PM0nVEInHJa2Vgdjj3hphCZIWEEZAEkzB06W+4zjV1tAX6DxGjtRF0Vafrh9U3XJ2Idr6ZFX+GRn+N3pY7Nbb+OtL9yaYn6hfC717wpcNn3dXsDqLNVVnVyfxv6sF4IvmZ3e0xHa6iaweDx0Gk2wsKtqc7Hl2bCDayTWIISIJJDLdBa+WrdoYixfMVYRTaiPcJdzdiRmFfdeUiEEfNua0wPVhS39Dv4rVbfkt15TUa8V/C9MehIB8Yz/2H3zX19zpr/6LuJyBjK6NcY3cvihnYu7t/r6v8CAWKB4zX7PWemGEkzOAk65hHQBKMeawyoqa32tlKhMJwyhi+PXUNpixcw7X3VlcsJ6JdIg1UXCAHoGwTyXlSWBv71zgWg3F0TxnGBoRwn72uwaybg9F8o8t5YYhxW/eJjcCdihaaFI8Ny+ozpuxUYFWXBDo7pm3x4LOmjlUZMdE5ooQkmCybSH+1862u5GD9C4O9pe7GhHIltc48YWJIsz7DwMjIkND9DndDxOdnkUyuubX5HQZ6Gfkx82rH2L23ieWc2Ldff03lHGY+u/u/M/MLpfWNvcgr1vSxy1Xow7rrwzlmxmorfx84ApJgBo5hWiX4qitvYeKLw02cyLtsr/MkZETWXFMxRWcSoQ3C7o4AxEz1sSn+sAh52VM91oPaH8ruD58FIBp4gmDAXNN9YdwGbeQY9xIR0S+u0nzetJ1K7l4YNs1JXIJk5bgRkAQTN2SD28BwJFS1xnBOgARebnc37paIhk2uihsVUL8sBkKWET9X4TN6pmsN10dTzZRTFFYf6fUb4UVHneeoRHTyuSoXAmwknCOmpfZ6c8Z1ifQl26QGAUkwqcE1pVJ9LqeI3bt1304GYgbf5Kp4VAH9LpziDFpc6m6oiDUo7wznhaT8knGSmAKKxXLMsDkLTIXQ7CtfGOyBMREKQvZOx8h4Q0/E0lf+nnoEJMGkHuOk9+CtrniAiE5PJsF4Z1S8Qgod1lemuD8prW8ca2YQfpfzKgau7a7LjFdL6z39ZJqRJep4q53fEmFrnaiuLM4LYrN9yHqpRUASTGrxTYl0cRRRoT4ozN97djCQHYzX5VxJfcJcEiEETa2wz134tJmB+F3ltQylywZH+AwoXF5S17jETNu+dWprYblwdcUKHQjdOaZxt9paGDGNZckuBCTBZNd8dX27IjZMWeiDvnmMkk4wwLslbs/+ZgI7Cb16Eox40g5a+dAR9yTm9+OdXr43qzS9I6DfHSkPdRZO3ZBTWRJMlk553/sOMYyBEIyvpmINuHcMXJ2030fKAR0ONq/LeSFh8x1MW1ANHjZyzlPvZSnEUu0kICAJJgkgDoYI4TZghbYCoJLu/gdEMNVOL+gXJ0ci+qmk0LIr3bZAOC6aKsKXyUKqx3ikJvaGLDgu0R2MqQ5lpYxHQBJMxk9RZAU3JXqbPlCC4VpY/KsrNvQkKx1cV+Zu3GzkZgYmkS6XueNDIipixlodlqmxYr6YkSvrZC8CkmCyd+7QMv2E3TTV+mF37FtifGav90Q09Y80VEEwzaud63qGadBBh5a5G16LFx5fjfMlMCYD/JPG1mmSYOJFMLfqS4LJ8vn0VVfcBKLLxDCY6OtSEylV+w65L8GI16MSHmWPlss6Emwbzq6sVnV2E7A2xHIHk+XLa8DqS4IZMISDL8BXU9EEplKR1L3U3Vgcr0aCYHyrnU0EDNvU9gOH2xM5Il2UDozMjo7QRoa+0maxnV40Z4G85I13QnKoviSYHJjM9TXlV1qgXENMbSXuBrvZZ+WeQ/e7nKs3OynGkc86HHyGIaBCEwqVvItsc/69NAcglkNIEAFJMAkCl2nN/NWVb4L0kSVFtv3iefnpHofP5VyGTXF0lYC6c8n8xJ0DRdgG32rHPQVMN+fXN3yRaVhJfdKHgCSY9GGd0p42nPO7cdA6XMFQ8N9bznvqk3g787nKF4KVqUSkl9Q1WBNJ2tazTxEmIZE7nHj1lvUzGwFJMJk9P3FrJyz0EzsilV/NUC8GeL3D7TGVcyhu5WSDIYeAJJghN+XhB7z+3Ir9rUHlLjA0GRZBLopkISAJJllI5oCc5urys3SoOzvqGy7JgeHIIWQAApJgMmASpAoSgVxFQBJMrs6sHJdEIAMQkASTAZMgVZAI5CoCkmBydWbluCQCGYCAJJgMmASpgkQgVxGQBJOrMyvHJRHIAAQkwWTAJEgVJAK5ioAkmFydWTkuiUAGICAJJgMmQaogEchVBCTB5OrMynFJBDIAAUkwGTAJUgWJQK4iIAkmV2dWjksikAEISILJgEmQKkgEchUBSTC5OrNyXBKBDEBAEkwGTIJUQSKQqwhIgsnVmZXjkghkAAKSYDJgEqQKEoFcRUASTK7OrByXRCADEJAEkwGTIFWQCOQqApJgcnVm5bgkAhmAgCSYDJgEqYJEIFcRkASTqzMrxyURyAAEJMFkwCRIFSQCuYqAJJhcnVk5LolABiAgCSYDJkGqIBHIVQQkweTqzMpxSQQyAAFJMBkwCVIFiUCuIiAJJldnVo5LIpABCEiCyYBJkCpIBHIVAUkwuTqzclwSgQxAQBJMBkyCVEEikKsISILJ1ZmV45IIZAACkmAyYBKkChKBXEVAEkyuzqwcl0QgAxCQBJMBkyBVkAjkKgKSYHJ1ZuW4JAIZgIAkmAyYBKmCRCBXEZAEk6szK8clEcgABCTBZMAkSBUkArmKgCSYXJ1ZOS6JQAYgIAkmAyZBqiARyFUEJMHk6szKcUkEMgABSTAZMAlSBYlAriLw/yQkS8FADfW/AAAAAElFTkSuQmCC"/>
          <p:cNvSpPr>
            <a:spLocks noChangeAspect="1" noChangeArrowheads="1"/>
          </p:cNvSpPr>
          <p:nvPr/>
        </p:nvSpPr>
        <p:spPr bwMode="auto">
          <a:xfrm>
            <a:off x="307975" y="-166688"/>
            <a:ext cx="666750" cy="676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307975" y="938786"/>
            <a:ext cx="5509121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+mj-ea"/>
                <a:ea typeface="+mj-ea"/>
              </a:rPr>
              <a:t>Gateway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>
              <a:latin typeface="+mj-ea"/>
              <a:ea typeface="+mj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+mj-ea"/>
                <a:ea typeface="+mj-ea"/>
              </a:rPr>
              <a:t>스크립트를 실행할 </a:t>
            </a:r>
            <a:r>
              <a:rPr lang="en-US" altLang="ko-KR" sz="1600" dirty="0" err="1">
                <a:latin typeface="+mj-ea"/>
                <a:ea typeface="+mj-ea"/>
              </a:rPr>
              <a:t>api</a:t>
            </a:r>
            <a:r>
              <a:rPr lang="en-US" altLang="ko-KR" sz="1600" dirty="0">
                <a:latin typeface="+mj-ea"/>
                <a:ea typeface="+mj-ea"/>
              </a:rPr>
              <a:t> </a:t>
            </a:r>
            <a:r>
              <a:rPr lang="ko-KR" altLang="en-US" sz="1600" dirty="0">
                <a:latin typeface="+mj-ea"/>
                <a:ea typeface="+mj-ea"/>
              </a:rPr>
              <a:t>버전은 </a:t>
            </a:r>
            <a:r>
              <a:rPr lang="en-US" altLang="ko-KR" sz="1600" dirty="0">
                <a:latin typeface="+mj-ea"/>
                <a:ea typeface="+mj-ea"/>
              </a:rPr>
              <a:t>networking.istio.io/v1alpha3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600" dirty="0">
              <a:latin typeface="+mj-ea"/>
              <a:ea typeface="+mj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+mj-ea"/>
                <a:ea typeface="+mj-ea"/>
              </a:rPr>
              <a:t>리소스의 종류는 </a:t>
            </a:r>
            <a:r>
              <a:rPr lang="en-US" altLang="ko-KR" sz="1600" dirty="0">
                <a:latin typeface="+mj-ea"/>
                <a:ea typeface="+mj-ea"/>
              </a:rPr>
              <a:t>Gateway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600" dirty="0">
              <a:latin typeface="+mj-ea"/>
              <a:ea typeface="+mj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+mj-ea"/>
                <a:ea typeface="+mj-ea"/>
              </a:rPr>
              <a:t>서비스의 이름은 </a:t>
            </a:r>
            <a:r>
              <a:rPr lang="en-US" altLang="ko-KR" sz="1600" dirty="0" err="1">
                <a:latin typeface="+mj-ea"/>
                <a:ea typeface="+mj-ea"/>
              </a:rPr>
              <a:t>httpbin</a:t>
            </a:r>
            <a:r>
              <a:rPr lang="en-US" altLang="ko-KR" sz="1600" dirty="0">
                <a:latin typeface="+mj-ea"/>
                <a:ea typeface="+mj-ea"/>
              </a:rPr>
              <a:t>-gateway</a:t>
            </a:r>
            <a:r>
              <a:rPr lang="ko-KR" altLang="en-US" sz="1600" dirty="0">
                <a:latin typeface="+mj-ea"/>
                <a:ea typeface="+mj-ea"/>
              </a:rPr>
              <a:t>로 지정</a:t>
            </a:r>
            <a:endParaRPr lang="en-US" altLang="ko-KR" sz="1600" dirty="0">
              <a:latin typeface="+mj-ea"/>
              <a:ea typeface="+mj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600" dirty="0">
              <a:latin typeface="+mj-ea"/>
              <a:ea typeface="+mj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+mj-ea"/>
                <a:ea typeface="+mj-ea"/>
              </a:rPr>
              <a:t>Selector</a:t>
            </a:r>
            <a:r>
              <a:rPr lang="ko-KR" altLang="en-US" sz="1600" dirty="0">
                <a:latin typeface="+mj-ea"/>
                <a:ea typeface="+mj-ea"/>
              </a:rPr>
              <a:t>에서 라벨이 </a:t>
            </a:r>
            <a:r>
              <a:rPr lang="en-US" altLang="ko-KR" sz="1600" dirty="0" err="1">
                <a:latin typeface="+mj-ea"/>
                <a:ea typeface="+mj-ea"/>
              </a:rPr>
              <a:t>istio:ingressgateway</a:t>
            </a:r>
            <a:r>
              <a:rPr lang="ko-KR" altLang="en-US" sz="1600" dirty="0">
                <a:latin typeface="+mj-ea"/>
                <a:ea typeface="+mj-ea"/>
              </a:rPr>
              <a:t>인 </a:t>
            </a:r>
            <a:r>
              <a:rPr lang="en-US" altLang="ko-KR" sz="1600" dirty="0">
                <a:latin typeface="+mj-ea"/>
                <a:ea typeface="+mj-ea"/>
              </a:rPr>
              <a:t>Pod</a:t>
            </a:r>
            <a:r>
              <a:rPr lang="ko-KR" altLang="en-US" sz="1600" dirty="0">
                <a:latin typeface="+mj-ea"/>
                <a:ea typeface="+mj-ea"/>
              </a:rPr>
              <a:t>만 선택하여 서비스에서 서비스를 제공하게 된다</a:t>
            </a:r>
            <a:r>
              <a:rPr lang="en-US" altLang="ko-KR" sz="1600" dirty="0">
                <a:latin typeface="+mj-ea"/>
                <a:ea typeface="+mj-ea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600" dirty="0">
              <a:latin typeface="+mj-ea"/>
              <a:ea typeface="+mj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+mj-ea"/>
                <a:ea typeface="+mj-ea"/>
              </a:rPr>
              <a:t>httpbin.example.com</a:t>
            </a:r>
            <a:r>
              <a:rPr lang="ko-KR" altLang="en-US" sz="1600" dirty="0">
                <a:latin typeface="+mj-ea"/>
                <a:ea typeface="+mj-ea"/>
              </a:rPr>
              <a:t>으로 트래픽을 받음</a:t>
            </a:r>
            <a:endParaRPr lang="en-US" altLang="ko-KR" sz="1600" dirty="0">
              <a:latin typeface="+mj-ea"/>
              <a:ea typeface="+mj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600" dirty="0">
              <a:latin typeface="+mj-ea"/>
              <a:ea typeface="+mj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+mj-ea"/>
                <a:ea typeface="+mj-ea"/>
              </a:rPr>
              <a:t>프로토콜은 </a:t>
            </a:r>
            <a:r>
              <a:rPr lang="en-US" altLang="ko-KR" sz="1600" dirty="0">
                <a:latin typeface="+mj-ea"/>
                <a:ea typeface="+mj-ea"/>
              </a:rPr>
              <a:t>HTTP </a:t>
            </a:r>
            <a:r>
              <a:rPr lang="ko-KR" altLang="en-US" sz="1600" dirty="0">
                <a:latin typeface="+mj-ea"/>
                <a:ea typeface="+mj-ea"/>
              </a:rPr>
              <a:t>사용</a:t>
            </a:r>
            <a:endParaRPr lang="en-US" altLang="ko-KR" sz="1600" dirty="0">
              <a:latin typeface="+mj-ea"/>
              <a:ea typeface="+mj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600" dirty="0">
              <a:latin typeface="+mj-ea"/>
              <a:ea typeface="+mj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+mj-ea"/>
                <a:ea typeface="+mj-ea"/>
              </a:rPr>
              <a:t>Port </a:t>
            </a:r>
            <a:r>
              <a:rPr lang="ko-KR" altLang="en-US" sz="1600" dirty="0">
                <a:latin typeface="+mj-ea"/>
                <a:ea typeface="+mj-ea"/>
              </a:rPr>
              <a:t>번호는 </a:t>
            </a:r>
            <a:r>
              <a:rPr lang="en-US" altLang="ko-KR" sz="1600" dirty="0">
                <a:latin typeface="+mj-ea"/>
                <a:ea typeface="+mj-ea"/>
              </a:rPr>
              <a:t>80 </a:t>
            </a:r>
            <a:r>
              <a:rPr lang="ko-KR" altLang="en-US" sz="1600" dirty="0">
                <a:latin typeface="+mj-ea"/>
                <a:ea typeface="+mj-ea"/>
              </a:rPr>
              <a:t>사용</a:t>
            </a:r>
            <a:endParaRPr lang="en-US" altLang="ko-KR" sz="1600" dirty="0">
              <a:latin typeface="+mj-ea"/>
              <a:ea typeface="+mj-ea"/>
            </a:endParaRPr>
          </a:p>
          <a:p>
            <a:pPr lvl="1"/>
            <a:endParaRPr lang="en-US" altLang="ko-KR" dirty="0">
              <a:latin typeface="+mj-ea"/>
              <a:ea typeface="+mj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dirty="0">
              <a:latin typeface="+mj-ea"/>
              <a:ea typeface="+mj-ea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7096" y="1484784"/>
            <a:ext cx="3914808" cy="3205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3826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1BEF1B6D-EDD0-46B0-8C4B-4503BA8E5168}"/>
              </a:ext>
            </a:extLst>
          </p:cNvPr>
          <p:cNvSpPr txBox="1">
            <a:spLocks/>
          </p:cNvSpPr>
          <p:nvPr/>
        </p:nvSpPr>
        <p:spPr>
          <a:xfrm>
            <a:off x="294114" y="264068"/>
            <a:ext cx="7444968" cy="42862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400" b="1" kern="1200" baseline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</a:lstStyle>
          <a:p>
            <a:r>
              <a:rPr lang="en-US" altLang="ko-KR" sz="2000" dirty="0">
                <a:solidFill>
                  <a:prstClr val="black"/>
                </a:solidFill>
                <a:latin typeface="+mj-lt"/>
                <a:ea typeface="+mn-ea"/>
                <a:cs typeface="Arial" charset="0"/>
              </a:rPr>
              <a:t>8. </a:t>
            </a:r>
            <a:r>
              <a:rPr lang="en-US" altLang="ko-KR" sz="2000" dirty="0">
                <a:solidFill>
                  <a:prstClr val="black"/>
                </a:solidFill>
                <a:cs typeface="Arial" charset="0"/>
              </a:rPr>
              <a:t>ISTIO Traffic Management</a:t>
            </a:r>
            <a:endParaRPr lang="ko-KR" altLang="en-US" sz="2200" dirty="0"/>
          </a:p>
        </p:txBody>
      </p:sp>
      <p:sp>
        <p:nvSpPr>
          <p:cNvPr id="9" name="AutoShape 2" descr="data:image/png;base64,iVBORw0KGgoAAAANSUhEUgAAARgAAAEcCAYAAAAcH6uaAAAAAXNSR0IArs4c6QAAAp50RVh0bXhmaWxlACUzQ214R3JhcGhNb2RlbCUzRSUzQ3Jvb3QlM0UlM0NteENlbGwlMjBpZCUzRCUyMjAlMjIlMkYlM0UlM0NteENlbGwlMjBpZCUzRCUyMjElMjIlMjBwYXJlbnQlM0QlMjIwJTIyJTJGJTNFJTNDbXhDZWxsJTIwaWQlM0QlMjIyJTIyJTIwdmFsdWUlM0QlMjIlMjIlMjBzdHlsZSUzRCUyMnZlcnRpY2FsTGFiZWxQb3NpdGlvbiUzRGJvdHRvbSUzQnNrZXRjaCUzRDAlM0JodG1sJTNEMSUzQmZpbGxDb2xvciUzRCUyM0YwNjY1MCUzQnN0cm9rZUNvbG9yJTNEJTIzZmZmZmZmJTNCdmVydGljYWxBbGlnbiUzRHRvcCUzQmFsaWduJTNEY2VudGVyJTNCcG9pbnRzJTNEJTVCJTVEJTNCcG9pbnRlckV2ZW50cyUzRDElM0JzaGFwZSUzRG14Z3JhcGguY2lzY29fc2FmZS5jb21wb3NpdGVJY29uJTNCYmdJY29uJTNEdGhyZWF0MSUzQnJlc0ljb24lM0RteGdyYXBoLmNpc2NvX3NhZmUudGhyZWF0LnRocmVhdF9hNiUzQiUyMiUyMHZlcnRleCUzRCUyMjElMjIlMjBwYXJlbnQlM0QlMjIxJTIyJTNFJTNDbXhHZW9tZXRyeSUyMHglM0QlMjItMjAwMCUyMiUyMHklM0QlMjI5NjAlMjIlMjB3aWR0aCUzRCUyMjQ5JTIyJTIwaGVpZ2h0JTNEJTIyNTAlMjIlMjBhcyUzRCUyMmdlb21ldHJ5JTIyJTJGJTNFJTNDJTJGbXhDZWxsJTNFJTNDJTJGcm9vdCUzRSUzQyUyRm14R3JhcGhNb2RlbCUzRV5Rg9QAACAASURBVHhe7V0HeFvV2X6/eyV5xpKdAUkIK4SyV8JeoYyyYssJpqUFCiSWCRAg/IxSoJhRRqFlEywnJYwCJSSWE1YZBcoKK8xAIOxAQkhiSXa8JN37/c+5joOHxpUsyZJ8zvPw0KJzvvOd95z7+oxvEGSRCEgEJAIpQoBSJFeKlQhIBCQCkAQjF4F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0BWI+CvmTbBXrdwZVYPIoeVlwSTw5M7FIbmrXYucRQWzKA7Hl07FMabbWOUBJNtMyb17YWA1+X8UgW/MMzdeA4BuoQnsxCQBJNZ8yG1iQMBBhS/q/J7AHbW9fNL5zbeH0dzWTUNCEiCSQPIsovUIMC1tRbv6g++V4DRAFY53J6tU9OTlJooApJgEkVOtht0BPoQDBNwtd3tuW7QFZMKbEZAEkwGLwaeXVW2trltTLFitbAeDMFi0UPFamsglNfR5l/TuW3ryDZasCCQwUNIqWp9CAYErLa7PWNT2qkUHhcCkmDigis9ldk1ZYSflcdBdETYHhkaEdoAtDDjEyLlgRL3oscy+ZKzqaZiSlld45JkIhiGYKCDLih1N9yZzH6krMQRkASTOHYpb+mrdl7OoNkgHhltohgQf70Z4BaF8Jwe0u5zzHvyxZQrGKMDrqoqbi4NPaYz78bES8vcjb9Lpk59CaZLNv3ocDdslcx+pKzEEZAEkzh2aWkpjkn+1sBFAF0KwGqmUyKEWMeHrGgPlNYtuctMm2TW4dqq4ubV2sU69IsIGEZApwqUF7s9zyW1H0DxVVesIqIxm+Uy0BbUdh4zf8mKZPYlZSWGgCSYxHBLe6ufZ5x4vFWx1BEQz19ncfG50gblmgL3okfSobR3evneiqo8qQNjeiyu7x1uzzap6N/nqvQBbO8pm5kfLK1v/GMq+pMy40NAEkx8eA1qba6dnO9f43gSjCPjUUTsaHQdzzrcngqi1Bmjbag+6SALaS8yOL+Hfkyk/MVet+j6eHQ2W9frcoYIUHsRDNDiCDi2pvnzfWblyHqpQUASTGpwTalU34zyW6GQODbFNX/ilaXE7RmXistg/4xpx7OiLwFY6Tl4AnW0IjRujHvJ+mSDIi7Dfayu64cCA2TRDrTPWbI02X1KefEhENcCjU+0rJ1KBHznnngkBy3PEdDrg47VJzO3QlFOL61rWBSrrtnffTWVR4PxFMD974gIbzrqPAeZlRVPveYZJ1WwGvKwuOXuW5huddQ3XBKPPFk3+QhIgkk+pmmT6KuuuAlElyXQYTtZ9Kn2exc/m0DbXk2WV1UVj3EE1xKhMKws4kscdY23DrSfcO391c6nmHB8WNnMSx31jQemol8p0zwCkmDMY5VxNZmhNJ9d/ijrysninTqeQqCm5iLLhHG3LWiKp13fur5q5/MgHBVOBgP+IGPyqHrPBwPpI6xsl6vQj59/AjAsPLHRD/k6jsyvb/gi2X1LeeYRiHNZmhcsa6YPAb+rci2DR8Xbo868uqy+MWHLV5+rsopZ/zdR+LsgJvqktK5h93j1MlO/ZfoJu2mq9eModYMBTS8fNW/guzQz+sg64RGQBJMDK8M/c8oBrFle73vBamZoBHrK7m440UzdnnW4qsrmLw2KQE8RHQwZ8JS6PZXxyjZT31ddeQuIL45al/FnR73nRjPyZJ3UICAJJjW4pl2qv6ZyDjOfnUDHDGvoaMc98Vn++qZPnQFVrx+MD3yda+poK+kfgTEiWv8EvdbuXnxNApjIJklCQBJMkoAcbDHrZ5841tpq+ZiB0nh10RmflY717UO1L3eYbet3OZcysH+0+opCrpL7GqKTkNkOe9Tzzaj4MxT6a6ymBNxtd3tmxaonf08dApJgUodtTMnGC0yJNrx03qLvYlY2UcHvct7GwIUmqvarwrpycencRX8307bJVXmISvrzzNTToK5XU7GwdOKzSuuSGwRqVVVVWbEjuIwIMS2DFeInSuoaq8yMSdZJDQKSYFKDa0yprTOrJgb14F0WRm2yfHS806duQ4r+AQiOmAr0qUDM35T4bDuZCf9g5v5D2KZYFJo2LIn2NkJls7sXY3iMFxz1nqPjxSKe+sLYj1JgRBiPDplcVxLMIM2O/2zn06zjaCsrBxXVL3onWWp4q8s9REpFAvJ0C6mnFtctfDRWW2+181UiHBKjXiAU5MNG3N/4Vix5Zn8XrhLe1Y6vN0Wwi92M8Zyj3vOb2BUTr7HR5bywCMq/yb1oTeJScrelJJhBmNuWmVWHa6Gg8Cy2tfisw8ctGJgtSs8h+Fy/HQ90fpnIsBhYUur2lMdq66upWAOmLaPVI6A1xJZjhtc/8UYseWZ/97oq/wHos8mk0Q+DFpS6G042Kz+Rel6Xcz4zWsrq5V1POPwkwSSyqgbYxldT+QqYDwOYHe7GuEz9Y3Vt3FGUBlcRIljWRhVATXZ3g4g9EzE6f+v08r2DqvIqgKKoohiBkI0PG3FPcnYwIv8RWF/BfXydoumggG4pcTeIMBcpKz5XxRqAfmrxWo9M5h+KlCmcZsGSYNIM+PrTTxxrybd8BSBPEIw34C/bbv7LSfP6FUGY/D++/yqIDoh3aATSFMLJ0e5NmlwVNRbQnTpgi7GDYY24IhlR7N51TSwcz1t/S8Qj4xlTiPSrRtQtTokXt9CDzzjD4bf5NwD6RpBykqOu4fl49BsKdSXBpHmW/dUVDzPRH7q6ZdahHFbmbngtmWr4XeVXM5TaRGQy8xOl9ZFfXsy+VCXzFak3ZuZGxWAEdZw1KoWpTLwznPNJwR9BCCGkzHTMWzTXnHZDp5YkmDTPta+moglMhq0KgXRd044onbf4f8lUY/25FftbgpRYqAKmHxz1DeMi6eOd4XyBFHPxaJJhByPcEQB+PG58GOutun5M0bzF78fd1kSD2lpYLlzt9AMoZEBnnc8vm9t4j4mmQ6qKJJg0TjdfcMoWvvb2n34BnZksfHwyvJr7DEPxVTs1k3ehfZqS7nA39Arg1LNCVA/mvpJIuWoggaa6wkDwM+gTUMrMlDHwhQPK5FS97mw4u7Ja1dndrYuu83mSYPrPjCQYM6s1SXXChVdIRXhHkfGw2eXsYJMxfHsNj4GOjrYttnzouZ97/nfxRLzuR8dONsITAMabgYRBi0vdDYk8maPlnKknaSFdPJlbzPTVt44CWlCSohcknjw53z+hdCWIN4cvlQQTfpYkwSSyehNoIy5ffas/+JSACb0+XOAHEa82mVHmNhHMBkb8BneGbsQrSEeeTlDBSgGI88mInsd5RLCGDfAUBhMCAgT6l0b6q2D+ttS9+CUz0HlrKs5UQG7mxMjFGIKC0+33eR4y01+8dXyuiusBuqJnO0kwkmDiXUdJrc+zjivxBfJ+JEZxL8HEIXuTrciMBa1ZhbgWFv+Pzh9A2MJsmxTXCzK4XcSgYcZqRcE7pFleYpU//U+T8t3Jm5LHCYz8nfl/J/B0EfUyUZ3E3RbDtqPD/W/xWpfU0mVn1LEMoBJJMLGhTXgSY4uWNXoi8NNpx4zKLyhcHe4+IZ/pV8kMjGTsYKqdqzlzCCbsYhCEozN/quuhB1TYQKpew8Ckga4cBi//4Av/pCNeNu+8abbPZlfl4zq4n3+T3MHIHYzZNZSSelEDJDFesdd7fp3MY1KTq2KNgujWtikZaEYI1S9zuBf/Ldmq+F2V1+vQr+hrSSxCArO85I3wRyTZsyDlhUVA5AsiVVkW7kdiCpQUB7en2578caDwrZt5wkQbW6/TdT62695kaBVxPPqP11LQfexK1uibayqm6EyNXUk0+5WAxvrM4fWL/5ms/nJFzpBbgIM1ca2zyvcOdoYnGKETMf/LXt94aiL6iSPRxpppLo21Cwk0IR5z+kT6y+Q2RPjUXufZNZk6Gl7qqi7Cc4aN/0vAWgqok0vmL5TZJPsALwkmmSsxiqyWmopddKbl4TJsiGY6c0eezgfFYxgmUrS2rdWPCmnabQzaOpGQmWkafnq6YbDGoZOHz31SPKUnpQgfKIb2IhgRjQ/FnU+pu3G3pHSYY0IkwaRpQjec87txaqhDBJaKjDnjP456z7GxVBJWpBesmnYiVO1vxNhBmATHajM0fuevHO7GHZI11o0zp+0RDIU8RLRdVJkm5y1ZemWTHLkw0zRbXU+weSJmSPj8QZv0iBXmsXX61BMCin47EZL2IaUJgtR2Q9AVXa8uSdI9SJehnzYfoOhe48ZfDOUau3tRQr5fqQVl8KVLgknTHBhezqs/+ATAr6J1KY5QShgjMRE5zc/qo6TgKLOGbmkaWkZ0I+5eVvKqfSe532sbqEIi7gyBZ5uRI17+dFWdVjpnocdM/aFWRxJMGmfcW+18UCGcFukeplsVQSC6Sq7hmwJmN9c4b9AYFyQW4yWNAxzUrigILXiOY96TCXs0r6+euq8K/XYCDjJ76BS5pUpJnZQqn6dBhTQJnUuCSQKIZkV4p5cfpqjKK7EIpkse6QR+h4HRBIwbiGWrWf1yoF6AGC+ErPlnD7/3sVVmx7MpSNctBDotbH7tKIIG8vpnVr9sricJJs2z53M5A0jECTHNemZ1d4T1FsYfYgVT59lVZd7WQJVCyp/AvG1CY9ZCRznmxZdTKqF+srSRJJg0T1yziOEK+qMIiCRLChEQABPPdLgb6/r2sto1ZUQ+lP9TgHP6+hTFo5GRiaG+cYdkWmDH03821JUEk+ZZWnvBKVvktbeL7bs1zV0Pze4Y79lJmQL3orXtrsppnaRfoLByAIMjxrwxC5QCOqPE3fCA2fpDsZ4kmEGYdW91xQNEdPogdD1Uu+w04sowVLOXt7GAEo6adnfD8Fj1hvrvkmAGYQWIXYytrW0ZEY0ZhO5llwNFgKCrujJrWP2iewcqKtfbS4IZpBn2VTsvB9H1Q968f5DwT7Rbw2iasdRe33BgojKGUjtJMIM02yK/M7H+YEwz9EHST3YbHgECvCXQdpTpYs2tEEkwMXASnsq+6VPH2YDdWNWDsZ4+zcAuZPpdlXMB/QwMwZAKZjDKzDoUtKjKpOI5Cz/KTP0yTytJMH3mZNXsqrKi1sAlKmgqE7YnQGFmAndBJf6XSMWoAx0K4xMQnizxWm82G/KyKzbvsncJyp6ZtxykRtEQsFksBxfem7xUuEMBbUkwm2bZP2Pa8aSEbtSJdjFeG8zEhBWmLCQM+ykA0Aqm0LzSuiV3RVs4flfl2wzedygsrlwZo7h10UG3l7obLsqVMaVrHEOeYDaFUbgTjONB0dOhxpwUNvY5K8DqxSXK8JfJ7e7leOevmXolWL9OmtjFRDJjKhBEgkhcWur23J4xSmWRIkOaYIRzm0XRnwZjRFLnTBAN0ZetgVD56PlLvvhy1nHFozvzzgox/pH62C0EKijoOs51dghf36QOLR3CyGIB8gqAYAAcECYsg1MY3GoFTU3GvdvgjGDwex2yBCN2E8z61Ykm9jI1dQxxe3M/KbqXdHV2qkNZqqPHwXrIUbDuPtFQT/vuKwSXvYngJ8uMjzXjCxFsh/0Glp33hLrlWOjNPoRWfIzQsjeg/TTgcMWmh298FAotLdFHHtl3F2paiKxoIDAkCcbrci5WgBM3eyizcXmbGjCMe5rUrjbxFz//5OmwHXQkYO3vgaD7vWi94xroP4qAeplZ1O13RMHva6CO276fghwKob3uZgQ/ejflyuvAGmhKddm8RU+lvLMh0EGKl37mIeitrryGwCdsCuD8jaaHniCydOSx4hU3MAHQ5i9UoWCHppGVmMaD9clEJIyrRmba07LtiBOQf9IfQZbI7k3aF8vReue14AzcydCIUSia8X9Qt9sx8oIJBbHxhkugpZgkdfDnpWP23o1qa0OZt3qzT6MhRzAtM6sOJy2Y12nJ/yyemCFiate5po7Op1CFzspVAMZkymVt8VW3Qd0qRrSBUBCtt9citPLTjFuleUeVI7/qzJh6dT69AB2Nj8SsN7AKzLqmTpE7mIGh2N16yBFMcmAD/DXOh3TGKQTjSXvQChUUYtiN9RD/jlqY0fH4P9H53ycHTddIHRe6LoF14kEx9Qq++zra6m+NWW/AFRjrNWv+PvH+ARpwvzkoQBLMACbVP3PKAawpLwOUNwAxA2pKefko/ut9UIbZY8rpeGI+Op8XucMyqxRddB0sv4qd9SOw9GW0339HWpQnoteDhcHfjuhKhqewy5WPOneHuE+T8V/MT4EkGPNYha25sdq5V5Dw/mACWTT7Wlh22j3mDmZj7fnQfvphgCNOfvO831Qif2rs6BXt/7oPgf/9J/kKhJEojOsY+JpZ/4QUZRR0TADBz4wfFPAPUJQW0SykBV9UlaL3He5/f5UWxbKsk8H8LrIMqsjqeqsrFxFx5WANSFyOFlZfDGX4yKgqhD56B20P3A3e2DxYqvbrV3GUoeiym6GURTdF0r77Eq23XJEhl9TcZVIpCrFIWyLeITUGtxPTh4qiLCiuW3SP3Omk/AE1Y9ZxShURzovNLqeXgZKUdhRFuGWHnWH7zVRYd90bUCNfCwXf+C/an5gPbjX+AA9qEce6oouuhTJm64h6iCd2beWnaH+sHtziH1R9zXQuwjmIpBAAt4LwtqpYrxs2Z8ErZtrmYh25g0nSrHpdlfUEnp56q5fIClN+IdRf7QZ17NbgQAB5hx8LZdTofg0Cr72AjoUPgNs2Jmn08YuhEgeKzr0C6rb988cF3n0dvPZH8MYWaD98i9DK5V0HluwsRqaDYGfINeJB4z5nSBVJMEma7g1nV1arzHeA0WWnnwFFvCwVzboK6vid+pPMW6+g46F7B+XIoZQ4UDjzT1C375+DLiguch+6B8K4LpcKgToooOxdMn/hilwaV6yxSIKJhZDJ3/2uyie5y4AvowrlF6Dw7MsM8/u+JfTh22i97+a0+ispxSUonH1NWLudwGvPo/3hOdm8W4kx96QT8Q32Oo+woxoSJasJRsRu2aq1tGOw/UXWn37iWGuB5VtmWDJx1YijU6HrYljE/UyfEvrsQ+N+Q4/L16fvsjF3fKGiYSi+5K9QRo/rp0fni0vQ2fDwoOyo0jlnRAhpuj6rrH7xfensd7D6ymqC8bkqrmfGuNL6xj8OFoCiX5/L2QCGM9U+RwMaY34Bis67EpYJu/QTI+45xM5B++aL3r+pKtRtJ8Aybjso2+wAKiruMugj6gqD012YobduhP7zGmjffwV93U/QVq8CQsHNVcSFbuHsa437ob4l8MISdCx5FNzRPqAhDn5j6gA4SMAGJu7QdTJAElfuTGwjUop01tZayDJvWN2iqHGDBn8sydEg2wnmUQIdWeL2bDlYT4LfnDHZUWpzrEupV3Zy5hrCKK/wgqthCXMnI0im86nHoX37JWiYHdbd9oa6wy7GC494So6n6OvXIvTlZwh9/B70H78FCopQ8HtXWEfGwMvPoGPRg12hJbKsiNciBfCzjhW6Qq9B549Um77efu/iZ7NsKClTN6sJxu9yLmXG/jrjtLK5nodThlIUwSKhPRFOG4y+E+nTIJnz/wLxrN2viJ2I3xs3oUTVQ+x0dA1Q+58ejSfzh+eAtey60CWQrrP+MCnKw466hucTmYeh0iarCcZX7fwchB0HKwnWylnHlYzozPuJkDkvR6YWbl6+8URsxjzflLwEKgVef9F4Lcq252cGfCEou4x0L1qTwLCHXJOsJhi/y/kOA5PErGmEO4bXeS5M5ww21ThvUBiXp7PPZPVFZSNQePp5YV+XktVHJDniGNZ2383QvetT3VXy5YtLWi10yvC5Tz6RfOG5JzG7Caba+RQTjhfTQoAW0kO/S9fEs2vKCD/U9wBENkPN4PVi2f5XyD/FBXXr/gGeUq62phk+RR1P/juj3BZMj5voUUddw+9N1x/CFbObYFwVdzPo3O75I9DP7VrgyC3nPfVJqufUf075sRxSnkl1P6mQr249HgUnnwU1zItSKvoLK5MZoa9WoH3eP6A3Zd1OZoPD7UluHOe0AZ/ejrKaYDZMP3GGqlrqe0FGWMUh5dDSeYtSGh8yWxPYi8BUBWdeEDtAVZrWob5hHTbeegW4STzEZU1hnZXzymRu6pgTltUE01FduWMHsciy1ysei9jJ/JzXMWHCXc+kxG3Yf7bzNNZx/yYTh5ggZ0oFZeSWKLrgaoh/Z1LRfU1ovfUKw34mWwoBb9ndngP66ltbC8vhL0+2TJ7cfyQLlo/UP911gX51LfTBMqtIN75ZTTAvTZ6cv8+Ojle7L3p7gicsJsG42+72zE4GqN7p5YcpVuVPuo7JJPyNsgw5stpQfNU/oGwxNhlwJF2G9tUKIzB5FtnDaKRqh+iaZT8CHwHmnUDKKDDbjfgNYYybxZIRmUEhwjoQNWma/prFynfa5yxZmnRAM0Rgln0m/VFrqik/W2FlTkQ8GesJeKykuOQmuu1B096s66ord7SSfgQznagQDmSGsDYT3vhZWay7TUThrCszV/f2VrTe9zeEVmRP2mci6MwiIgwL2+b4sTUyTpAu8i8R83KLqj5RVKDeT7ctaIpfWGa2SACVzBoIV1UV+0uDqzdlCQivnJhIBe3EWMXE70PHtyqUzqDCm8PwM+sBYioj0HYKMJ6JxgBcnG3HoEizQ8LJ8PTzQKPHQi0dGTa9yWDMrIjxIi55A2+9gsCrzwGDmGhtMMbfs08RxgqAn4jvCUK9JxdsbbKeYMQEbahxXmdhXGnO5W6wl9Hg9U+KApSNgHXH3WHZY5IRLkH4Fonjk/AvSksRZ4fODmi+DdBWfIzgO68abgWy9EBAHKJA68B8Q+nc7E5Zm6ZVldrlIy7WLljt/IaArVLbU3ZJF97TyvBRCH74DtgfZtetWiDsYSx77QfLr3Y3Ln+FK4FRkkU43ZcR4ln6848R/Pg9hD79ALqIDRwhiFS+81TDCC/4+ovgHg6T2YV+crQlpqUlHcUV9NBDPydHYnql5ATBCMjWnn7sHnn5+cty5Ugz0GUgIsYV/+X2rmwDoSBEOITAGy91fdiRii0PqnBuLBsBdZsdjEBVIs6vIUPsckwUcUkr8klrn39sRKPj9T8j9ON30Nesiu4WoFqQd+gxsB56NNSx24DbWtF629XQVn1totdcr0IbdZ1nDpa/3UDQzRmCESD4XOWXgpWbsvcq9pepJHtpV57m8TuBVAtCq79DcOkr/UMqRJj9glNnwnboMb1+FR+/9uVnCLzzGkQA8IhxeUVMX3FtKTJFWqwgq9XwsI4awpl1cDDY9Qokdh0d7WBN63J0jFDEbkkc06x77w/LbhOhlPVOminuZdr/eXv09U1kZIS07rW/8W+y2RD471PGnU4uFQJpOvMjpfWe2OkXMmjgOUUwm0kGyl+zIXxC5HVARoAo694HAOLeZFMRyeD1dWsQ+uhd46ihr/4+7K5AxG0pubEe6D7u9OlIpI/lpvXQ1qxCaPn70NeuNo4kvH4tWNdTtjzFXQ8NHwl1y62MWLzqDjtDHbONEWcmXNF9G9A25yYjhETfIo5zwlnTsuf+sGy/I8Ql9uaiaWi96zqIYFrZVHp+jH3vE40Tq7gEZrxur/ccmi3jyjmCEcALM36ElIcZGJ4tE9FTT3KUYdi19/xyHxJmEHrTOoRWfIzQB28h9PUKcIvIEtC1LPOOcSJ/WhwxuAKdCH3/NfSfV3cFi/r6c6CzE3qnkWesi3Q628Ht7eCOtsg7ksIikC0fIkyn+BLEDkjsUsRxTexUlNLhRjS7mGlue/TQMxeSseMZvxOse+4Hy467QRnTPzJed9PgsjfRVve3zJl+AYgCDYxOYmwk4rU6k7hX0Znoe2L+2kJoDxFbmKEpRGWk09Y62LCKJMK2DIxl4Kd2aAeMcS/JCv+KnCQYMSFcW2vxrf5gLoDTSDxSZ1FRRm6B4tq7oiaz7zkcQQrBt//XdSwIBVF04TVhswnEDYGuGcG3SQsZT8naTz8aux5xBOl1vFJViPzS4uNXy0aCRCYDccSyWgEaGPTB95eifd5tsB4w2fgnbBybMAMz4g3fe2PcQ052A4K4P9GXWVUs6WjXHh1qmQVylmC6F8ryqqri0fbOv5FCZxBT1ljgFp77Z1j32De+9R4luFN8giLX5vY2tNffiuDy9zdXEqlRiv98a+z82MlSwoSczqefQEfjv0zUTH4VkUGACc/k6/hTfn1Dnzikye8vkyXmPMF0g89VVTZ/qTJOQeBGjTCRmLfJ9BcncdTJO74qoz5cgac4eogjSHcR7geGj1OMzJLp+BD0Fj9Cb76EdhHgUFwyp7EQ4NVB8x0B+7U0f74vjV1nbFdDhmB6zgBfcMoWGwOhnTQtsJOqKmNCGsaAmXQFW6tMowj65viODEX4NH3NJDKD0lRKln2ImSVBBMUx3LjMtB58pPF8KyLzD3Zpc9+C4Htv9CIYseNStxgzaKqJJ3FxnAq+9QpETOA0R8rTSv9fwAAAIABJREFUGXjIUVBwGd3x6NpBAyEDOx6SBJPIPLDLVeindWvBhvtA2ot4aVHGbmtka1S33xGKvSxqitiUKcjctYN5/xf/PLGDKb7oWojL6XQWkZkytPLTrovuFR9DXHwPRiHgC7vb0z+L3GAok2F9SoIxOSHe/5u6DbXwSuAX/yWTTZNeTeQ5su1/GCwTD+669IySizrZnYuPuG3uPyC8nzcfkUpHdOWYDpOmNtn9C3nGMeiDtxF840WExIvX4JcvHJJgws6CJJgwsIhk9j3/s4jdIV6lmtd8sJG5d+yZwV7bZC+D7aAjkHf4caDSFL3Kd7RBW7vGsKo1jiJv/Ld3WAUi2CYdAnWn3Y28SyRekkxa/saDn0gO1/H0AoSWvZlRCdp0xmdl9Z7+CafiGVyO1h3SBLNx5rF7hLSCWcw8CWC7QjScCYWGxUKPQoYJKwm3/IxdBsLvyPCWTtIxRV+3FsFP3kXo7VcRWvW1iEnQlV4kWhJ6cT8lDAMVxXgBs+xzIGwTD06OX5OmoflyV3ifqkGeFUkwkSdgSBHM+nMr9reFqEIHTiWdRzKRVXwSHNUGfpBXr8nuhfFZwRnngwqLTLYIX01b/T2CrzyL4AdvQ2/2DihvtTC0U8Zth7yjphjGcWb9mSINoPlPM8DeDQMaXyoaS4IZ4gTTVDPlFBXqLJ2x56YcRjlHrOI5O79iAIHuO9oNQ73O5zxdrzDJLKoKy4RdDevigWQxaLv3RgQ/fDuZmiVFliSYIUowvprKo4n5Bh3YJ9useeNd+QVnXQjb/ofH28yoL+5VOp6Yn3LfHbLlIf/k6bAd/GtAERmb4yudTy9AR+Mj8TVKQ21JMEOQYHyuynowT88Fz2oz30jx5X8zEtXHW0SMljb3renLT0SE/MpTkXdMZdx3M8F3XkPb3L/HO8SU15cEM4QIRrgGjHWEPgPxkAk+RaqKoiv/YcRyiacI/6W2ebfF0yQ5dRUVecdNQ375KXHJEwTT/mgduHVjXO1SXVkSzBAhmLUXnLJFXnu7OKTH96WlegWmWL5h6PZ/10HEkDFbQl98gnb3rYZNyaAU1YKCqjNgO+IE092HvliO9vl3QORSyqjC+MJRLw3tws1Jzlx28uyqsubW4DIGhI/RkCrW3fZBYfXFQH6BqXELj+j2+++E9l3/OCsRBQi3hS3GGrFbehrZifoiPIOIgCdenYStilkzfRF+oUgc7UZHDrvQUx8jf9LNl2VcJkgCrSupa9hSZBkwNQEmKjFDaa6edqzOvDzVSQRNqJNwlZwhGJ/L+Q2AbRNGIkMaiiDcIm4KCooQy+9JhFIQYRPyK0+DdeJBpkYggk21P3Sv4bNjulhtRvArpXSEYWwnYur2LgTrfodCHTOuK0PAa8+bft4WaWyLxO7LJDl2LHwAoU+WxXyOZxGi37sBgpSiRdUzjUHUiszEeKSEtnCR2x05YI7JzkSmjKay4CKFsT3ZtKMddy8RazsrS04QjP9s59Os47jIMyCWG20kcCcDbdBpJam8Xhf5bHTkESm7ieBUBIiwaIrIcTMYRnXWPSYh76QzU+o0GPr4XbTOucm0pzEVFht3JSJQVOvd1wPBQESYlS3HIr/894ahnRHsKZpRXg8pha5LTBNkXF8Zs+H13eF5GPrPa+JqmlhlbobC9fYtm6+k2pc74pUhLMj91RU3gGgWgEKxVkvdnoEZNsWrRJLrZz3BeGsqp5LOT4R5LWoV4QVDrN07vCD0Eu56ZiNqaxWqrQ0ZrgC1wlq3FqitNdJ4drsH/HzBKSMLOjvKdY1PhsITwWT+YmMAkyPi0Radf5XxIaes6Dpa//EXhFYuN91FwannwHbA4dh402XGc3asIo474tgj7Gk6n3rcFMmI41XRuX+O6w4plh49fxfJ3EQA8TSWIDPeslmUmwrnLHomVppY33lTttMDymUK6FQAmwmFgQdK3Z4z0qh30rvKaoLh2sn5vh/tnxLRdgYywiRXIb/O+KcDI68cyHbVIJzZVY7OjaERHeBpAJ0D8NhUPXtbJx2MglNcvWPLJnm6ta8+Q+sd15pOzyqcFwvP+TOUEjuaL+oTa1pRoBQVg9vawCKwd/duRVFRfM2dhi9S6+3XRM9i0HMXM+tKiOyTqSgi4l/LlTNTITq6TLEeCUFmWsukNwGkEeNnVrgFzNsTlCKCEQpTpGzo9S0yod2qqAcUz1mYPakuw6CR1QTTfHZltaaze9MgmIgW6CG6NBWXYuurp+6rQPMoRsbH5Bd13HYoPPsyKCO2SL7wTRLbH74XgVefNy3fOukQiOwEIjdRy8VnGnFpxEuVuBsysp7m5Ru/CQM6BALQfvgG7Pei8Lwrjdg17Y/VI/C//5jqz3rI0Sg87RxTdeOtFHj5GbQ/6o632aDWJ+D2ZOVVH8yBZDXB+GY434CCAwHSWadLS+cuSqkVltflbCDAmaoJy/tNJfJOOLnrg01yYCvhqNhiOAt6Tasv4uzmVZ4GYkZL7SzjnoQ3tkAX/kAi+LdIVaKoUIpLjMDevLEZ3OwzCEb4RHV4/oXOZ54w1Z86equu3VISQz6IC22RpqXtvpvBHe2m9MiESgxe/hV+2G+S+70BXxgP9niylmDaXZWHdEAXQVeHWwj7Datr/DTVYG6sqbhYY+WWVF4Aq9uMNyLmGz47Ii9RNKIRH3ggAMvW46NG2Be4iOfjjbXng9n8S6rtwCNQIHYVqgWdSx5DxwuLjXxH0Ypl5z1RdGGtUaXt7r8i+PG7pqZFHKkKzrwg5mWv/v3XCP30Q8RwEN1ZENi3AaEvVyD44VumL7RNKZriSgR0UkDdq2T+wl8C7qS4z1SKz1qC8bkq/wnwEapqPWPYnAVxvLkmDqf/bOdprOPBxCXE2VKQS9QIEV0/Gvc3IlRDhDxIoo646Gy745q48h6JGLuF5//FyGMkdgOtt9caO4JIpecxTwQH33jtBXHZrOSf+FvkTfldRPniWb7l8mpjlxTdAT5zw2pEXQFGrhf6rcPdsCDOlZKx1bOWYNbPmFJhIctOjvqGm9OFblfg8GBnuvoz24/Y9RTNumpT9sXwrYw8Qe5bYr7qiJi/4rlc3Wo7WA6cDKVPDODAGy8i8Opz0L79arN9iQh0ZTtgsmGVq/SwJhbpX0Xys9DnnyD4/pubiCHyqMTxMJr7AHvXY+PfrzJyN+VaIUJIgTprWN3C+3JpbFlLMKtmV5XNsy9orq1FKJ0T4qt2doKMW/+MKcJWRaQNEfmUwhWRKzrw4pIuT+QotinW/Q5DQcUfuiLjRQrDqWmbM0KK4491171h3euArr7Fka5vEQZvgU5wix/tj/8TIl9RpGI7/FgU/L4m4u+GY+b9d2RkTJgBLoY2QL/G4V6cQZniBjiiTc2zlmCSM/z4pXhdFd8RKON8nYZd+Q8juFOiBGM79GjkC3IpLgG3t4IKiowdR+jblcDGlq6Ur2O2BhUPMy56RewY4SwpMjYW/K66665IZIP0rYf2/TdAYaFxlyQcMYV1r7ACFulpOx6p65VTqae+sQgmsPRltM+/M+YuLP5ZHbwWzPgOFvXC0jkLPYOnRep6lgQTJ7Zel3MxMab0tlqIU0gKqouXG+vuke1Ioh2RhBtA/u+qoRQUIrDsTXS+uAQFzj8AgU60L34U+pofDI2FEaAIaiUIo/PZhV1HHiIUX36LYb0b+O+TRs5ssVsRz+0ilQl3dhikIGxcbEeeCIRCaH98HkIfv9cPhVhHpMALi9G+4P4UoJd+keJ2TQO7O6BfmS1pYBNBSRJMnKj9PKPiTJtKc/vG7Y1TTNKrC3+kvGOnRj5eRLrkFQRx5T+MJ+eOpxYYKUDEMcp26DGw7nsoAi891StFiXhCN3Y5zV4jraxBPCO3hL7h517+R8IxUhCMJry2H55j1BPpVkRaW0FQrX+7HCLtSM8iyEtE5otU2h+8G4HXX0w6dmkVSGgnYGFHfsHFWwyBHEqSYOJcXSK7QMvqD1r1LuvLjCniklU880YqkZ6pRVaCollXIvDmS8YOpPuORjhcFs68HLpvA9rqbgFEwG/xYrXbRFj23Nd4+hUvS8JpMpwLQb7zD7Bs/6su0vr8481qiYtgy857IPi/5xD85JddjHB2LKy5FJZd9oowBEbLpdOhx2HHkwmTQ0Q6s/4Ng16zEP+tuK5xRSzXgUzQO1k6SIJJAMlM9NyORTCRDO3EUUYEf+p6GeodvsF28FGwHfRriEDgwmhOeG4L+5z8384wyEPsQFqEbU3PmDJEBkkImSK9SOfLz/byZhZP3iJLpe5vQuCFJZvRt4zfGYXn/Cmiq4TYIbVceU4aPKPNLwiRcA3g5wF1vaJy17cUAgKk6QpxE7Hlp5BV/779Z9vKcQsWNJmXnDs1JcEkMJf+syvfZJ0PSKBpUpuIC1SxAxFHGUEEwps5Wml/6B4EXnuhVxUaVoK830w1jh76mlW9m4v0I/sdZsjmZj8C7/wPpFqQV/F7wzZG7GL85528+WikDB8Fyx6TYBm/k7Gr6XzlWaC9jzGqLQ+2g4+EeMLuGTLCdnQFCk6K7Ncn7nva6m9F6OsvgFAwqTgmIkw8xmnFoa1G3Pbkj4m0HyptcppgRFwNWrAgqfEVReoTa1B5msHpzZPac0UKR8Mtxnbdk+wxEcrI0abWqwgwJexI0NkzkgAh74QqhJa9AW3TZW5fYda99oftGKcRqkFv9sO6y55dOw1m+C/4vXHfrWwzHqKeeC0Sr0vBD9+JuNsQtjbipQr6L1bFRRdcHeV41KWRcEUQl8MBkavpq8/6jMMUBEmrRIT19jrPyKQJzFFBOU0w3pqK5aQrn7NOs5PhAOk/p/xYDinCuWZQYnSIewrLr3aH7bBjYNl1n4T8lYQ1rjB+61lEiAVx1yKsbyMVslhg2esA5B05xSATsXsSpWPRgwi88V9j9ySM8oIfvRv3MUY8Zxed8ycjyJbZIgJJBd99zcgyKY5wZmPPmJUfsx7Ro466hgHkiYnZQ05UyG2CmVHxCil0qDC3Z+JPVCh/L3E3PBDvzPlcvx3P3PkgEQvHyrRjJo4jtqPLYd190oBjpoQ+ehet9/UOOCVcDISXdKygTOJupXDG/0FE3RPGc+JFyXiGfvAehN5fGtXPSRm91ebn7r74F519GSx7J37iFHqLS2qxc0p6Tqfwi0ULMCaNqvf0De0X79LK+fpp/1jSiWjzedN20gPaMgBGsNpNHiotpOMTTcWLwVDw31vOe+qTcDp5XeVHEOhIguJi8IgYzi8pGZZwHMw7usLI9wzhYZ2kIgJBdSx+tJc0yx77QvgeCWdCcX8iiKO7KFuMMchNXNyKXU7gpacRXPGRYXcjLoJpmN2w0BX2M8JmRrwuGUXE8R09zojQJ7yZ++6cRBUj5W3NpVH9qEwNW1gMt200fKU6nl0ITdzVpKgwc6uD1AnkXpSOMHkpGkV6xOY0wQgIfTOm3gtFDxNtiHQQd4KxEYQOYvqJwcLW3QFGMRQUgTl/MHYsQm/b5OOQd+JvoQyzJ30liLuM1rpbDBuV7iJ2McrYbbriAYvE9eIiVaR+FfFfxD95BUbc3M7/PQvti+VdRxJFgbrVtrAdfpxBEJrICClCNnS2G5fCglSMf1r8YWPjihAPxZfdFD0Gjq4bNjbC1sZsEZkS2u68Dtr3X5ltkkA9+lGDVq+z+ujI+obUsVkCmmVSk5wnGAG2v9r5FhP2yyTgo+lifHhX3ArFMdyUyuK4InYdIhi3eGomRUHhzMtEeL+I7cXH1zrnZnBT7xQg4vijjt8Z6lbbGAQjFoje4kPos4+iHqFEyE9BNjRySyi2PGg/r4H247ddWQbCFCM8w/TZRjDxiEXE1H33NQReeRaW3ScZmSvJ7og6rm5ZwaUvG35LqS5E5Nd13OEI2m+j+fOFm7csPRAYEgRjkIyr8m0G75sNsy+eeQtnXxMx5snmMQSDxtOxuGTVVvYOh1N03hXGRxmtaN9/bYRgEPYtaS2qirxjYydeC339Odruvn5zojWRMsW63+GwHf6bmKlOgh+9g7Z7bkjbsBjcSkx/ddR7bkxbp1nQ0ZAhGDEXXlfl4wSObIueIRMmnoCHXXuPkYOoXwkFEVr+vmEYF1zxccQo/+r4nVB80bXhPZx7CBUvMO2P1PUjqJRBYctD4SkuWA88IkYwLUbrrVcgFC7+DBHU7SYYOxrLpEOhFA/rp+5gpZlViJ8oqWvM+DWWsvntI3hIEcwmkjlfAdcykJZsAYlOpLhAzSv/fVdkO5Gg/ruvup5l330d7G8Ca1pM0XnHnQRhsh+riB1M5+JH0fnyM7GqDuh3cYwqnHWlqRS34lVIGAYKY77IhQCbDdY990XeYcdCnbCzcXwSr0qtt/wZuhGYKv2FGfNK6z0z0t9z5vU45AhGTMGGc343Tgl1XEegaQCH2SZkxkSRo6zrY2TuetnZ2ByXvQflF6Lg9HNjhqHsYjDNcGoUMXS11avitmWJhpiIV2PZbR/kO081XqpiFUEMrTddGl+K2MIiI9C4Omo0gp8siyv2cCx94v1dvFYqpFxlr1t0fbxtc63+kCSY7knsqK7csQOoZugnKQqNZmbbYL0apWphKWPGoXD6RcYFrJlixID56F10vvy0sRPo+Vxtpn3POkZK2Qm7Iu83Tlh22MUUtKI/kcNI+ybbH2bID9gmOtz/TuVTVrxTkvb6Q5pgeqItjOkIwdPA+q918HgQ7AAVCIBEpseeReQJJZ1COuBXCM0gflNn2ouYd8u0ODFCb3HcKph+kWEgZ7qEQgh98QmCH7xteEMbr03Cg3qTV3VYOYoCsuVDcZQZZv/W/Q+Duu0E012KWDFtc//eKzyE+caZV5MIt9vrPLMzT7P0aSQJJgbW3Rkfe/1lRv8k52svOGWL/PaOTwfVRynKWNQddjai/Yvn4USKvrHFiAEjAlcFnvP03tkQGb5KtokHQdlyq4SN5joWPYTO/yxKRL2MbEOAz+72ZPRdX6qBkwSTRISbXZX/1MFnJlFkUkUJy2CRPVJY5iZaRE6k9rl/7/W6o5SNQOHsa437j4QKMzqeehyBp5+IvkNKSPjAGolg3NDUimBeaIOi0wRotIcqXEaYJjGEIWbkQswdKujA4iHsUiAJZmDrb3Nr7/RpTqjaI7TJLSFJYpMuRvgEiRi6lp32SEw2s5HYXlwIdxfh2V00u9bwpI67hIJodd9i3Puk3WEx5u6VRQLze+zuxvN6VhUpizeusW+vsrJrELiRmbcPl1JYRHSwgC4a5m64M25ccqSBJJgkTGTLmVWHa9bg0wDiuORIQscJihCWwvknnGy4IyRSRPqT4Htv9CIYER5T+BzFU8TzuLhzCX3a27s7HhmprEuET+11nl1j9eFzVVwPpnNBcPSvS/c73A1nxZKRq79LghngzIo7Gl915U9EHPv9dYB9Jbu58CEq+O30yClKInSYDIIRl8atd13fFWohAwsD7SE1eOjIOU/1j04eRt/VZ0zZqdCmPgJg714/E9501HkOysAhpkUlSTADgFnE5/WveX8VmMx74g2gv1Q0Fc6N+SdP7/IJMhmJYkAE09mBzucb0fHsoohWyKkYZ1wyWUChXGN3L+rKgRtH8dc4lzNjl+4mDP641N2Y4Hk0jo4ztKokmAFMTHNNxQKd6aQBiMiYpurW4w2rXyPodgyiSYhgmA2fKRGgyjAYzODCxP9zjN77SKqtTSipX5OrYo0C2lIY3JGuP+qYu3jIBqaSBJPgQm+uLj+LFapjJkuCIjKvmcVqGOSJ9K3CQI5s4Z+04yWY0Kfvo/OlZyD+LWxdMr3ooEPL3A2vJapnc03FFGbFw8zERLeXuhsuSlRWtreTBJPADP502jGjCgoK32ZgmwSaZ3wTwwJ3+x1hO+QYWHbaHSKG7uai612vPn1fkS661jCw23w0EPFzv1qB4DuvIiRM96OE48w0QEIdoa1GPDiwYN6+6orPmGgsgy8pczfWZdoY06WPJJgEkG6qcd6gMC5PoGnWNbHssLORtcA68SBAtRixe9sfq4f2+S/BqkTqk6Lz/2LEgkGLv8vb+7XnDYLJxqIS7zqsrrF3/Is4B7JhxoknkaIeFSwovHooJFiLBI8kmDgXjqjuczl/BpB1r0YJDPWXJkSw7rIXaMzWCInYtz0SoIlodiL8gshZLeKwiJSz2VwY+q9L3YtfGugY3nVNLJzkfi9yJPWBdpAF7SXBxDlJ62dMqbCQ2hDOsKqvKGYGEX2lQX8Imv6jRbXcx0BXOH5ZMhYBZrq2tL7h6oxVMIsUkwQT52R5XRUfEij2syNhPan6aSWj9nmh+zVCWPuSqj0u/A/j7FZWTyMCDFpQ6m44OY1d5mxXkmDimNrHq6psR5cG2yj6LiTIxI1au3ZhuItCn6uiBkx3gjIrt3UcMOR8VWb+tJ30w8e4l6zP+cGmeICSYOIA2D9j2vGsaE9FbMLwWS3KqUVzFkWuI0J31kyZRbp6qySZOMBPZ1Xmjnwoe+bLbAEDRl0STBwQeqsrHiCi0yM0WddZULC72RcDb03FmcTkFqmB4lBBVk0TAlZVOTHWH4o0qZLV3UiCMTl9L02enL/PBMcyJuzctwmBVpaM2XOXeC0/m2oqphCThyCcdmXJLAT4MYe78ZTM0in7tJEEY3LO1p9+4lhLgWUluCtL5ObC8NnH7jUyXnLpbt86c+oJoZD2BBNFjS1iUk1ZLQoCIlecSXcrkWv4h+d8lvEnL1iwKU2lhDYRBCTBmERNxO/tJP6Ee7wAiYBCwWJthxG3DdDq01XxGEC/NamKrJYAAjrzCkVR5oP5CgD985z0kUki7LmKP5bN8TycQHeyySYEJMGYXApraip2yWf6qPsFSTiysYYby+Z5/mxSRMRqfpfzKgZfE8ff14F2OaTaE6gDauiIkjlL3m6uqXyUmU09QRPoHbu7IWsygmbipEqCMTkrLTUVu+hMYgdjYMaMtY56zxjxl86kiIjVvK7yhQRl6kDlyPbhESAgGLTyoSPuaXzr5xknHp9HlgY2ZSZAusJadUn94n9KbBNDQBKMSdyaXJWHKOBXRXWxYHXov0mGObmQ56uuXAXirUyqIqslhAB/Za9r3FE0bampbNDB5WbEMPCDY8xe2yV6x2amj1yuIwnG5Oyur566r4X0t43dC+ApdXsqTTaNWc3vcnYwkBezoqwwMASIL3HUNd4qUtQAnR+ZDXFKoKfs7oYTB9b50GwtCcbkvPvOm7IdBdUvWIeuWqzHDJuz4BWTTaNWW39mxf6qlZbKiUgGmjFkEP3QmZ8/SdgqGUclxfKUuEszU0SOo5W86oqh7rxoBquedeS6NonYateUEYVQPgPR+/Ym64mUpOdLf7XzaSYkFn3bpO6y2i8IhEi/akTdYiOlq9flbADgNPsREPCuolovTtYfl6EwL2axHQpYRB2jcL0fj3GvaazUjKhf9E4yABHJ2vLaOsT9SzzOjxqI1ExL8ZEMPOKVYYSkjLORyBRQUufZvfty3lft/A+AY0wLIrSD6bHOgvzLR60OeZP1hybOYWRN9XjnJ2sGlgpFfWdPvddx36JzkiXbN6O8DoriMiuPdf6flodL1QBVg+gsAg/l+ftC15SLFAvvBuabzGII0MagGpjcM1vAJheQ0+LiKwYzkVez6seL1ynz/Q+tmkN5gcY90zy7qoxuW9AUd8MwDXj26WP9rc2fmTH6Es0JaLG7PSXif6+cdVzJiE7bGwSKmbMnGbpmkgzxggcF0+33eR7q1qupeuo5KvFdDDbjcsE64aayut72S/6aaROg6w8yYT/EkEPAeh3kIVvoBsfdS77JJHwyTRdJMIM0I74Zzjeg4ECT3esWqBcXuxfeJuqLj4FZXwrwL0FwTQrK9mrMeKe03tPP+E14qCus3mYqoBfjP456z7F9seBaWFrXTtulLRiamKfysdCV0SzsnBQw6WgDKe+wFni1IxD4eMuHnhNRDWWJgYAkmEFYIv4a5+2s43wzUfHEBOlMDaX1DZsN8bwu54UEGGQz1IoOvFXm9hwQbtwbZpRfrSpKzFxGzPxtaX3jdkMNu8EYrySYNKPuc5VfClZuAJkLncnEn5bWNfY6CvlqnC+BMTnNqmdGd4z1bUHt0DHzl4SNKO51lb9HUPaJoWyLY9NxMzMGlbtaSIJJ49x2xYDBPLM+Rwxe7nA37tHXHcFXU+kDsz2NqmdMV0QIatD+WFa35NFwSomXOVt7++poITBEWtjVXuuoXRcs2JgxA8tRRSTBpGlim2ZUnKsqdFe3L1O0bsW5n5hvcdQ3/qlvvZYzqw7XrKHngbietn8RQ/wToLRBUbaBpg1aAPJNT8zvqyrPK7YEHvJ35v8d4BlmpkPX9TllcxdHfM3zVVfcRESXRTGia/3Ra91SEowZtAdWRxLMwPCL2bqLEIJzibCDiEcSszC+UNhyacncJxrD1fW7Ku5mpnPM3N/0a094Hpw3c11e87qRbBluCagTAuByIuU4Yt4+pm7JrRBUteA+w+Y9ZSRY+uaMyY7hNvsruomA6grxEyV1jVXR1PHVVDSBqTRcHQa3rvbaJMEkdz7DSpMEkyKQDX8XClxHjEoGRw0mRTAsWjaC6KF11vY/TbjrmYjJm/2uyrcZvG8Can9g91r3j2QY5q+p/JKZx5uXSx3M+nqFSBj+hRj8MzGGM2OCGfIjkA41dLB9zpKl3X16p5cfRqoi8hFFfW6O9JLUU3d/dcXDTPQHSTDmZzQVNSXBJBFVrp2c710zrFKFOguM3XRgWGSAhZ0WBRj8jR6iBnIodaV/X/RdLHV8LqeIdD88Vr2evzNzq4O2GEVud8QkYC01lVM1ZpFSJeaxiYBOTef/84f8/9pu/su+Xh+2q/JJBp8QSz+xmVPA99jdjef1bu8UT80XRmvPwJelbs+EaHVaZlYdrmnB54D+2RvkDibW7CTvd0kwycMS3mqnOAr9sWcgbxKhY4xlpZgJAAANhUlEQVQLBwZB6WRwC5g+UQme9QHvg30/0Fjq+GoqgmAyHyicSRimneCoa3g+hmylyVXxqQL6VSwdAKxr2agePO6RhSv71t20CzHlCMrQl5W6F0/sK8PncnYginc5EX1tr2uIudvyVld8TUThnqPlHYyJSU5GFUkwyUCxjwyurbUALxsk8PLLwLqRI/WqBQtC4v8PJEDVhnN+N86idX7LbMpitUsrxp8d9Z4bzQxzU6YDE8GVKMjgS0vdntv7yhW7uObVpd5Yx8JN7XxfYtXYvh7Kza7KJ/XouyBh1eyIhaXXVfkPAs8OM/b2H+UrkpklMeA6kmAGDGH6BBgxaRR9KdhsFgJeH4S6x0j3ojVmtPy52rmXjSBi3sR2voxAXFxVZfOXBpcD2CFWnwxuduQFxlGfOycjNEZA/SrSi5vRbszew2MFgfK5KqsAfqzvnQ4DvlK3J+wFcCyd5e/xISAJJj68BrV2c3X5WTqUuWYuUQ1FNwVYMqs0u6aMaIHlvzp491htGHRbqbvhon47GEDxVTtfIcIhsWQQkb+kybIVhbFH8bkq1gC0ZXgZ5LeP2XNEbIL57XjmzteJsEVPOcS0zl7fMCqWfvL3gSMgCWbgGKZNgvDmhq7PNNmhzx5wbEfz5/e6hI3V1uuqfJzAUZ+Au2TQIoe7YVo4ed5qp0iNOyvW4tJBP5aO2XPbcEThqymvg664wodRMEcwQjd/TeVrzHxwTz3DWUfHwkX+nhgCsdZAYlJlq6QjYNxt/OhYZDY4FTHuttd7ZsWrSLOr8m86+JJY7YjodXtdQ9hdipFil7QnY+60Ijgdir590088EhbLs+D+mS8Z8DvcnrJYdzBCTrOr4j4dVNOLYHQ8UDrXc0asMcrfB46AJJiBY5gWCVxVVdw8PPg46yai3zHY7vZYiOLPeLDhnJMOUkOh12MOinmpo74xrDe4QQ6qRTwRR7ZnMd6p6U+OuoabI/Xld1Vu4HAe4wyfo97cHUpLTfnZGitzevShMeiiUnfDnTHHKCsMGAFJMAOGMD0C4iIY4p8cdY2jE9HMcMaEEvGj75YZLRC2QTCK5floOxgi7igZ7S+l2pfFk3TY4nc5P2fAyATQsxDjO3u9Z1sz4/PWVE4l5oU96vpULXhotwWxGRmyTuIISIJJHLu0toyLYHRljmNuYpH3/C6n8JfqZfwWdqC6/nfH3MUXh/utZUbFuZpCd0cDiJlfKq1v/HW0Or4a53/AOKZfHaJvHXUNpsItiNS8gZD+ZHfKWCL61F7XMOQCdaV1sfboTBLMYCEfZ78vTZ6cv88EE3cwDFYV3m1YXeOncXZhVPdVO58F4TfR21JQZ+38svrF94Wr53U55xFwVkQZzB0arEcOr3/ijWj9eF3O+QTDcLH3Dkahpfb7GkwF62qqqZiisOLpjlLHjLtK6z3nJ4KNbBM/ApJg4sdsUFowoDTXOB9gxqnRFBAhJe1ujy0RJb3Tp24DVX+RgKhWskxo7wBPGh2GxISePpfzXQL2jqgDUYOj7pcAWpHqRTKUI+B2u9sTzoCunyhBMCpoETMsIoVsMKhPHnG/jKGbyPpIpI0kmERQG6Q2G6rLz7KQMjd6yAf+yuFujGnkFm4IwpDPSvpzDDiiDpH4W0dd+IhwYqe1944OEbe4IJwM4RdlUbCfmR1Wi6vyfI35jj5P1QEF5CpxNzxgZhqMHYxODSLAF4M+cXgtE2UmADPIJaeOJJjk4JgWKYYDXyj4UtTL0wFkIVw/Y0qFqige4d0ddZdEuMNe5wnrkCgCoze3BteHI0EhVSGaNqyuYZEZwDbWTDslxNq/ekX7J/ZaFMvk4jkLRWbGmKXriETiktfKwOxw7g0xhcgKCSMgCSZh6NLfcJ1r6mgL9B8iRmsj6KpO1w+rb7g6Ee18Myv+DI3+Gr0td2ps/XWk+5NNT9QvhN+94EuHz7qr2R1Em6uyqpP539SD8UTyM7vbYzpcRdcOBo+DSLcXFGxPdzy6NhFsZJvEEJAEkxhug9bKV+0MRYrnK8IotBHvE+5uxIzCvurKRSCOmnNbYXqwpL6h38Vrt/yW6sprNOK/hOmPQ0E+MJ77D79r6u911v5F3U9AxlZGucbuXhQzsHd3/15X+REKFA8Yr9nrPTHDSJjBSdYxj4AkGPNYZURNb7WzlQiF4ZQxfHvqGkxZuIZr762uWE5Eu0QaqLhADkDZJpLzpLA29q9xLAbj6J4yjA0I4T57XYNZNwej+UaX88IQ47buExuBOxUtNCkeG5bVZ0zZqcCqLgl0dkzb4sFnTR2rMmKic0QJSTBZNpH+audbXcnB+hcGe0vdjQnlSmqdecLEkGZ9hoGRkSGh+x3uhojPzyKZXHNr8zsM9DLyY+bVjrF7bxPLObFvv/6ayjnMfHb3f2fmF0rrG3uRV6zpY5er0Id114dzzIzVVv4+cAQkwQwcw7RK8FVX3sLEF4ebOJF32V7nSciIrLmmYorOJEIbhN0dAYiZ6mNT/GER8rKneqwHtT+U3R8+C0A08ATBgLmm+8K4DdrIMe4lIqJfXKX5vGk7ldy9MGyak7gEycpxIyAJJm7IBreB4Uioao3hnAAJvNzubtwtEQ2bXBU3KqB+WQyELCN+rsJn9EzXGq6PppoppyisPtLrN8KLjjrPUYno5HNVLgTYSDhHTEvt9eaM6xLpS7ZJDQKSYFKDa0ql+lxOEbt3676dDMQMvslV8agC+l04xRm0uNTdUBFrUN4ZzgtJ+SXjJDEFFIvlmGFzFpgKodlXvjDYA2MiFITsnY6R8YaeiKWv/D31CEiCST3GSe/BW13xABGdnkyC8c6oeIUUOqyvTHF/UlrfONbMIPwu51UMXNtdlxmvltZ7+sk0I0vU8VY7vyXC1jpRXVmcF8Rm+5D1UouAJJjU4psS6eIookJ9UJi/9+xgIDsYr8u5kvqEuSRCCJpaYZ+78GkzA/G7ymsZSpcNjvAZULi8pK5xiZm2fevU1sJy4eqKFToQunNM4261tTBiGsuSXQhIgsmu+er6dkVsmLLQB33zGCWdYIB3S9ye/c0EdhJ69SQY8aQdtPKhI+5JzO/HO718b1ZpekdAvztSHuosnLohp7IkmCyd8r73HWIYAyEYX03FGnDvGLg6ab+PlAM6HGxel/NCwuY7mLagGjxs5Jyn3stSiKXaSUBAEkwSQBwMEcJtwAptBUAl3f0PiGCqnV7QL06ORPRTSaFlV7ptgXBcNFWEL5OFVI/xSE3sDVlwXKI7GFMdykoZj4AkmIyfosgKbkr0Nn2gBMO1sPhXV2zoSVY6uK7M3bjZyM0MTCJdLnPHh0RUxIy1OixTY8V8MSNX1sleBCTBZO/coWX6CbtpqvXD7ti3xPjMXu+JaOofaaiCYJpXO9f1DNOggw4tcze8Fi88vhrnS2BMBvgnja3TJMHEi2Bu1ZcEk+Xz6auuuAlEl4lhMNHXpSZSqvYdcl+CEa9HJTzKHi2XdSTYNpxdWa3q7CZgbYjlDibLl9eA1ZcEM2AIB1+Ar6aiCUylIql7qbuxOF6NBMH4VjubCBi2qe0HDrcnckS6KB0YmR0doY0MfaXNYju9aM4Ceckb74TkUH1JMDkwmetryq+0QLmGmNpK3A12s8/KPYfudzlXb3ZSjCOfdTj4DENAhSYUKnkX2eb8e2kOQCyHkCACkmASBC7TmvmrK98E6SNLimz7xfPy0z0On8u5DJvi6CoBdeeS+Yk7B4qwDb7VjnsKmG7Or2/4ItOwkvqkDwFJMOnDOqU9bTjnd+OgdbiCoeC/t5z31CfxduZzlS8EK1OJSC+pa7AmkrStZ58iTEIidzjx6i3rZzYCkmAye37i1k5Y6Cd2RCq/mqFeDPB6h9tjKudQ3MrJBkMOAUkwQ27Kww94/bkV+1uDyl1gaDIsglwUyUJAEkyykMwBOc3V5WfpUHd21DdckgPDkUPIAAQkwWTAJEgVJAK5ioAkmFydWTkuiUAGICAJJgMmQaogEchVBCTB5OrMynFJBDIAAUkwGTAJUgWJQK4iIAkmV2dWjksikAEISILJgEmQKkgEchUBSTC5OrNyXBKBDEBAEkwGTIJUQSKQqwhIgsnVmZXjkghkAAKSYDJgEqQKEoFcRUASTK7OrByXRCADEJAEkwGTIFWQCOQqApJgcnVm5bgkAhmAgCSYDJgEqYJEIFcRkASTqzMrxyURyAAEJMFkwCRIFSQCuYqAJJhcnVk5LolABiAgCSYDJkGqIBHIVQQkweTqzMpxSQQyAAFJMBkwCVIFiUCuIiAJJldnVo5LIpABCEiCyYBJkCpIBHIVAUkwuTqzclwSgQxAQBJMBkyCVEEikKsISILJ1ZmV45IIZAACkmAyYBKkChKBXEVAEkyuzqwcl0QgAxCQBJMBkyBVkAjkKgKSYHJ1ZuW4JAIZgIAkmAyYBKmCRCBXEZAEk6szK8clEcgABCTBZMAkSBUkArmKgCSYXJ1ZOS6JQAYgIAkmAyZBqiARyFUEJMHk6szKcUkEMgABSTAZMAlSBYlAriIgCSZXZ1aOSyKQAQhIgsmASZAqSARyFQFJMLk6s3JcEoEMQEASTAZMglRBIpCrCEiCydWZleOSCGQAApJgMmASpAoSgVxF4P8BJDBLwZvO5hIAAAAASUVORK5CYII="/>
          <p:cNvSpPr>
            <a:spLocks noChangeAspect="1" noChangeArrowheads="1"/>
          </p:cNvSpPr>
          <p:nvPr/>
        </p:nvSpPr>
        <p:spPr bwMode="auto">
          <a:xfrm>
            <a:off x="155575" y="-319088"/>
            <a:ext cx="666750" cy="676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" name="AutoShape 6" descr="data:image/png;base64,iVBORw0KGgoAAAANSUhEUgAAARgAAAEcCAYAAAAcH6uaAAAAAXNSR0IArs4c6QAAAp50RVh0bXhmaWxlACUzQ214R3JhcGhNb2RlbCUzRSUzQ3Jvb3QlM0UlM0NteENlbGwlMjBpZCUzRCUyMjAlMjIlMkYlM0UlM0NteENlbGwlMjBpZCUzRCUyMjElMjIlMjBwYXJlbnQlM0QlMjIwJTIyJTJGJTNFJTNDbXhDZWxsJTIwaWQlM0QlMjIyJTIyJTIwdmFsdWUlM0QlMjIlMjIlMjBzdHlsZSUzRCUyMnZlcnRpY2FsTGFiZWxQb3NpdGlvbiUzRGJvdHRvbSUzQnNrZXRjaCUzRDAlM0JodG1sJTNEMSUzQmZpbGxDb2xvciUzRCUyM0YwNjY1MCUzQnN0cm9rZUNvbG9yJTNEJTIzZmZmZmZmJTNCdmVydGljYWxBbGlnbiUzRHRvcCUzQmFsaWduJTNEY2VudGVyJTNCcG9pbnRzJTNEJTVCJTVEJTNCcG9pbnRlckV2ZW50cyUzRDElM0JzaGFwZSUzRG14Z3JhcGguY2lzY29fc2FmZS5jb21wb3NpdGVJY29uJTNCYmdJY29uJTNEdGhyZWF0MSUzQnJlc0ljb24lM0RteGdyYXBoLmNpc2NvX3NhZmUudGhyZWF0LnRocmVhdF9hNiUzQiUyMiUyMHZlcnRleCUzRCUyMjElMjIlMjBwYXJlbnQlM0QlMjIxJTIyJTNFJTNDbXhHZW9tZXRyeSUyMHglM0QlMjItMjAwMCUyMiUyMHklM0QlMjI5NjAlMjIlMjB3aWR0aCUzRCUyMjQ5JTIyJTIwaGVpZ2h0JTNEJTIyNTAlMjIlMjBhcyUzRCUyMmdlb21ldHJ5JTIyJTJGJTNFJTNDJTJGbXhDZWxsJTNFJTNDJTJGcm9vdCUzRSUzQyUyRm14R3JhcGhNb2RlbCUzRV5Rg9QAACAASURBVHhe7V0HeFvV2X6/eyV5xpKdAUkIK4SyV8JeoYyyYssJpqUFCiSWCRAg/IxSoJhRRqFlEywnJYwCJSSWE1YZBcoKK8xAIOxAQkhiSXa8JN37/c+5joOHxpUsyZJ8zvPw0KJzvvOd95z7+oxvEGSRCEgEJAIpQoBSJFeKlQhIBCQCkAQjF4F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0BWI+CvmTbBXrdwZVYPIoeVlwSTw5M7FIbmrXYucRQWzKA7Hl07FMabbWOUBJNtMyb17YWA1+X8UgW/MMzdeA4BuoQnsxCQBJNZ8yG1iQMBBhS/q/J7AHbW9fNL5zbeH0dzWTUNCEiCSQPIsovUIMC1tRbv6g++V4DRAFY53J6tU9OTlJooApJgEkVOtht0BPoQDBNwtd3tuW7QFZMKbEZAEkwGLwaeXVW2trltTLFitbAeDMFi0UPFamsglNfR5l/TuW3ryDZasCCQwUNIqWp9CAYErLa7PWNT2qkUHhcCkmDigis9ldk1ZYSflcdBdETYHhkaEdoAtDDjEyLlgRL3oscy+ZKzqaZiSlld45JkIhiGYKCDLih1N9yZzH6krMQRkASTOHYpb+mrdl7OoNkgHhltohgQf70Z4BaF8Jwe0u5zzHvyxZQrGKMDrqoqbi4NPaYz78bES8vcjb9Lpk59CaZLNv3ocDdslcx+pKzEEZAEkzh2aWkpjkn+1sBFAF0KwGqmUyKEWMeHrGgPlNYtuctMm2TW4dqq4ubV2sU69IsIGEZApwqUF7s9zyW1H0DxVVesIqIxm+Uy0BbUdh4zf8mKZPYlZSWGgCSYxHBLe6ufZ5x4vFWx1BEQz19ncfG50gblmgL3okfSobR3evneiqo8qQNjeiyu7x1uzzap6N/nqvQBbO8pm5kfLK1v/GMq+pMy40NAEkx8eA1qba6dnO9f43gSjCPjUUTsaHQdzzrcngqi1Bmjbag+6SALaS8yOL+Hfkyk/MVet+j6eHQ2W9frcoYIUHsRDNDiCDi2pvnzfWblyHqpQUASTGpwTalU34zyW6GQODbFNX/ilaXE7RmXistg/4xpx7OiLwFY6Tl4AnW0IjRujHvJ+mSDIi7Dfayu64cCA2TRDrTPWbI02X1KefEhENcCjU+0rJ1KBHznnngkBy3PEdDrg47VJzO3QlFOL61rWBSrrtnffTWVR4PxFMD974gIbzrqPAeZlRVPveYZJ1WwGvKwuOXuW5huddQ3XBKPPFk3+QhIgkk+pmmT6KuuuAlElyXQYTtZ9Kn2exc/m0DbXk2WV1UVj3EE1xKhMKws4kscdY23DrSfcO391c6nmHB8WNnMSx31jQemol8p0zwCkmDMY5VxNZmhNJ9d/ijrysninTqeQqCm5iLLhHG3LWiKp13fur5q5/MgHBVOBgP+IGPyqHrPBwPpI6xsl6vQj59/AjAsPLHRD/k6jsyvb/gi2X1LeeYRiHNZmhcsa6YPAb+rci2DR8Xbo868uqy+MWHLV5+rsopZ/zdR+LsgJvqktK5h93j1MlO/ZfoJu2mq9eModYMBTS8fNW/guzQz+sg64RGQBJMDK8M/c8oBrFle73vBamZoBHrK7m440UzdnnW4qsrmLw2KQE8RHQwZ8JS6PZXxyjZT31ddeQuIL45al/FnR73nRjPyZJ3UICAJJjW4pl2qv6ZyDjOfnUDHDGvoaMc98Vn++qZPnQFVrx+MD3yda+poK+kfgTEiWv8EvdbuXnxNApjIJklCQBJMkoAcbDHrZ5841tpq+ZiB0nh10RmflY717UO1L3eYbet3OZcysH+0+opCrpL7GqKTkNkOe9Tzzaj4MxT6a6ymBNxtd3tmxaonf08dApJgUodtTMnGC0yJNrx03qLvYlY2UcHvct7GwIUmqvarwrpycencRX8307bJVXmISvrzzNTToK5XU7GwdOKzSuuSGwRqVVVVWbEjuIwIMS2DFeInSuoaq8yMSdZJDQKSYFKDa0yprTOrJgb14F0WRm2yfHS806duQ4r+AQiOmAr0qUDM35T4bDuZCf9g5v5D2KZYFJo2LIn2NkJls7sXY3iMFxz1nqPjxSKe+sLYj1JgRBiPDplcVxLMIM2O/2zn06zjaCsrBxXVL3onWWp4q8s9REpFAvJ0C6mnFtctfDRWW2+181UiHBKjXiAU5MNG3N/4Vix5Zn8XrhLe1Y6vN0Wwi92M8Zyj3vOb2BUTr7HR5bywCMq/yb1oTeJScrelJJhBmNuWmVWHa6Gg8Cy2tfisw8ctGJgtSs8h+Fy/HQ90fpnIsBhYUur2lMdq66upWAOmLaPVI6A1xJZjhtc/8UYseWZ/97oq/wHos8mk0Q+DFpS6G042Kz+Rel6Xcz4zWsrq5V1POPwkwSSyqgbYxldT+QqYDwOYHe7GuEz9Y3Vt3FGUBlcRIljWRhVATXZ3g4g9EzE6f+v08r2DqvIqgKKoohiBkI0PG3FPcnYwIv8RWF/BfXydoumggG4pcTeIMBcpKz5XxRqAfmrxWo9M5h+KlCmcZsGSYNIM+PrTTxxrybd8BSBPEIw34C/bbv7LSfP6FUGY/D++/yqIDoh3aATSFMLJ0e5NmlwVNRbQnTpgi7GDYY24IhlR7N51TSwcz1t/S8Qj4xlTiPSrRtQtTokXt9CDzzjD4bf5NwD6RpBykqOu4fl49BsKdSXBpHmW/dUVDzPRH7q6ZdahHFbmbngtmWr4XeVXM5TaRGQy8xOl9ZFfXsy+VCXzFak3ZuZGxWAEdZw1KoWpTLwznPNJwR9BCCGkzHTMWzTXnHZDp5YkmDTPta+moglMhq0KgXRd044onbf4f8lUY/25FftbgpRYqAKmHxz1DeMi6eOd4XyBFHPxaJJhByPcEQB+PG58GOutun5M0bzF78fd1kSD2lpYLlzt9AMoZEBnnc8vm9t4j4mmQ6qKJJg0TjdfcMoWvvb2n34BnZksfHwyvJr7DEPxVTs1k3ehfZqS7nA39Arg1LNCVA/mvpJIuWoggaa6wkDwM+gTUMrMlDHwhQPK5FS97mw4u7Ja1dndrYuu83mSYPrPjCQYM6s1SXXChVdIRXhHkfGw2eXsYJMxfHsNj4GOjrYttnzouZ97/nfxRLzuR8dONsITAMabgYRBi0vdDYk8maPlnKknaSFdPJlbzPTVt44CWlCSohcknjw53z+hdCWIN4cvlQQTfpYkwSSyehNoIy5ffas/+JSACb0+XOAHEa82mVHmNhHMBkb8BneGbsQrSEeeTlDBSgGI88mInsd5RLCGDfAUBhMCAgT6l0b6q2D+ttS9+CUz0HlrKs5UQG7mxMjFGIKC0+33eR4y01+8dXyuiusBuqJnO0kwkmDiXUdJrc+zjivxBfJ+JEZxL8HEIXuTrciMBa1ZhbgWFv+Pzh9A2MJsmxTXCzK4XcSgYcZqRcE7pFleYpU//U+T8t3Jm5LHCYz8nfl/J/B0EfUyUZ3E3RbDtqPD/W/xWpfU0mVn1LEMoBJJMLGhTXgSY4uWNXoi8NNpx4zKLyhcHe4+IZ/pV8kMjGTsYKqdqzlzCCbsYhCEozN/quuhB1TYQKpew8Ckga4cBi//4Av/pCNeNu+8abbPZlfl4zq4n3+T3MHIHYzZNZSSelEDJDFesdd7fp3MY1KTq2KNgujWtikZaEYI1S9zuBf/Ldmq+F2V1+vQr+hrSSxCArO85I3wRyTZsyDlhUVA5AsiVVkW7kdiCpQUB7en2578caDwrZt5wkQbW6/TdT62695kaBVxPPqP11LQfexK1uibayqm6EyNXUk0+5WAxvrM4fWL/5ms/nJFzpBbgIM1ca2zyvcOdoYnGKETMf/LXt94aiL6iSPRxpppLo21Cwk0IR5z+kT6y+Q2RPjUXufZNZk6Gl7qqi7Cc4aN/0vAWgqok0vmL5TZJPsALwkmmSsxiqyWmopddKbl4TJsiGY6c0eezgfFYxgmUrS2rdWPCmnabQzaOpGQmWkafnq6YbDGoZOHz31SPKUnpQgfKIb2IhgRjQ/FnU+pu3G3pHSYY0IkwaRpQjec87txaqhDBJaKjDnjP456z7GxVBJWpBesmnYiVO1vxNhBmATHajM0fuevHO7GHZI11o0zp+0RDIU8RLRdVJkm5y1ZemWTHLkw0zRbXU+weSJmSPj8QZv0iBXmsXX61BMCin47EZL2IaUJgtR2Q9AVXa8uSdI9SJehnzYfoOhe48ZfDOUau3tRQr5fqQVl8KVLgknTHBhezqs/+ATAr6J1KY5QShgjMRE5zc/qo6TgKLOGbmkaWkZ0I+5eVvKqfSe532sbqEIi7gyBZ5uRI17+dFWdVjpnocdM/aFWRxJMGmfcW+18UCGcFukeplsVQSC6Sq7hmwJmN9c4b9AYFyQW4yWNAxzUrigILXiOY96TCXs0r6+euq8K/XYCDjJ76BS5pUpJnZQqn6dBhTQJnUuCSQKIZkV4p5cfpqjKK7EIpkse6QR+h4HRBIwbiGWrWf1yoF6AGC+ErPlnD7/3sVVmx7MpSNctBDotbH7tKIIG8vpnVr9sricJJs2z53M5A0jECTHNemZ1d4T1FsYfYgVT59lVZd7WQJVCyp/AvG1CY9ZCRznmxZdTKqF+srSRJJg0T1yziOEK+qMIiCRLChEQABPPdLgb6/r2sto1ZUQ+lP9TgHP6+hTFo5GRiaG+cYdkWmDH03821JUEk+ZZWnvBKVvktbeL7bs1zV0Pze4Y79lJmQL3orXtrsppnaRfoLByAIMjxrwxC5QCOqPE3fCA2fpDsZ4kmEGYdW91xQNEdPogdD1Uu+w04sowVLOXt7GAEo6adnfD8Fj1hvrvkmAGYQWIXYytrW0ZEY0ZhO5llwNFgKCrujJrWP2iewcqKtfbS4IZpBn2VTsvB9H1Q968f5DwT7Rbw2iasdRe33BgojKGUjtJMIM02yK/M7H+YEwz9EHST3YbHgECvCXQdpTpYs2tEEkwMXASnsq+6VPH2YDdWNWDsZ4+zcAuZPpdlXMB/QwMwZAKZjDKzDoUtKjKpOI5Cz/KTP0yTytJMH3mZNXsqrKi1sAlKmgqE7YnQGFmAndBJf6XSMWoAx0K4xMQnizxWm82G/KyKzbvsncJyp6ZtxykRtEQsFksBxfem7xUuEMBbUkwm2bZP2Pa8aSEbtSJdjFeG8zEhBWmLCQM+ykA0Aqm0LzSuiV3RVs4flfl2wzedygsrlwZo7h10UG3l7obLsqVMaVrHEOeYDaFUbgTjONB0dOhxpwUNvY5K8DqxSXK8JfJ7e7leOevmXolWL9OmtjFRDJjKhBEgkhcWur23J4xSmWRIkOaYIRzm0XRnwZjRFLnTBAN0ZetgVD56PlLvvhy1nHFozvzzgox/pH62C0EKijoOs51dghf36QOLR3CyGIB8gqAYAAcECYsg1MY3GoFTU3GvdvgjGDwex2yBCN2E8z61Ykm9jI1dQxxe3M/KbqXdHV2qkNZqqPHwXrIUbDuPtFQT/vuKwSXvYngJ8uMjzXjCxFsh/0Glp33hLrlWOjNPoRWfIzQsjeg/TTgcMWmh298FAotLdFHHtl3F2paiKxoIDAkCcbrci5WgBM3eyizcXmbGjCMe5rUrjbxFz//5OmwHXQkYO3vgaD7vWi94xroP4qAeplZ1O13RMHva6CO276fghwKob3uZgQ/ejflyuvAGmhKddm8RU+lvLMh0EGKl37mIeitrryGwCdsCuD8jaaHniCydOSx4hU3MAHQ5i9UoWCHppGVmMaD9clEJIyrRmba07LtiBOQf9IfQZbI7k3aF8vReue14AzcydCIUSia8X9Qt9sx8oIJBbHxhkugpZgkdfDnpWP23o1qa0OZt3qzT6MhRzAtM6sOJy2Y12nJ/yyemCFiate5po7Op1CFzspVAMZkymVt8VW3Qd0qRrSBUBCtt9citPLTjFuleUeVI7/qzJh6dT69AB2Nj8SsN7AKzLqmTpE7mIGh2N16yBFMcmAD/DXOh3TGKQTjSXvQChUUYtiN9RD/jlqY0fH4P9H53ycHTddIHRe6LoF14kEx9Qq++zra6m+NWW/AFRjrNWv+PvH+ARpwvzkoQBLMACbVP3PKAawpLwOUNwAxA2pKefko/ut9UIbZY8rpeGI+Op8XucMyqxRddB0sv4qd9SOw9GW0339HWpQnoteDhcHfjuhKhqewy5WPOneHuE+T8V/MT4EkGPNYha25sdq5V5Dw/mACWTT7Wlh22j3mDmZj7fnQfvphgCNOfvO831Qif2rs6BXt/7oPgf/9J/kKhJEojOsY+JpZ/4QUZRR0TADBz4wfFPAPUJQW0SykBV9UlaL3He5/f5UWxbKsk8H8LrIMqsjqeqsrFxFx5WANSFyOFlZfDGX4yKgqhD56B20P3A3e2DxYqvbrV3GUoeiym6GURTdF0r77Eq23XJEhl9TcZVIpCrFIWyLeITUGtxPTh4qiLCiuW3SP3Omk/AE1Y9ZxShURzovNLqeXgZKUdhRFuGWHnWH7zVRYd90bUCNfCwXf+C/an5gPbjX+AA9qEce6oouuhTJm64h6iCd2beWnaH+sHtziH1R9zXQuwjmIpBAAt4LwtqpYrxs2Z8ErZtrmYh25g0nSrHpdlfUEnp56q5fIClN+IdRf7QZ17NbgQAB5hx8LZdTofg0Cr72AjoUPgNs2Jmn08YuhEgeKzr0C6rb988cF3n0dvPZH8MYWaD98i9DK5V0HluwsRqaDYGfINeJB4z5nSBVJMEma7g1nV1arzHeA0WWnnwFFvCwVzboK6vid+pPMW6+g46F7B+XIoZQ4UDjzT1C375+DLiguch+6B8K4LpcKgToooOxdMn/hilwaV6yxSIKJhZDJ3/2uyie5y4AvowrlF6Dw7MsM8/u+JfTh22i97+a0+ispxSUonH1NWLudwGvPo/3hOdm8W4kx96QT8Q32Oo+woxoSJasJRsRu2aq1tGOw/UXWn37iWGuB5VtmWDJx1YijU6HrYljE/UyfEvrsQ+N+Q4/L16fvsjF3fKGiYSi+5K9QRo/rp0fni0vQ2fDwoOyo0jlnRAhpuj6rrH7xfensd7D6ymqC8bkqrmfGuNL6xj8OFoCiX5/L2QCGM9U+RwMaY34Bis67EpYJu/QTI+45xM5B++aL3r+pKtRtJ8Aybjso2+wAKiruMugj6gqD012YobduhP7zGmjffwV93U/QVq8CQsHNVcSFbuHsa437ob4l8MISdCx5FNzRPqAhDn5j6gA4SMAGJu7QdTJAElfuTGwjUop01tZayDJvWN2iqHGDBn8sydEg2wnmUQIdWeL2bDlYT4LfnDHZUWpzrEupV3Zy5hrCKK/wgqthCXMnI0im86nHoX37JWiYHdbd9oa6wy7GC494So6n6OvXIvTlZwh9/B70H78FCopQ8HtXWEfGwMvPoGPRg12hJbKsiNciBfCzjhW6Qq9B549Um77efu/iZ7NsKClTN6sJxu9yLmXG/jrjtLK5nodThlIUwSKhPRFOG4y+E+nTIJnz/wLxrN2viJ2I3xs3oUTVQ+x0dA1Q+58ejSfzh+eAtey60CWQrrP+MCnKw466hucTmYeh0iarCcZX7fwchB0HKwnWylnHlYzozPuJkDkvR6YWbl6+8URsxjzflLwEKgVef9F4Lcq252cGfCEou4x0L1qTwLCHXJOsJhi/y/kOA5PErGmEO4bXeS5M5ww21ThvUBiXp7PPZPVFZSNQePp5YV+XktVHJDniGNZ2383QvetT3VXy5YtLWi10yvC5Tz6RfOG5JzG7Caba+RQTjhfTQoAW0kO/S9fEs2vKCD/U9wBENkPN4PVi2f5XyD/FBXXr/gGeUq62phk+RR1P/juj3BZMj5voUUddw+9N1x/CFbObYFwVdzPo3O75I9DP7VrgyC3nPfVJqufUf075sRxSnkl1P6mQr249HgUnnwU1zItSKvoLK5MZoa9WoH3eP6A3Zd1OZoPD7UluHOe0AZ/ejrKaYDZMP3GGqlrqe0FGWMUh5dDSeYtSGh8yWxPYi8BUBWdeEDtAVZrWob5hHTbeegW4STzEZU1hnZXzymRu6pgTltUE01FduWMHsciy1ysei9jJ/JzXMWHCXc+kxG3Yf7bzNNZx/yYTh5ggZ0oFZeSWKLrgaoh/Z1LRfU1ovfUKw34mWwoBb9ndngP66ltbC8vhL0+2TJ7cfyQLlo/UP911gX51LfTBMqtIN75ZTTAvTZ6cv8+Ojle7L3p7gicsJsG42+72zE4GqN7p5YcpVuVPuo7JJPyNsgw5stpQfNU/oGwxNhlwJF2G9tUKIzB5FtnDaKRqh+iaZT8CHwHmnUDKKDDbjfgNYYybxZIRmUEhwjoQNWma/prFynfa5yxZmnRAM0Rgln0m/VFrqik/W2FlTkQ8GesJeKykuOQmuu1B096s66ord7SSfgQznagQDmSGsDYT3vhZWay7TUThrCszV/f2VrTe9zeEVmRP2mci6MwiIgwL2+b4sTUyTpAu8i8R83KLqj5RVKDeT7ctaIpfWGa2SACVzBoIV1UV+0uDqzdlCQivnJhIBe3EWMXE70PHtyqUzqDCm8PwM+sBYioj0HYKMJ6JxgBcnG3HoEizQ8LJ8PTzQKPHQi0dGTa9yWDMrIjxIi55A2+9gsCrzwGDmGhtMMbfs08RxgqAn4jvCUK9JxdsbbKeYMQEbahxXmdhXGnO5W6wl9Eg9i/+zg4fCeuOu8OyxyQjXILwLRLHJ+FflJYizg6dHdB8G6Ct+BjBd1413Apk6YGAOESB1oH5htK52Z2yNk2rKrXLR1ysXbDa+Q0BW6W2p+ySLrynleGjEPzwHbA/zK5btUDYw1j22g+WX+1uXP4KVwKjJItwui8jxLP05x8j+PF7CH36AXQRGzhCEKl856mGEV7w9RfBPRwmswv95GhLTEtLOoor6KGHfk6OxPRKyQmCEZCtPf3YPfLy85flypFmoMtARIwr/svtXdkGQkGIcAiBN17q+rAjFVseVOHcWDYC6jY7GIGqRJxfQ4bY5Zgo4pJW5JPWPv/YiEbH639G6MfvoK9ZFd0tQLUg79BjYD30aKhjtwG3taL1tquhrfraRK+5XoU26jrPHCx/u4GgmzMEI0DwucovBSs3Ze9V7C9TSfbSrjzN43cCqRaEVn+H4NJX+odUiDD7BafOhO3QY3r9Kj5+7cvPEHjnNYgA4BHj8oqYvuI4JTJFWqwgq9XwsI4awpl1cDDY9Qokdh0d7WBN63J0jFDEbkkc06x77w/LbhOhlPVOminuZdr/eXv09U1kZIS07rW/8W+y2RD471PGnU4uFQJpOvMjpfWe2OkXMmjgOUUwm0kGyl+zIXxC5HVARoAo694HAIqyuZpIBq+vW4PQR+8aRw199fdhdwUibkvJjfVA93GnT0cifSw3rYe2ZhVCy9+Hvna1cSTh9WvBup6y5SnuesQdkLrlVkYsXnWHnaGO2caIMxOu6L4NaJtzkxFCom8RxznhrGnZc39Ytt8R4hJ7c9E0tN51HUQwrWwqPT/GvveJxolVXAIzXrfXew7NlnHlHMEI4IUZP0LKwwwMz5aJ6KknOcow7Np7frkPCTMIvWkdQis+RuiDtxD6egW4RWQJ6FqWecc4kT8tjhhcgU6Evv8a+s+ru4JFff050NkJvdPIM9ZFOp3t4PZ2cEdb5B1JYRHIlg8RplN8CWIHJHYp4rgmdipK6XAjml3MNLc9euiZC8nY8YzfCdY994Nlx92gjOkfGa+7aXDZm2ir+1vmTL8ARIEGRicxNhLxWp1J3KvoTPQ9MX9tIbSHiC3M0BSiMtJpax1sWEUSYVsGxjLwUzu0A8a4l2SFf0VOEoyYEK6ttfhWfzAXwGkkHqmzqCgjt0Bx7V1Rk9n3HI4gheDb/+s6FoSCKLrwmrDZBOKGQNeM4NukhYynZO2nH41djziC9DpeqSpEfmnx8atlI0Eik4E4YlmtAA0M+uD7S9E+7zZYD5hs/BM2jk2YgRnxhu+9Me4hJ7sBQdyf6MusKpZ0tGuPDrXMAjlLMN0LZXlVVfFoe+ffSKEziClrLHALz/0zrHvsG996jxLcKT5BkWtzexva629FcPn7myuJ1CjFf741dn7sZClhQk7n00+go/FfJmomv4rIIMCEZ/J1/Cm/vqFPHNLk95fJEnOeYLrB56oqm79UGacgcKNGmEjM22T6i5M46uQdX5VRH67AUxw9xBGkuwj3A8PHKUZmyXR8CHqLH6E3X0K7CHAoLpnTWAjw6qD5joD9Wpo/35fGrjO2qyFDMD1ngC84ZYuNgdBOmhbYSVWVMSENY8BMuoKtVaZRBH1zfEeGInyavmYSmUFpKiXLPsTMkiCC4hhuXGZaDz7SeL4VkfkHu7S5b0HwvTd6EYzYcalbjBk01cSTuDhOBd96BSImcJoj5ekMnL5NPgAAIABJREFUPOQoKLiM7nh07aCBkIEdD0mCSWQe2OUq9NO6tWDDfSDtRby0KGO3NbI1qtvvCMVeFjVFbMoUZO7awbz/i3+e2MEUX3QtxOV0OovITBla+WnXRfeKjyEuvgejEPCF3e3pn0VuMJTJsD4lwZicEO//Td2GWngl8Iv/ksmmSa8m8hzZ9j8MlokHd116RslFnezOxUfcNvcfEN7Pm49IpSO6ckyHSVOb7P6FPOMY9MHbCL7xIkLixWvwyxcOSTBhZ0ESTBhYRDL7nv9ZxO4Qr1LNaz7YyNw79sxgr22yl8F20BHIO/w4UGmKXuU72qCtXWNY1RpHkTf+2zusAhFskw6ButPuRt4lEi9JJi1/48FPJIfreHoBQsvezKgEbTrjs7J6T/+EU/EMLkfrDmmC2Tjz2D1CWsEsZp4EsF0hGs6EQsNioUchw4SVhFt+xi4D4XdkeEsn6Ziir1uL4CfvIvT2qwit+lrEJOhKLxItCb24nxKGgYpivIBZ9jkQtokHJ8evSdPQfLkrvE/VIM+KJJjIEzCkCGb9uRX720JUoQOnks4jmcgqPgmOagM/yKvXZPfC+KzgjPNBhUUmW4Svpq3+HsFXnkXwg7ehN3sHlLdaGNop47ZD3lFTDOM4s/5MkQbQ/KcZYO+GAY0vFY0lwQxxgmmqmXKKCnWWzthzUw6jnCNW8ZydXzGAQPcd7YahXudznq5XmGQWVYVlwq6GdfFAshi03Xsjgh++nUzNkiJLEswQJRhfTeXRxHyDDuyTbda88a78grMuhG3/w+NtZtQX9yodT8xPue8O2fKQf/J02A7+NaCIjM3xlc6nF6Cj8ZH4GqWhtiSYIUgwPldlPZin54JntZlvpPjyvxmJ6uMtIkZLm/vW9OUnIkJ+5anIO6Yy7ruZ4DuvoW3u3+MdYsrrS4IZQgQjXAPGOkKfgXjIBJ8iVUXRlf8wYrnEU4T/Utu82+Jpkpy6ioq846Yhv/yUuOQJgml/tA7cujGudqmuLAlmiBDM2gtO2SKvvV0c0uP70lK9AlMs3zB0+7/rIGLImC2hLz5Bu/tWw6ZkUIpqQUHVGbAdcYLp7kNfLEf7/DsgcillVGF84aiXhnbh5iRnLjt5dlVZc2twGQPCx2hIFetu+6Cw+mIgv8DUuIVHdPv9d0L7rn+clYgChNvCFmON2C09jexEfRGeQUTAE69OwlbFrJm+CL9QJI52oyOHXeipj5E/6ebLMi4TJIHWldQ1bCmyDJiaABOVmKE0V087VmdenuokgibUSbhKzhCMz+X8BsC2CSORIQ1FEG4RNwUFRYjl9yRCKYiwCfmVp8E68SBTIxDBptofutfw2TFdrDYj+JVSOsIwthMxdXsXgnW/Q6GOGdeVIeC1500/b4s0tkVi92WSHDsWPoDQJ8tiPsezCNHv3QBBStGi6pnGIGpFZmI8UkJbuMjtjhwwx2RnIlNGU1lwkcLYnmza0Y67l4i1nZUlJwjGf7bzadZxXOQZEMuNNhK4k4E26LSSVF6vi3w2OvKIlN1EcCoCRFg0ReS4GQyjOusek5B30pkpdRoMffwuWufcZNrTmAqLjbsSESiq9e7rgWAgIszKlmORX/57w9DOCPYUzSivh5RC1yWmCTKur4zZ8Pru8DwM/ec1cTVNrDI3Q+F6+5bNV1Ltyx3xyhAW5P7qihtANAtAoVirpW7PwAyb4lUiyfWznmC8NZVTSecnwrwWtYrwgiHW7h1eEHoJdz2zEbW1CtXWhgxXgFphrVsL1NYaaTy73QN+vuCUkQWdHeW6xidD4YlgMn+xMYDJEfFoi86/yviQU1Z0Ha3/+AtCK5eb7qLg1HNgO+BwbLzpMuM5O1YRxx1x7BH2NJ1PPW6KZMTxqujcP8d1hxRLj56/i2RuIoB4GkuQGW/ZLMpNhXMWPRMrTazvvCnb6QHlMgV0KoDNhMLAA6Vuzxlp1DvpXWU1wXDt5Hzfj/ZPiWg7AxlhkquQX2f804GRVw5ku2oQzuwqR+fG0IgO8DSAzgF4bKqeva2TDkbBKa7esWWTPN3aV5+h9Y5rTadnFc6Lhef8GUqJHc0X9Yk1rShQiorBbW1gEdi7e7eiqCi+5k7DF6n19muiZzHouYuZdSVE9slUFBHxr+XKmakQHV2mWI+EIDOtZdKbANKI8TMr3ALm7QlKEcEIhSlSNvT6FpnQblXUA4rnLMyeVJdh0Mhqgmk+u7Ja09m9aRBMRAv0EF2aikux9dVT91WgeRQj42PyizpuOxSefRmUEVskX/gmie0P34vAq8+blm+ddAhEdgKRm6jl4jONuDTipUrcDRlZT/Pyjd+EAR0CAWg/fAP2e1F43pVG7Jr2x+oR+N9/TPVnPeRoFJ52jqm68VYKvPwM2h91x9tsUOsTcHuy8qoP5kCymmB8M5xvQMGBAOms06Wlcxel1ArL63I2EOBM1YTl/aYSeSec3PXBJjmwlXBUbDGcBb2m1RdxdvMqTwMxo6V2lnFPwhtboAt/IBH8W6QqUVQoxSVGYG/e2Axu9hkEI3yiOjz/QuczT5jqTx29VdduKYkhH8SFtkjT0nbfzeCOdlN6ZEIlBi//Cj/sN8n93oAvjAd7PFlLMO2uykM6oIugq8MthP2G1TV+mmowN9ZUXKyxcksqL4DVbcYbEfMNnx2Rlyga0YgPPBCAZevxUSPsC1zE8/HG2vPBbP4l1XbgESgQuwrVgs4lj6HjhcVGvqNoxbLznii6sNao0nb3XxH8+F1T0yKOVAVnXhDzslf//muEfvohYjiI7iwI7NuA0JcrEPzwLdMX2qYUTXElAjopoO5VMn/hLwF3UtxnKsVnLcH4XJX/BPgIVbWeMWzOgjjeXBOH03+28zTW8WDiEuJsKcglaoSIrh+N+xsRqiFCHiRRR1x0tt1xTVx5j0SM3cLz/2LkMRK7gdbba40dQaTS85gngoNvvPaCuGxW8k/8LfKm/C6ifPEs33J5tbFLiu4An7lhNaKuACPXC/3W4W5YEOdKydjqWUsw62dMqbCQZSdHfcPN6UK3K3B4sDNd/ZntR+x6imZdtSn7YvhWRp4g9y0xX3VEzF/xXK5utR0sB06G0icGcOCNFxF49Tlo33612b5EBLqyHTDZsMpVelgTi/SvIvlZ6PNPEHz/zU3EEHlU4ngYzX2Aveux8e9XGbmbcq0QIaRAnTWsbuF9uTS2rCWYVbOryubZFzTX1iKUzgnxVTs7Qcatf8YUYasi0oaIfErhisgVHXhxSZcnchTbFOt+h6Gg4g9dkfEiheHUtM0ZIcXxx7rr3rDudUBX3+JI17cIg7dAJ7jFj/bH/wmRryhSsR1+LAp+XxPxd8Mx8/47MjImzAAXQxugX+NwL86gTHEDHNGm5llLMMkZfvxSvK6K7wiUcb5Ow678hxHcKVGCsR16NPIFuRSXgNtbQQVFxo4j9O1KYGNLV8rXMVuDiocZF70idoxwlhQZGwt+V911VySyQfrWQ/v+G6Cw0LhLEo6YwrpXWAGL9LQdj9T1yqnUU99YBBNY+jLa598ZcxcW/6wOXgtmfAeLemHpnIWewdMidT1LgokTW6/LuZgYU3pbLcQpJAXVxcuNdffIdiTRjkjCDSD/d9VQCgoRWPYmOl9cggLnH4BAJ9oXPwp9zQ+GxsIIUAS1EoTR+ezCriMPEYovv8Ww3g3890kjZ7bYrYjndpHKhDs7DFIQNi62I08EQiG0Pz4PoY/f64dCrCNS4IXFaF9wfwrQS79Icbumgd0d0K/MljSwiaAkCSZO1H6eUXGmTaW5feP2xikm6dWFP1LesVMjHy8iXfIKgrjyH8aTc8dTC4wUIOIYZTv0GFj3PRSBl57qlaJEPKEbu5xmr5FW1iCekVtC3/BzL/8j4RgpCEYTXtsPzzHqiXQrIq2tIKjWv10OkXakZxHkJSLzRSrtD96NwOsvJh27tAoktBOwsCO/4OIthkAOJUkwca4ukV2gZfUHrXqX9WXGFHHJKp55I5VIz9QiK0HRrCsRePMlYwfSfUcjHC4LZ14O3bcBbXW3ACLgt3ix2m0iLHvuazz9ipcl4TQZzoUg3/kHWLb/VRdpff7xZrXERbBl5z0Q/N9zCH7yyy5GODsW1lwKyy57RRgCo+XS6dDjsOPJhMkhIp1Z/4ZBr1mI/1Zc17gilutAJuidLB0kwSSAZCZ6bscimEiGduIoI4I/db0M9Q7fYDv4KNgO+jVEIHBhNCc8t4V9Tv5vZxjkIXYgLcK2pmdMGSKDJIRMkV6k8+Vne3kziydvkaVS9zch8MKSzehbxu+MwnP+FNFVQuyQWq48Jw2e0eYXhEi4BvDzgLpeUbnrWwoBAdJ0hbiJ2PJTyKp/3/6zbeW4BQuazEvOnZqSYBKYS//ZlW+yzgck0DSpTcQFqtiBiKOMIALhzRyttD90DwKvvdCrCg0rQd5vphpHD33Nqt7NRfqR/Q4zZHOzH4F3/gdSLcir+L1hGyN2Mf7zTt58NFKGj4Jlj0mwjN/J2NV0vvIs0N7HGNWWB9vBR0I8YfcMGWE7ugIFJ0X26xP3PW31tyL09RdAKJhUHBMRJh7jtOLQViNue/LHRNoPlTY5TTAirgYtWJDU+Ioi9Yk1qDzN4PTmSe25IoWj4RZju+5J9pgIZeRoU+tVBJgSdiTo7BlJgJB3QhVCy96Atukyt68w6177w3aM0wjVoDf7Yd1lz66dBjP8F/zeuO9WthkPUU+8FonXpeCH70TcbQhbG/FSBf0Xq+KiC66Ocjzq0ki4IojL4YDI1fTVZ33GYQqCpFUiwnp7nWdk0gTmqKCcJhhvTcVy0pXPWafZyXCA9J9TfiyHFOFcMygxOsQ9heVXu8N22DGw7LpPQv5KwhpXGL/1LCLEgrhrEda3kQpZLLDsdQDyjpxikInYPYnSsehBBN74r7F7EkZ5wY/ejfsYI56zi875kxFky2wRgaSC775mZJkURzizsWfMyo9Zj+hRR13DAPLExOwhJyrkNsHMqHiFFDpUmNsz8ScqlL+XuBseiHfmfK7fjmfufJCIhWNl2jETxxHb0eWw7j5pwDFTQh+9i9b7egecEi4Gwks6VlAmcbdSOOP/IKLuCeM58aJkPEM/eA9C7y+N6uekjN5q83N3X/yLzr4Mlr0TP3EKvcUltdg5JT2nU/jFogUYk0bVe/qG9ot3aeV8/bR/LOlEtPm8aTvpAW0ZACNY7SYPlRbS8Ymm4sVgKPjvLec99Uk4nbyu8iMIdCRBcTF4RAznl5QMSzgO5h1dYeR7hvCwTlIRgaA6Fj/aS5plj30hfI+EM6G4PxHE0V2ULcYY5CYubsUuJ/DS0wiu+MiwuxEXwTTMbljoCvsZYTMjXpeMIuL4jh5nROgT3sx9d06iipHytubSqH5UpoYtLIbbNhq+Uh3PLoQm7mpSVJi51UHqBHIvSkeYvBSNIj1ic5pgBIS+GVPvhaKHiTZEOog7wdgIQgcx/cRgYevuAKMYCorAnD8YOxaht23yccg78bdQhtmTvhLEXUZr3S2GjUp3EbsYZew2XfGAReJ6cZEqUr+K+C/in7wCI25u5/+ehfbF8q4jiaJA3Wpb2A4/ziAITWSEFCEbOtuNS2FBKsY/Lf6wsXFFiIfiy26KHgNH1w0bG2FrY7aITAltd14H7fuvzDZJoB79qEGr11l9dGR9Q+rYLAHNMqlJzhOMANtf7XyLCftlEvDRdDE+vCtuheIYbkplcVwRuw4RjFs8NZOioHDmZSK8X8T24uNrnXMzuKl3ChBx/FHH7wx1q20MghELRG/xIfTZR1GPUCLkpyAbGrklFFsetJ/XQPvx264sA2GKEZ5h+mwjmHjEImLqvvsaAq88C8vuk4zMlWR3RB1Xt6zg0pcNv6VUFyLy6zrucATtt9H8+cLNW5YeCAwJgjFIxlX5NoP3zYbZF8+8hbOviRjzZPMYgkHj6Vhcsmore4fDKTrvCuOjjFa07782QjAI+5a0FlVF3rGxE6+Fvv4cbXdfvznRmkiZYt3vcNgO/03MVCfBj95B2z03pG1YDG4lpr866j03pq3TLOhoyBCMmAuvq/JxAke2Rc+QCRNPwMOuvcfIQdSvhIIILX/fMIwLrvg4YpR/dfxOKL7o2vAezj2EiheY9kfq+hFUyqCw5aHwFBesBx4RI5gWo/XWKxAKF3+GCOp2E4wdjWXSoVCKh/VTd7DSzCrET5TUNWb8GkvZ/PYRPKQIZhPJnK+AaxlIS7aARCdSXKDmlf++K7KdSFD/3Vddz7Lvvg72N4E1LabovONOgjDZj1XEDqZz8aPofPmZWFUH9Ls4RhXOutJUilvxKiQMA4UxX+RCgM0G6577Iu+wY6FO2Nk4PolXpdZb/gzdCEyV/sKMeaX1nhnp7znzehxyBCOmYMM5vxunhDquI9A0gMNsEzJjoshR1vUxMne97Gxsjsveg/ILUXD6uTHDUHYxmGY4NYoYutrqVXHbskRDTMSrsey2D/KdpxovVbGKIIbWmy6NL0VsYZERaFwdNRrBT5bFFXs4lj7x/i5eKxVSrrLXLbo+3ra5Vn9IEkz3JHZUV+7YAVQz9JMUhUYzs22wXo1StbCUMeNQOP0i4wLWTDFiwHz0LjpfftrYCfR8rjbTvmcdI6XshF2R9xsnLDvsYgpa0Z/IYaR9k+0PM+QHbBMd7n+n8ikr3ilJe/0hTTA90RbGdITgaWD91zp4PAh2gAoEQCLTY88i8oSSTiEd8CuEZhC/qTPtRcy7ZVqcGKG3OG4VTL/IMJAzXUIhhL74BMEP3ja8oY3XJuFBvcmrOqwcRQHZ8qE4ygyzf+v+h0HddoLpLkWsmLa5f+8VHsJ848yrSYTb7XWe2ZmnWfo0kgQTA+vujI+9/jKjf5LztRecskV+e8eng+qjFGUs6g47G9H+xfNwIkXf2GLEgBGBqwLPeXrvbIgMXyXbxIOgbLlVwkZzHYseQud/FiWiXka2IcBnd3sy+q4v1cBJgkkiws2uyn/q4DOTKDKpooRlsMgeKSxzEy0iJ1L73L/3et1RykagcPa1xv1HQoUZHU89jsDTT0TfISUkfGCNRDBuaGpFMC+0QdFpAjTaQxUuI0yTGMIQM3Ih5g4VdGDxEHYpkAQzsPW3ubV3+jQnVO0R2uSWkCSxSRcjfIJEDF3LTnskJpvZSGwvLoS7i/DsLppda3hSx11CQbS6bzHufdLusBhz98oigfk9dnfjeT2ripTFG9fYt1dZ2TUI3MjM24dLKSwiOlhAFw1zN9wZNy450kASTBImsuXMqsM1a/BpAHFcciSh4wRFCEvh/BNONtwREiki/UnwvTd6EYwIjyl8juIp4nlc3LmEPu3t3R2PjFTWJcKn9jrPrrH68LkqrgfTuSA4+tel+x3uhrNiycjV3yXBDHBmxR2Nr7ryJyKO/f46wL6S3Vz4EBX8dnrkFCUROkwGwYhL49a7ru8KtZCBhYH2kBo8dOScp/pHJw+j7+ozpuxUaFMfAbB3r58JbzrqPAdl4BDTopIkmAHALOLz+te8vwpM5j3xBtBfKpoK58b8k6d3+QSZjEQxIILp7EDn843oeHZRRCvkVIwzLpksoFCusbsXdeXAjaP4a5zLmbFLdxMGf1zqbkzwPBpHxxlaVRLMACamuaZigc500gBEZExTdevxhtWvEXQ7BtEkRDDMhs+UCFBlGAxmcGHi/zlG730k1dYmlNSvyVWxRgFtKQzuSNcfdcxdPGQDU0mCSXChN1eXn8UK1TGTJUERmdfMYjUM8kT6VmEgR7bwT9rxEkzo0/fR+dIzEP8Wti6ZXnTQoWXuhtcS1bO5pmIKs+JhZmKi20vdDRclKivb20mCSWAGfzrtmFEFBYVvM7BNAs0zvolhgbv9jrAdcgwsO+0OEUN3c9H1rlefvq9IF11rGNhtPhqI+LlfrUDwnVcREqb7UcJxZhogoY7QViMeHFgwb191xWdMNJbBl5S5G+sybYzp0kcSTAJIN9U4b1AYlyfQNOuaWHbY2chaYJ14EKBajNi97Y/VQ/v8l2BVIvVJ0fl/MWLBoMXf5e392vMGwWRjUYl3HVbX2Dv+RZwD2TDjxJNIUY8KFhRePRQSrEWCRxJMnAtHVPe5nD8DyLpXowSG+ksTIlh32Qs0ZmuEROzbHgnQRDQ7EX5B5KwWcVhEytlsLgz916XuxS8NdAzvuiYWTnK/FzmS+kA7yIL2kmDinKT1M6ZUWEhtCGdY1VcUM4OIvtKgPwRN/9GiWu5joCscvywZiwAzXVta33B1xiqYRYpJgolzsryuig8JFPvZkbCeVP20klH7vND9GiGsfUnVHhf+h3F2K6unEQEGLSh1N5ycxi5ztitJMHFM7eNVVbajS4NtFH0XEmTiRq1duzDcRaHPVVEDpjtBmZXbOg4Ycr4qM3/aTvrhY9xL1uf8YFM8QEkwcQDsnzHteFa0pyI2YfisFuXUojmLItcRoTtrpswiXb1Vkkwc4KezKnNHPpQ982W2gAGjLgkmDgi91RUPENHpEZqs6ywo2N3si4G3puJMYnKL1EBxqCCrpgkBq6qcGOsPRZpUyepuJMGYnL6XJk/O32eCYxkTdu7bhEArS8bsuUu8lp9NNRVTiMlDEE67smQWAvyYw914SmbplH3aSIIxOWfrTz9xrKXAshLclSVyc2H47GP3GhkvuXS3b5059YRQSHuCiaLGFjGppqwWBQGRK86ku5XINfzDcz7L+JMXLNiUplJCmwgCkmBMoibi93YSf8I9XoBEQKFgsbbDiNsGaPXpqngMoN+aVEVWSwABnXmFoijzwXwFgP55TvrIJBH2XMUfy+Z4Hk6gO9lkEwKSYEwuhTU1FbvkM33U/YIkHNlYw41l8zx/NikiYjW/y3kVg6+J4+/rQLscUu0J1AE1dETJnCVvN9dUPsrMpp6gCfSO3d2QNRlBM3FSJcGYnJWWmopddCaxgzEwY8ZaR71njPhLZ1JExGpeV/lCgjJ1oHJk+/AIEBAMWvnQEfc0vvXzjBOPzyNLA5syEyBdYa26pH7xPyW2iSEgCcYkbk2uykMU8KuiuliwOvTfJMOcXMjzVVeuAvFWJlWR1RJCgL+y1zXuKJq21FQ26OByM2IY+MExZq/tEr1jM9NHLteRBGNydtdXT93XQvrbxu4F8JS6PZUmm8as5nc5OxjIi1lRVhgYAsSXOOoabxUpaoDOj8yGOCXQU3Z3w4kD63xotpYEY3LefedN2Y6C6hesQ1ct1mOGzVnwismmUautP7Nif9VKS+VEJAPNGDKIfujMz58kbJWMo5JieUrcpZkpIsfRSl51xVB3XjSDVc86cl2bRGy1a8qIQiifgeh9e5P1RErS86W/2vk0ExKLvm1Sd1ntFwRCpF81om6xkdLV63I2AHCa/QgIeFdRrRcn64/LUJgXs9gOBSyijlG43o/HuNc0VmpG1C96JxmAiGRteW0d4v4lHudHDURqpqX4SAYe8cowQlLG2UhkCiip8+zefTnvq3b+B8AxpgUR2sH0WGdB/uWjVoe8yfpDE+cwsqZ6vPOTNQNLhaK+s6fe67hv0TnJku2bUV4HRXGZlcc6/0/Lw6VqgKpBdBaBh/L8faFrykWKhXcD801mMQRoY1ANTO6ZLWCTC8hpcfEVg5nIq1n148XrlPn+h1bNobxA455pnl1VRrctaIq7YZgGPPv0sf7W5s/MGH2J5gS02N2eEvG/V846rmREp+0NAsXM2ZMMXTNJhnjBg4Lp9vs8D3Xr1VQ99RyV+C4Gm3G5YJ1wU1ldb/slf820CdD1B5mwH2LIIWC9DvKQLXSD4+4l32QSPpmmiySYQZoR3wznG1BwoMnudQvUi4vdC28T9cXHwKwvBfiXILgmBWV7NWa8U1rv6Wf8JjzUFVZvMxXQi/EfR73n2L5YcC0srWun7dIWDE3MU/lY6MpoFnZOCph0tIGUd1gLvNoRCHy85UPPiaiGssRAQBLMICwRf43zdtZxvpmoeGKCdKaG0vqGzYZ4XpfzQgIMshlqRQfeKnN7Dgg37g0zyq9WFSVmLiNm/ra0vnG7oYbdYIxXEkyaUfe5yi8FKzeAzIXOZOJPS+saex2FfDXOl8CYnGbVM6M7xvq2oHbomPlLwkYU97rK3yMo+8RQtsWx6biZGYPKXS0kwaRxbrtiwGCeWZ8jBi93uBv36OuO4Kup9IHZnkbVM6YrIgQ1aH8sq1vyaDilxMucrb19dbQQGCIt7GqvddSuCxZszJiB5agikmDSNLFNMyrOVRW6q9uXKVq34txPzLc46hv/1Ldey5lVh2vW0PNAXE/bv4gh/glQ2qAo20DTBi0A+aYn5vdVlecVWwIP+Tvz/w7wDDPToev6nLK5iyO+5vmqK24iosuiGNG1/ui1bikJxgzaA6sjCWZg+MVs3UUIwblE2EHEI4lZGF8obLm0ZO4TjeHq+l0VdzPTOWbub/q1JzwPzpu5Lq953Ui2DLcE1AkBcDmRchwxbx9Tt+RWCKpacJ9h854yEix9c8Zkx3Cb/RXdREB1hfiJkrrGqmjq+GoqmsBUGq4Og1tXe22SYJI7n2GlSYJJEciGvwsFriNGJYOjBpMiGBYtG0H00Dpr+58m3PVMxOTNflfl2wzeNwG1P7B7rftHMgzz11R+yczjzculDmZ9vUIkDP9CDP6ZGMOZMcEM+RFIhxo62D5nydLuPr3Tyw8jVRH5iKI+N0d6Seqpu7+64mEm+oMkGPMzmoqakmCSiCrXTs73rhlWqUKdBcZuOjAsMsDCTosCDP5GD1EDOZS60r8v+i6WOj6XU0S6Hx6rXs/fmbnVQVuMIrc7YhKwlprKqRqzSKkS89hEQKem8//5Q/5/bTf/ZV+vD9tV+SSDT4iln9jMKeB77O7G83q3d4qn5gujtWfgy1K3Z0K0Oi0zqw7XtOBzQP/sDXIHE2t2kve7JJjkYQlvtVMchf7YM5A3idAxxoUKX7olAAANg0lEQVQDg6B0MrgFTJ+oBM/6gPfBvh9oLHV8NRVBMJkPFM4kDNNOcNQ1PB9DttLkqvhUAf0qlg4A1rVsVA8e98jClX3rbtqFmHIEZejLSt2LJ/aV4XM5OxDFu5yIvrbXNcTcbXmrK74monDP0fIOxsQkJ6OKJJhkoNhHBtfWWoCXDRJ4+WVg3ciRetWCBSHx/wcSoGrDOb8bZ9E6v2U2ZbHapRXjz456z41mhrkp04GJ4EoUZPClpW7P7X3lil1c8+pSb6xj4aZ2vi+xamxfD+VmV+WTevRdkLBqdsTC0uuq/AeBZ4cZe/uP8hXJzJIYcB1JMAOGMH0CjJg0ir4UbDYLAa8PQt1jpHvRGjNa/lzt3MtGEDFvYjtfRiAurqqy+UuDywHsEKtPBjc78gLjqM+dkxEaI6B+FenFzWg3Zu/hsYJA+VyVVQA/1vdOhwFfqdsT9gI4ls7y9/gQkAQTH16DWru5uvwsHcpcM5eohqKbAiyZVZpdU0a0wPJfHbx7rDYMuq3U3XBRvx0MoPiqna8Q4ZBYMojIX9Jk2YrC2KP4XBVrANoyvAzy28fsOSI2wfx2PHPn60TYoqccYlpnr28YFUs/+fvAEZAEM3AM0yZBeHND12ea7NBnDzi2o/nze13CxmrrdVU+TuCoT8BdMmiRw90wLZw8b7VTpMadFWtx6aAfS8fsuW04ovDVlNdBV1zhwyiYIxihm7+m8jVmPrinnuGso2PhIn9PDIFYayAxqbJV0hEw7jZ+dCwyG5yKGHfb6z2z4lWk2VX5Nx18Sax2RPS6va4h7C7FSLFL2pMxd1oRnA5F377pJx4Ji+VZcP/Mlwz4HW5PWaw7GCGn2VVxnw6q6UUwOh4ones5I9YY5e8DR0ASzMAxTIsErqoqbh4efJx1E9HvGGx3eyxE8Wc82HDOSQepodDrMQfFvNRR3xjWG9wgB9Uinogj27MY79T0J0ddw82R+vK7KjdwOI9xhs9Rb+4OpaWm/GyNlTk9+tAYdFGpu+HOmGOUFQaMgCSYAUOYHgFxEQzxT466xtGJaGY4Y0KJ+NF3y4wWCNsgGMXyfLQdDBF3lIz2l1Lty+JJOmzxu5yfM2BkAuhZiPGdvd6zrZnxeWsqpxLzwh51faoWPLTbgtiMDFkncQQkwSSOXVpbxkUwujLHMTexyHt+l1P4S/Uyfgs7UF3/u2Pu4ovD/dYyo+JcTaG7owHEzC+V1jf+OlodX43zP2Ac068O0beOugZT4RZEat5ASH+yO2UsEX1qr2sYcoG60rpYe3QmCWawkI+z35cmT87fZ4KJOxgGqwrvNqyu8dM4uzCq+6qdz4Lwm+htKaizdn5Z/eL7wtXzupzzCDgrogzmDg3WI4fXP/FGtH68Lud8gmG42HsHo9BS+30NpoJ1NdVUTFFY8XRHqWPGXaX1nvMTwUa2iR8BSTDxYzYoLRhQmmucDzDj1GgKiJCSdrfHloiS3ulTt4Gqv0hAVCtZJrR3gCeNDkNiQk+fy/kuAXtH1IGowVH3SwCtSPUiGcoRcLvd7QlnQNdPlCAYFbSIGRaRQjYY1CePuF/G0E1kfSTSRhJMIqgNUpsN1eVnWUiZGz3kA3/lcDfGNHILNwRhyGcl/TkGHFGHSPytoy58RDix09p7R4eIW1wQTobwi7Io2M/MDqvFVXm+xnxHn6fqgAJylbgbHjAzDcYORqcGEeCLQZ84vJaJMhOAGeSSU0cSTHJwTIsUw4EvFHwp6uXpALIQrp8xpUJVFI/w7o66SyLcYa/zhHVIFIHRm1uD68ORoJCqEE0bVtewyAxgG2umnRJi7V+9ov0Tey2KZXLxnIUiM2PM0nVEInHJa2Vgdjj3hphCZIWEEZAEkzB06W+4zjV1tAX6DxGjtRF0Vafrh9U3XJ2Idr6ZFX+GRn+N3pY7Nbb+OtL9yaYn6hfC717wpcNn3dXsDqLNVVnVyfxv6sF4IvmZ3e0xHa6iaweDx0Gk2wsKtqc7Hl2bCDayTWIISIJJDLdBa+WrdoYixfMVYRTaiPcJdzdiRmFfdeUiEEfNua0wPVhS39Dv4rVbfkt15TUa8V/C9MehIB8Yz/2H3zX19zpr/6LuJyBjK6NcY3cvihnYu7t/r6v8CAWKB4zX7PWemGEkzOAk65hHQBKMeawyoqa32tlKhMJwyhi+PXUNpixcw7X3VlcsJ6JdIg1UXCAHoGwTyXlSWBv71zgWg3F0TxnGBoRwn72uwaybg9F8o8t5YYhxW/eJjcCdihaaFI8Ny+ozpuxUYFWXBDo7pm3x4LOmjlUZMdE5ooQkmCybSH+1862u5GD9C4O9pe7GhHIltc48YWJIsz7DwMjIkND9DndDxOdnkUyuubX5HQZ6Gfkx82rH2L23ieWc2Ldff03lHGY+u/u/M/MLpfWNvcgr1vSxy1Xow7rrwzlmxmorfx84ApJgBo5hWiX4qitvYeKLw02cyLtsr/MkZETWXFMxRWcSoQ3C7o4AxEz1sSn+sAh52VM91oPaH8ruD58FIBp4gmDAXNN9YdwGbeQY9xIR0S+u0nzetJ1K7l4YNs1JXIJk5bgRkAQTN2SD28BwJFS1xnBOgARebnc37paIhk2uihsVUL8sBkKWET9X4TN6pmsN10dTzZRTFFYf6fUb4UVHneeoRHTyuSoXAmwknCOmpfZ6c8Z1ifQl26QGAUkwqcE1pVJ9LqeI3bt1304GYgbf5Kp4VAH9LpziDFpc6m6oiDUo7wznhaT8knGSmAKKxXLMsDkLTIXQ7CtfGOyBMREKQvZOx8h4Q0/E0lf+nnoEJMGkHuOk9+CtrniAiE5PJsF4Z1S8Qgod1lemuD8prW8ca2YQfpfzKgau7a7LjFdL6z39ZJqRJep4q53fEmFrnaiuLM4LYrN9yHqpRUASTGrxTYl0cRRRoT4ozN97djCQHYzX5VxJfcJcEiEETa2wz134tJmB+F3ltQylywZH+AwoXF5S17jETNu+dWprYblwdcUKHQjdOaZxt9paGDGNZckuBCTBZNd8dX27IjZMWeiDvnmMkk4wwLslbs/+ZgI7Cb16Eox40g5a+dAR9yTm9+OdXr43qzS9I6DfHSkPdRZO3ZBTWRJMlk553/sOMYyBEIyvpmINuHcMXJ2030fKAR0ONq/LeSFh8x1MW1ANHjZyzlPvZSnEUu0kICAJJgkgDoYI4TZghbYCoJLu/gdEMNVOL+gXJ0ci+qmk0LIr3bZAOC6aKsKXyUKqx3ikJvaGLDgu0R2MqQ5lpYxHQBJMxk9RZAU3JXqbPlCC4VpY/KsrNvQkKx1cV+Zu3GzkZgYmkS6XueNDIipixlodlqmxYr6YkSvrZC8CkmCyd+7QMv2E3TTV+mF37FtifGav90Q09Y80VEEwzaud63qGadBBh5a5G16LFx5fjfMlMCYD/JPG1mmSYOJFMLfqS4LJ8vn0VVfcBKLLxDCY6OtSEylV+w65L8GI16MSHmWPlss6Emwbzq6sVnV2E7A2xHIHk+XLa8DqS4IZMISDL8BXU9EEplKR1L3U3Vgcr0aCYHyrnU0EDNvU9gOH2xM5Il2UDozMjo7QRoa+0maxnV40Z4G85I13QnKoviSYHJjM9TXlV1qgXENMbSXuBrvZZ+WeQ/e7nKs3OynGkc86HHyGIaBCEwqVvItsc/69NAcglkNIEAFJMAkCl2nN/NWVb4L0kSVFtv3iefnpHofP5VyGTXF0lYC6c8n8xJ0DRdgG32rHPQVMN+fXN3yRaVhJfdKHgCSY9GGd0p42nPO7cdA6XMFQ8N9bznvqk3g787nKF4KVqUSkl9Q1WBNJ2tazTxEmIZE7nHj1lvUzGwFJMJk9P3FrJyz0EzsilV/NUC8GeL3D7TGVcyhu5WSDIYeAJJghN+XhB7z+3Ir9rUHlLjA0GRZBLopkISAJJllI5oCc5urys3SoOzvqGy7JgeHIIWQAApJgMmASpAoSgVxFQBJMrs6sHJdEIAMQkASTAZMgVZAI5CoCkmBydWbluCQCGYCAJJgMmASpgkQgVxGQBJOrMyvHJRHIAAQkwWTAJEgVJAK5ioAkmFydWTkuiUAGICAJJgMmQaogEchVBCTB5OrMynFJBDIAAUkwGTAJUgWJQK4iIAkmV2dWjksikAEISILJgEmQKkgEchUBSTC5OrNyXBKBDEBAEkwGTIJUQSKQqwhIgsnVmZXjkghkAAKSYDJgEqQKEoFcRUASTK7OrByXRCADEJAEkwGTIFWQCOQqApJgcnVm5bgkAhmAgCSYDJgEqYJEIFcRkASTqzMrxyURyAAEJMFkwCRIFSQCuYqAJJhcnVk5LolABiAgCSYDJkGqIBHIVQQkweTqzMpxSQQyAAFJMBkwCVIFiUCuIiAJJldnVo5LIpABCEiCyYBJkCpIBHIVAUkwuTqzclwSgQxAQBJMBkyCVEEikKsISILJ1ZmV45IIZAACkmAyYBKkChKBXEVAEkyuzqwcl0QgAxCQBJMBkyBVkAjkKgKSYHJ1ZuW4JAIZgIAkmAyYBKmCRCBXEZAEk6szK8clEcgABCTBZMAkSBUkArmKgCSYXJ1ZOS6JQAYgIAkmAyZBqiARyFUEJMHk6szKcUkEMgABSTAZMAlSBYlAriLw/yQkS8FADfW/AAAAAElFTkSuQmCC"/>
          <p:cNvSpPr>
            <a:spLocks noChangeAspect="1" noChangeArrowheads="1"/>
          </p:cNvSpPr>
          <p:nvPr/>
        </p:nvSpPr>
        <p:spPr bwMode="auto">
          <a:xfrm>
            <a:off x="307975" y="-166688"/>
            <a:ext cx="666750" cy="676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307975" y="938786"/>
            <a:ext cx="5509121" cy="4862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+mj-ea"/>
                <a:ea typeface="+mj-ea"/>
              </a:rPr>
              <a:t>Virtual Service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>
              <a:latin typeface="+mj-ea"/>
              <a:ea typeface="+mj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+mj-ea"/>
                <a:ea typeface="+mj-ea"/>
              </a:rPr>
              <a:t>스크립트를 실행할 </a:t>
            </a:r>
            <a:r>
              <a:rPr lang="en-US" altLang="ko-KR" sz="1600" dirty="0" err="1">
                <a:latin typeface="+mj-ea"/>
                <a:ea typeface="+mj-ea"/>
              </a:rPr>
              <a:t>api</a:t>
            </a:r>
            <a:r>
              <a:rPr lang="en-US" altLang="ko-KR" sz="1600" dirty="0">
                <a:latin typeface="+mj-ea"/>
                <a:ea typeface="+mj-ea"/>
              </a:rPr>
              <a:t> </a:t>
            </a:r>
            <a:r>
              <a:rPr lang="ko-KR" altLang="en-US" sz="1600" dirty="0">
                <a:latin typeface="+mj-ea"/>
                <a:ea typeface="+mj-ea"/>
              </a:rPr>
              <a:t>버전은 </a:t>
            </a:r>
            <a:r>
              <a:rPr lang="en-US" altLang="ko-KR" sz="1600" dirty="0">
                <a:latin typeface="+mj-ea"/>
                <a:ea typeface="+mj-ea"/>
              </a:rPr>
              <a:t>networking.istio.io/v1alpha3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600" dirty="0">
              <a:latin typeface="+mj-ea"/>
              <a:ea typeface="+mj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+mj-ea"/>
                <a:ea typeface="+mj-ea"/>
              </a:rPr>
              <a:t>리소스의 종류는 </a:t>
            </a:r>
            <a:r>
              <a:rPr lang="en-US" altLang="ko-KR" sz="1600" dirty="0" err="1">
                <a:latin typeface="+mj-ea"/>
                <a:ea typeface="+mj-ea"/>
              </a:rPr>
              <a:t>VirtualService</a:t>
            </a:r>
            <a:endParaRPr lang="en-US" altLang="ko-KR" sz="1600" dirty="0">
              <a:latin typeface="+mj-ea"/>
              <a:ea typeface="+mj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600" dirty="0">
              <a:latin typeface="+mj-ea"/>
              <a:ea typeface="+mj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+mj-ea"/>
                <a:ea typeface="+mj-ea"/>
              </a:rPr>
              <a:t>서비스의 이름은 </a:t>
            </a:r>
            <a:r>
              <a:rPr lang="en-US" altLang="ko-KR" sz="1600" dirty="0">
                <a:latin typeface="+mj-ea"/>
                <a:ea typeface="+mj-ea"/>
              </a:rPr>
              <a:t>payment-route</a:t>
            </a:r>
            <a:r>
              <a:rPr lang="ko-KR" altLang="en-US" sz="1600" dirty="0">
                <a:latin typeface="+mj-ea"/>
                <a:ea typeface="+mj-ea"/>
              </a:rPr>
              <a:t>로 지정</a:t>
            </a:r>
            <a:endParaRPr lang="en-US" altLang="ko-KR" sz="1600" dirty="0">
              <a:latin typeface="+mj-ea"/>
              <a:ea typeface="+mj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600" dirty="0">
              <a:latin typeface="+mj-ea"/>
              <a:ea typeface="+mj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600" dirty="0" err="1">
                <a:latin typeface="+mj-ea"/>
                <a:ea typeface="+mj-ea"/>
              </a:rPr>
              <a:t>Payment.prod.svc.cluster.local</a:t>
            </a:r>
            <a:r>
              <a:rPr lang="ko-KR" altLang="en-US" sz="1600" dirty="0">
                <a:latin typeface="+mj-ea"/>
                <a:ea typeface="+mj-ea"/>
              </a:rPr>
              <a:t>이 호출되었을 때</a:t>
            </a:r>
            <a:endParaRPr lang="en-US" altLang="ko-KR" sz="1600" dirty="0">
              <a:latin typeface="+mj-ea"/>
              <a:ea typeface="+mj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600" dirty="0">
              <a:latin typeface="+mj-ea"/>
              <a:ea typeface="+mj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+mj-ea"/>
                <a:ea typeface="+mj-ea"/>
              </a:rPr>
              <a:t>URI</a:t>
            </a:r>
            <a:r>
              <a:rPr lang="ko-KR" altLang="en-US" sz="1600" dirty="0">
                <a:latin typeface="+mj-ea"/>
                <a:ea typeface="+mj-ea"/>
              </a:rPr>
              <a:t>가 </a:t>
            </a:r>
            <a:r>
              <a:rPr lang="en-US" altLang="ko-KR" sz="1600" dirty="0">
                <a:latin typeface="+mj-ea"/>
                <a:ea typeface="+mj-ea"/>
              </a:rPr>
              <a:t>/payment</a:t>
            </a:r>
            <a:r>
              <a:rPr lang="ko-KR" altLang="en-US" sz="1600" dirty="0">
                <a:latin typeface="+mj-ea"/>
                <a:ea typeface="+mj-ea"/>
              </a:rPr>
              <a:t>면 </a:t>
            </a:r>
            <a:r>
              <a:rPr lang="en-US" altLang="ko-KR" sz="1600" dirty="0">
                <a:latin typeface="+mj-ea"/>
                <a:ea typeface="+mj-ea"/>
              </a:rPr>
              <a:t>/</a:t>
            </a:r>
            <a:r>
              <a:rPr lang="en-US" altLang="ko-KR" sz="1600" dirty="0" err="1">
                <a:latin typeface="+mj-ea"/>
                <a:ea typeface="+mj-ea"/>
              </a:rPr>
              <a:t>newpayment</a:t>
            </a:r>
            <a:r>
              <a:rPr lang="ko-KR" altLang="en-US" sz="1600" dirty="0">
                <a:latin typeface="+mj-ea"/>
                <a:ea typeface="+mj-ea"/>
              </a:rPr>
              <a:t>로 바꾼 후</a:t>
            </a:r>
            <a:endParaRPr lang="en-US" altLang="ko-KR" sz="1600" dirty="0">
              <a:latin typeface="+mj-ea"/>
              <a:ea typeface="+mj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600" dirty="0">
              <a:latin typeface="+mj-ea"/>
              <a:ea typeface="+mj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600" dirty="0" err="1">
                <a:latin typeface="+mj-ea"/>
                <a:ea typeface="+mj-ea"/>
              </a:rPr>
              <a:t>payment.prod.svc.cluster.local</a:t>
            </a:r>
            <a:r>
              <a:rPr lang="en-US" altLang="ko-KR" sz="1600" dirty="0">
                <a:latin typeface="+mj-ea"/>
                <a:ea typeface="+mj-ea"/>
              </a:rPr>
              <a:t> </a:t>
            </a:r>
            <a:r>
              <a:rPr lang="ko-KR" altLang="en-US" sz="1600" dirty="0">
                <a:latin typeface="+mj-ea"/>
                <a:ea typeface="+mj-ea"/>
              </a:rPr>
              <a:t>서비스를 호출</a:t>
            </a:r>
            <a:endParaRPr lang="en-US" altLang="ko-KR" sz="1600" dirty="0">
              <a:latin typeface="+mj-ea"/>
              <a:ea typeface="+mj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600" dirty="0">
              <a:latin typeface="+mj-ea"/>
              <a:ea typeface="+mj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+mj-ea"/>
                <a:ea typeface="+mj-ea"/>
              </a:rPr>
              <a:t>pod</a:t>
            </a:r>
            <a:r>
              <a:rPr lang="ko-KR" altLang="en-US" sz="1600" dirty="0">
                <a:latin typeface="+mj-ea"/>
                <a:ea typeface="+mj-ea"/>
              </a:rPr>
              <a:t>중 </a:t>
            </a:r>
            <a:r>
              <a:rPr lang="en-US" altLang="ko-KR" sz="1600" dirty="0">
                <a:latin typeface="+mj-ea"/>
                <a:ea typeface="+mj-ea"/>
              </a:rPr>
              <a:t>v2 subset</a:t>
            </a:r>
            <a:r>
              <a:rPr lang="ko-KR" altLang="en-US" sz="1600" dirty="0">
                <a:latin typeface="+mj-ea"/>
                <a:ea typeface="+mj-ea"/>
              </a:rPr>
              <a:t>으로 라우팅 한다</a:t>
            </a:r>
            <a:r>
              <a:rPr lang="en-US" altLang="ko-KR" sz="1600" dirty="0">
                <a:latin typeface="+mj-ea"/>
                <a:ea typeface="+mj-ea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600" dirty="0">
              <a:latin typeface="+mj-ea"/>
              <a:ea typeface="+mj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+mj-ea"/>
                <a:ea typeface="+mj-ea"/>
              </a:rPr>
              <a:t>위에 매칭이 안되면 </a:t>
            </a:r>
            <a:r>
              <a:rPr lang="en-US" altLang="ko-KR" sz="1600" dirty="0">
                <a:latin typeface="+mj-ea"/>
                <a:ea typeface="+mj-ea"/>
              </a:rPr>
              <a:t>v1 subset</a:t>
            </a:r>
            <a:r>
              <a:rPr lang="ko-KR" altLang="en-US" sz="1600" dirty="0">
                <a:latin typeface="+mj-ea"/>
                <a:ea typeface="+mj-ea"/>
              </a:rPr>
              <a:t>으로 라우팅</a:t>
            </a:r>
            <a:endParaRPr lang="en-US" altLang="ko-KR" dirty="0">
              <a:latin typeface="+mj-ea"/>
              <a:ea typeface="+mj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dirty="0">
              <a:latin typeface="+mj-ea"/>
              <a:ea typeface="+mj-ea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5128" y="1275852"/>
            <a:ext cx="3503036" cy="4505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37453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1BEF1B6D-EDD0-46B0-8C4B-4503BA8E5168}"/>
              </a:ext>
            </a:extLst>
          </p:cNvPr>
          <p:cNvSpPr txBox="1">
            <a:spLocks/>
          </p:cNvSpPr>
          <p:nvPr/>
        </p:nvSpPr>
        <p:spPr>
          <a:xfrm>
            <a:off x="294114" y="264068"/>
            <a:ext cx="7444968" cy="42862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400" b="1" kern="1200" baseline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</a:lstStyle>
          <a:p>
            <a:r>
              <a:rPr lang="en-US" altLang="ko-KR" sz="2000" dirty="0">
                <a:solidFill>
                  <a:prstClr val="black"/>
                </a:solidFill>
                <a:latin typeface="+mj-lt"/>
                <a:ea typeface="+mn-ea"/>
                <a:cs typeface="Arial" charset="0"/>
              </a:rPr>
              <a:t>8. </a:t>
            </a:r>
            <a:r>
              <a:rPr lang="en-US" altLang="ko-KR" sz="2000" dirty="0">
                <a:solidFill>
                  <a:prstClr val="black"/>
                </a:solidFill>
                <a:cs typeface="Arial" charset="0"/>
              </a:rPr>
              <a:t>ISTIO Traffic Management</a:t>
            </a:r>
            <a:endParaRPr lang="ko-KR" altLang="en-US" sz="2200" dirty="0"/>
          </a:p>
        </p:txBody>
      </p:sp>
      <p:sp>
        <p:nvSpPr>
          <p:cNvPr id="9" name="AutoShape 2" descr="data:image/png;base64,iVBORw0KGgoAAAANSUhEUgAAARgAAAEcCAYAAAAcH6uaAAAAAXNSR0IArs4c6QAAAp50RVh0bXhmaWxlACUzQ214R3JhcGhNb2RlbCUzRSUzQ3Jvb3QlM0UlM0NteENlbGwlMjBpZCUzRCUyMjAlMjIlMkYlM0UlM0NteENlbGwlMjBpZCUzRCUyMjElMjIlMjBwYXJlbnQlM0QlMjIwJTIyJTJGJTNFJTNDbXhDZWxsJTIwaWQlM0QlMjIyJTIyJTIwdmFsdWUlM0QlMjIlMjIlMjBzdHlsZSUzRCUyMnZlcnRpY2FsTGFiZWxQb3NpdGlvbiUzRGJvdHRvbSUzQnNrZXRjaCUzRDAlM0JodG1sJTNEMSUzQmZpbGxDb2xvciUzRCUyM0YwNjY1MCUzQnN0cm9rZUNvbG9yJTNEJTIzZmZmZmZmJTNCdmVydGljYWxBbGlnbiUzRHRvcCUzQmFsaWduJTNEY2VudGVyJTNCcG9pbnRzJTNEJTVCJTVEJTNCcG9pbnRlckV2ZW50cyUzRDElM0JzaGFwZSUzRG14Z3JhcGguY2lzY29fc2FmZS5jb21wb3NpdGVJY29uJTNCYmdJY29uJTNEdGhyZWF0MSUzQnJlc0ljb24lM0RteGdyYXBoLmNpc2NvX3NhZmUudGhyZWF0LnRocmVhdF9hNiUzQiUyMiUyMHZlcnRleCUzRCUyMjElMjIlMjBwYXJlbnQlM0QlMjIxJTIyJTNFJTNDbXhHZW9tZXRyeSUyMHglM0QlMjItMjAwMCUyMiUyMHklM0QlMjI5NjAlMjIlMjB3aWR0aCUzRCUyMjQ5JTIyJTIwaGVpZ2h0JTNEJTIyNTAlMjIlMjBhcyUzRCUyMmdlb21ldHJ5JTIyJTJGJTNFJTNDJTJGbXhDZWxsJTNFJTNDJTJGcm9vdCUzRSUzQyUyRm14R3JhcGhNb2RlbCUzRV5Rg9QAACAASURBVHhe7V0HeFvV2X6/eyV5xpKdAUkIK4SyV8JeoYyyYssJpqUFCiSWCRAg/IxSoJhRRqFlEywnJYwCJSSWE1YZBcoKK8xAIOxAQkhiSXa8JN37/c+5joOHxpUsyZJ8zvPw0KJzvvOd95z7+oxvEGSRCEgEJAIpQoBSJFeKlQhIBCQCkAQjF4F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0BWI+CvmTbBXrdwZVYPIoeVlwSTw5M7FIbmrXYucRQWzKA7Hl07FMabbWOUBJNtMyb17YWA1+X8UgW/MMzdeA4BuoQnsxCQBJNZ8yG1iQMBBhS/q/J7AHbW9fNL5zbeH0dzWTUNCEiCSQPIsovUIMC1tRbv6g++V4DRAFY53J6tU9OTlJooApJgEkVOtht0BPoQDBNwtd3tuW7QFZMKbEZAEkwGLwaeXVW2trltTLFitbAeDMFi0UPFamsglNfR5l/TuW3ryDZasCCQwUNIqWp9CAYErLa7PWNT2qkUHhcCkmDigis9ldk1ZYSflcdBdETYHhkaEdoAtDDjEyLlgRL3oscy+ZKzqaZiSlld45JkIhiGYKCDLih1N9yZzH6krMQRkASTOHYpb+mrdl7OoNkgHhltohgQf70Z4BaF8Jwe0u5zzHvyxZQrGKMDrqoqbi4NPaYz78bES8vcjb9Lpk59CaZLNv3ocDdslcx+pKzEEZAEkzh2aWkpjkn+1sBFAF0KwGqmUyKEWMeHrGgPlNYtuctMm2TW4dqq4ubV2sU69IsIGEZApwqUF7s9zyW1H0DxVVesIqIxm+Uy0BbUdh4zf8mKZPYlZSWGgCSYxHBLe6ufZ5x4vFWx1BEQz19ncfG50gblmgL3okfSobR3evneiqo8qQNjeiyu7x1uzzap6N/nqvQBbO8pm5kfLK1v/GMq+pMy40NAEkx8eA1qba6dnO9f43gSjCPjUUTsaHQdzzrcngqi1Bmjbag+6SALaS8yOL+Hfkyk/MVet+j6eHQ2W9frcoYIUHsRDNDiCDi2pvnzfWblyHqpQUASTGpwTalU34zyW6GQODbFNX/ilaXE7RmXistg/4xpx7OiLwFY6Tl4AnW0IjRujHvJ+mSDIi7Dfayu64cCA2TRDrTPWbI02X1KefEhENcCjU+0rJ1KBHznnngkBy3PEdDrg47VJzO3QlFOL61rWBSrrtnffTWVR4PxFMD974gIbzrqPAeZlRVPveYZJ1WwGvKwuOXuW5huddQ3XBKPPFk3+QhIgkk+pmmT6KuuuAlElyXQYTtZ9Kn2exc/m0DbXk2WV1UVj3EE1xKhMKws4kscdY23DrSfcO391c6nmHB8WNnMSx31jQemol8p0zwCkmDMY5VxNZmhNJ9d/ijrysninTqeQqCm5iLLhHG3LWiKp13fur5q5/MgHBVOBgP+IGPyqHrPBwPpI6xsl6vQj59/AjAsPLHRD/k6jsyvb/gi2X1LeeYRiHNZmhcsa6YPAb+rci2DR8Xbo868uqy+MWHLV5+rsopZ/zdR+LsgJvqktK5h93j1MlO/ZfoJu2mq9eModYMBTS8fNW/guzQz+sg64RGQBJMDK8M/c8oBrFle73vBamZoBHrK7m440UzdnnW4qsrmLw2KQE8RHQwZ8JS6PZXxyjZT31ddeQuIL45al/FnR73nRjPyZJ3UICAJJjW4pl2qv6ZyDjOfnUDHDGvoaMc98Vn++qZPnQFVrx+MD3yda+poK+kfgTEiWv8EvdbuXnxNApjIJklCQBJMkoAcbDHrZ5841tpq+ZiB0nh10RmflY717UO1L3eYbet3OZcysH+0+opCrpL7GqKTkNkOe9Tzzaj4MxT6a6ymBNxtd3tmxaonf08dApJgUodtTMnGC0yJNrx03qLvYlY2UcHvct7GwIUmqvarwrpycencRX8307bJVXmISvrzzNTToK5XU7GwdOKzSuuSGwRqVVVVWbEjuIwIMS2DFeInSuoaq8yMSdZJDQKSYFKDa0yprTOrJgb14F0WRm2yfHS806duQ4r+AQiOmAr0qUDM35T4bDuZCf9g5v5D2KZYFJo2LIn2NkJls7sXY3iMFxz1nqPjxSKe+sLYj1JgRBiPDplcVxLMIM2O/2zn06zjaCsrBxXVL3onWWp4q8s9REpFAvJ0C6mnFtctfDRWW2+181UiHBKjXiAU5MNG3N/4Vix5Zn8XrhLe1Y6vN0Wwi92M8Zyj3vOb2BUTr7HR5bywCMq/yb1oTeJScrelJJhBmNuWmVWHa6Gg8Cy2tfisw8ctGJgtSs8h+Fy/HQ90fpnIsBhYUur2lMdq66upWAOmLaPVI6A1xJZjhtc/8UYseWZ/97oq/wHos8mk0Q+DFpS6G042Kz+Rel6Xcz4zWsrq5V1POPwkwSSyqgbYxldT+QqYDwOYHe7GuEz9Y3Vt3FGUBlcRIljWRhVATXZ3g4g9EzE6f+v08r2DqvIqgKKoohiBkI0PG3FPcnYwIv8RWF/BfXydoumggG4pcTeIMBcpKz5XxRqAfmrxWo9M5h+KlCmcZsGSYNIM+PrTTxxrybd8BSBPEIw34C/bbv7LSfP6FUGY/D++/yqIDoh3aATSFMLJ0e5NmlwVNRbQnTpgi7GDYY24IhlR7N51TSwcz1t/S8Qj4xlTiPSrRtQtTokXt9CDzzjD4bf5NwD6RpBykqOu4fl49BsKdSXBpHmW/dUVDzPRH7q6ZdahHFbmbngtmWr4XeVXM5TaRGQy8xOl9ZFfXsy+VCXzFak3ZuZGxWAEdZw1KoWpTLwznPNJwR9BCCGkzHTMWzTXnHZDp5YkmDTPta+moglMhq0KgXRd044onbf4f8lUY/25FftbgpRYqAKmHxz1DeMi6eOd4XyBFHPxaJJhByPcEQB+PG58GOutun5M0bzF78fd1kSD2lpYLlzt9AMoZEBnnc8vm9t4j4mmQ6qKJJg0TjdfcMoWvvb2n34BnZksfHwyvJr7DEPxVTs1k3ehfZqS7nA39Arg1LNCVA/mvpJIuWoggaa6wkDwM+gTUMrMlDHwhQPK5FS97mw4u7Ja1dndrYuu83mSYPrPjCQYM6s1SXXChVdIRXhHkfGw2eXsYJMxfHsNj4GOjrYttnzouZ97/nfxRLzuR8dONsITAMabgYRBi0vdDYk8maPlnKknaSFdPJlbzPTVt44CWlCSohcknjw53z+hdCWIN4cvlQQTfpYkwSSyehNoIy5ffas/+JSACb0+XOAHEa82mVHmNhHMBkb8BneGbsQrSEeeTlDBSgGI88mInsd5RLCGDfAUBhMCAgT6l0b6q2D+ttS9+CUz0HlrKs5UQG7mxMjFGIKC0+33eR4y01+8dXyuiusBuqJnO0kwkmDiXUdJrc+zjivxBfJ+JEZxL8HEIXuTrciMBa1ZhbgWFv+Pzh9A2MJsmxTXCzK4XcSgYcZqRcE7pFleYpU//U+T8t3Jm5LHCYz8nfl/J/B0EfUyUZ3E3RbDtqPD/W/xWpfU0mVn1LEMoBJJMLGhTXgSY4uWNXoi8NNpx4zKLyhcHe4+IZ/pV8kMjGTsYKqdqzlzCCbsYhCEozN/quuhB1TYQKpew8Ckga4cBi//4Av/pCNeNu+8abbPZlfl4zq4n3+T3MHIHYzZNZSSelEDJDFesdd7fp3MY1KTq2KNgujWtikZaEYI1S9zuBf/Ldmq+F2V1+vQr+hrSSxCArO85I3wRyTZsyDlhUVA5AsiVVkW7kdiCpQUB7en2578caDwrZt5wkQbW6/TdT62695kaBVxPPqP11LQfexK1uibayqm6EyNXUk0+5WAxvrM4fWL/5ms/nJFzpBbgIM1ca2zyvcOdoYnGKETMf/LXt94aiL6iSPRxpppLo21Cwk0IR5z+kT6y+Q2RPjUXufZNZk6Gl7qqi7Cc4aN/0vAWgqok0vmL5TZJPsALwkmmSsxiqyWmopddKbl4TJsiGY6c0eezgfFYxgmUrS2rdWPCmnabQzaOpGQmWkafnq6YbDGoZOHz31SPKUnpQgfKIb2IhgRjQ/FnU+pu3G3pHSYY0IkwaRpQjec87txaqhDBJaKjDnjP456z7GxVBJWpBesmnYiVO1vxNhBmATHajM0fuevHO7GHZI11o0zp+0RDIU8RLRdVJkm5y1ZemWTHLkw0zRbXU+weSJmSPj8QZv0iBXmsXX61BMCin47EZL2IaUJgtR2Q9AVXa8uSdI9SJehnzYfoOhe48ZfDOUau3tRQr5fqQVl8KVLgknTHBhezqs/+ATAr6J1KY5QShgjMRE5zc/qo6TgKLOGbmkaWkZ0I+5eVvKqfSe532sbqEIi7gyBZ5uRI17+dFWdVjpnocdM/aFWRxJMGmfcW+18UCGcFukeplsVQSC6Sq7hmwJmN9c4b9AYFyQW4yWNAxzUrigILXiOY96TCXs0r6+euq8K/XYCDjJ76BS5pUpJnZQqn6dBhTQJnUuCSQKIZkV4p5cfpqjKK7EIpkse6QR+h4HRBIwbiGWrWf1yoF6AGC+ErPlnD7/3sVVmx7MpSNctBDotbH7tKIIG8vpnVr9sricJJs2z53M5A0jECTHNemZ1d4T1FsYfYgVT59lVZd7WQJVCyp/AvG1CY9ZCRznmxZdTKqF+srSRJJg0T1yziOEK+qMIiCRLChEQABPPdLgb6/r2sto1ZUQ+lP9TgHP6+hTFo5GRiaG+cYdkWmDH03821JUEk+ZZWnvBKVvktbeL7bs1zV0Pze4Y79lJmQL3orXtrsppnaRfoLByAIMjxrwxC5QCOqPE3fCA2fpDsZ4kmEGYdW91xQNEdPogdD1Uu+w04sowVLOXt7GAEo6adnfD8Fj1hvrvkmAGYQWIXYytrW0ZEY0ZhO5llwNFgKCrujJrWP2iewcqKtfbS4IZpBn2VTsvB9H1Q968f5DwT7Rbw2iasdRe33BgojKGUjtJMIM02yK/M7H+YEwz9EHST3YbHgECvCXQdpTpYs2tEEkwMXASnsq+6VPH2YDdWNWDsZ4+zcAuZPpdlXMB/QwMwZAKZjDKzDoUtKjKpOI5Cz/KTP0yTytJMH3mZNXsqrKi1sAlKmgqE7YnQGFmAndBJf6XSMWoAx0K4xMQnizxWm82G/KyKzbvsncJyp6ZtxykRtEQsFksBxfem7xUuEMBbUkwm2bZP2Pa8aSEbtSJdjFeG8zEhBWmLCQM+ykA0Aqm0LzSuiV3RVs4flfl2wzedygsrlwZo7h10UG3l7obLsqVMaVrHEOeYDaFUbgTjONB0dOhxpwUNvY5K8DqxSXK8JfJ7e7leOevmXolWL9OmtjFRDJjKhBEgkhcWur23J4xSmWRIkOaYIRzm0XRnwZjRFLnTBAN0ZetgVD56PlLvvhy1nHFozvzzgox/pH62C0EKijoOs51dghf36QOLR3CyGIB8gqAYAAcECYsg1MY3GoFTU3GvdvgjGDwex2yBCN2E8z61Ykm9jI1dQxxe3M/KbqXdHV2qkNZqqPHwXrIUbDuPtFQT/vuKwSXvYngJ8uMjzXjCxFsh/0Glp33hLrlWOjNPoRWfIzQsjeg/TTgcMWmh298FAotLdFHHtl3F2paiKxoIDAkCcbrci5WgBM3eyizcXmbGjCMe5rUrjbxFz//5OmwHXQkYO3vgaD7vWi94xroP4qAeplZ1O13RMHva6CO276fghwKob3uZgQ/ejflyuvAGmhKddm8RU+lvLMh0EGKl37mIeitrryGwCdsCuD8jaaHniCydOSx4hU3MAHQ5i9UoWCHppGVmMaD9clEJIyrRmba07LtiBOQf9IfQZbI7k3aF8vReue14AzcydCIUSia8X9Qt9sx8oIJBbHxhkugpZgkdfDnpWP23o1qa0OZt3qzT6MhRzAtM6sOJy2Y12nJ/yyemCFiate5po7Op1CFzspVAMZkymVt8VW3Qd0qRrSBUBCtt9citPLTjFuleUeVI7/qzJh6dT69AB2Nj8SsN7AKzLqmTpE7mIGh2N16yBFMcmAD/DXOh3TGKQTjSXvQChUUYtiN9RD/jlqY0fH4P9H53ycHTddIHRe6LoF14kEx9Qq++zra6m+NWW/AFRjrNWv+PvH+ARpwvzkoQBLMACbVP3PKAawpLwOUNwAxA2pKefko/ut9UIbZY8rpeGI+Op8XucMyqxRddB0sv4qd9SOw9GW0339HWpQnoteDhcHfjuhKhqewy5WPOneHuE+T8V/MT4EkGPNYha25sdq5V5Dw/mACWTT7Wlh22j3mDmZj7fnQfvphgCNOfvO831Qif2rs6BXt/7oPgf/9J/kKhJEojOsY+JpZ/4QUZRR0TADBz4wfFPAPUJQW0SykBV9UlaL3He5/f5UWxbKsk8H8LrIMqsjqeqsrFxFx5WANSFyOFlZfDGX4yKgqhD56B20P3A3e2DxYqvbrV3GUoeiym6GURTdF0r77Eq23XJEhl9TcZVIpCrFIWyLeITUGtxPTh4qiLCiuW3SP3Omk/AE1Y9ZxShURzovNLqeXgZKUdhRFuGWHnWH7zVRYd90bUCNfCwXf+C/an5gPbjX+AA9qEce6oouuhTJm64h6iCd2beWnaH+sHtziH1R9zXQuwjmIpBAAt4LwtqpYrxs2Z8ErZtrmYh25g0nSrHpdlfUEnp56q5fIClN+IdRf7QZ17NbgQAB5hx8LZdTofg0Cr72AjoUPgNs2Jmn08YuhEgeKzr0C6rb988cF3n0dvPZH8MYWaD98i9DK5V0HluwsRqaDYGfINeJB4z5nSBVJMEma7g1nV1arzHeA0WWnnwFFvCwVzboK6vid+pPMW6+g46F7B+XIoZQ4UDjzT1C375+DLiguch+6B8K4LpcKgToooOxdMn/hilwaV6yxSIKJhZDJ3/2uyie5y4AvowrlF6Dw7MsM8/u+JfTh22i97+a0+ispxSUonH1NWLudwGvPo/3hOdm8W4kx96QT8Q32Oo+woxoSJasJRsRu2aq1tGOw/UXWn37iWGuB5VtmWDJx1YijU6HrYljE/UyfEvrsQ+N+Q4/L16fvsjF3fKGiYSi+5K9QRo/rp0fni0vQ2fDwoOyo0jlnRAhpuj6rrH7xfensd7D6ymqC8bkqrmfGuNL6xj8OFoCiX5/L2QCGM9U+RwMaY34Bis67EpYJu/QTI+45xM5B++aL3r+pKtRtJ8Aybjso2+wAKiruMugj6gqD012YobduhP7zGmjffwV93U/QVq8CQsHNVcSFbuHsa437ob4l8MISdCx5FNzRPqAhDn5j6gA4SMAGJu7QdTJAElfuTGwjUop01tZayDJvWN2iqHGDBn8sydEg2wnmUQIdWeL2bDlYT4LfnDHZUWpzrEupV3Zy5hrCKK/wgqthCXMnI0im86nHoX37JWiYHdbd9oa6wy7GC494So6n6OvXIvTlZwh9/B70H78FCopQ8HtXWEfGwMvPoGPRg12hJbKsiNciBfCzjhW6Qq9B549Um77efu/iZ7NsKClTN6sJxu9yLmXG/jrjtLK5nodThlIUwSKhPRFOG4y+E+nTIJnz/wLxrN2viJ2I3xs3oUTVQ+x0dA1Q+58ejSfzh+eAtey60CWQrrP+MCnKw466hucTmYeh0iarCcZX7fwchB0HKwnWylnHlYzozPuJkDkvR6YWbl6+8URsxjzflLwEKgVef9F4Lcq252cGfCEou4x0L1qTwLCHXJOsJhi/y/kOA5PErGmEO4bXeS5M5ww21ThvUBiXp7PPZPVFZSNQePp5YV+XktVHJDniGNZ2383QvetT3VXy5YtLWi10yvC5Tz6RfOG5JzG7Caba+RQTjhfTQoAW0kO/S9fEs2vKCD/U9wBENkPN4PVi2f5XyD/FBXXr/gGeUq62phk+RR1P/juj3BZMj5voUUddw+9N1x/CFbObYFwVdzPo3O75I9DP7VrgyC3nPfVJqufUf075sRxSnkl1P6mQr249HgUnnwU1zItSKvoLK5MZoa9WoH3eP6A3Zd1OZoPD7UluHOe0AZ/ejrKaYDZMP3GGqlrqe0FGWMUh5dDSeYtSGh8yWxPYi8BUBWdeEDtAVZrWob5hHTbeegW4STzEZU1hnZXzymRu6pgTltUE01FduWMHsciy1ysei9jJ/JzXMWHCXc+kxG3Yf7bzNNZx/yYTh5ggZ0oFZeSWKLrgaoh/Z1LRfU1ovfUKw34mWwoBb9ndngP66ltbC8vhL0+2TJ7cfyQLlo/UP911gX51LfTBMqtIN75ZTTAvTZ6cv8+Ojle7L3p7gicsJsG42+72zE4GqN7p5YcpVuVPuo7JJPyNsgw5stpQfNU/oGwxNhlwJF2G9tUKIzB5FtnDaKRqh+iaZT8CHwHmnUDKKDDbjfgNYYybxZIRmUEhwjoQNWma/prFynfa5yxZmnRAM0Rgln0m/VFrqik/W2FlTkQ8GesJeKykuOQmuu1B096s66ord7SSfgQznagQDmSGsDYT3vhZWay7TUThrCszV/f2VrTe9zeEVmRP2mci6MwiIgwL2+b4sTUyTpAu8i8R83KLqj5RVKDeT7ctaIpfWGa2SACVzBoIV1UV+0uDqzdlCQivnJhIBe3EWMXE70PHtyqUzqDCm8PwM+sBYioj0HYKMJ6JxgBcnG3HoEizQ8LJ8PTzQKPHQi0dGTa9yWDMrIjxIi55A2+9gsCrzwGDmGhtMMbfs08RxgqAn4jvCUK9JxdsbbKeYMQEbahxXmdhXGnO5W6wl9Hg9U+KApSNgHXH3WHZY5IRLkH4Fonjk/AvSksRZ4fODmi+DdBWfIzgO68abgWy9EBAHKJA68B8Q+nc7E5Zm6ZVldrlIy7WLljt/IaArVLbU3ZJF97TyvBRCH74DtgfZtetWiDsYSx77QfLr3Y3Ln+FK4FRkkU43ZcR4ln6848R/Pg9hD79ALqIDRwhiFS+81TDCC/4+ovgHg6T2YV+crQlpqUlHcUV9NBDPydHYnql5ATBCMjWnn7sHnn5+cty5Ugz0GUgIsYV/+X2rmwDoSBEOITAGy91fdiRii0PqnBuLBsBdZsdjEBVIs6vIUPsckwUcUkr8klrn39sRKPj9T8j9ON30Nesiu4WoFqQd+gxsB56NNSx24DbWtF629XQVn1totdcr0IbdZ1nDpa/3UDQzRmCESD4XOWXgpWbsvcq9pepJHtpV57m8TuBVAtCq79DcOkr/UMqRJj9glNnwnboMb1+FR+/9uVnCLzzGkQA8IhxeUVMX3FtKTJFWqwgq9XwsI4awpl1cDDY9Qokdh0d7WBN63J0jFDEbkkc06x77w/LbhOhlPVOminuZdr/eXv09U1kZIS07rW/8W+y2RD471PGnU4uFQJpOvMjpfWe2OkXMmjgOUUwm0kGyl+zIXxC5HVARoAo694HAOLeZFMRyeD1dWsQ+uhd46ihr/4+7K5AxG0pubEe6D7u9OlIpI/lpvXQ1qxCaPn70NeuNo4kvH4tWNdTtjzFXQ8NHwl1y62MWLzqDjtDHbONEWcmXNF9G9A25yYjhETfIo5zwlnTsuf+sGy/I8Ql9uaiaWi96zqIYFrZVHp+jH3vE40Tq7gEZrxur/ccmi3jyjmCEcALM36ElIcZGJ4tE9FTT3KUYdi19/xyHxJmEHrTOoRWfIzQB28h9PUKcIvIEtC1LPOOcSJ/WhwxuAKdCH3/NfSfV3cFi/r6c6CzE3qnkWesi3Q628Ht7eCOtsg7ksIikC0fIkyn+BLEDkjsUsRxTexUlNLhRjS7mGlue/TQMxeSseMZvxOse+4Hy467QRnTPzJed9PgsjfRVve3zJl+AYgCDYxOYmwk4rU6k7hX0Znoe2L+2kJoDxFbmKEpRGWk09Y62LCKJMK2DIxl4Kd2aAeMcS/JCv+KnCQYMSFcW2vxrf5gLoDTSDxSZ1FRRm6B4tq7oiaz7zkcQQrBt//XdSwIBVF04TVhswnEDYGuGcG3SQsZT8naTz8aux5xBOl1vFJViPzS4uNXy0aCRCYDccSyWgEaGPTB95eifd5tsB4w2fgnbBybMAMz4g3fe2PcQ052A4K4P9GXWVUs6WjXHh1qmQVylmC6F8ryqqri0fbOv5FCZxBT1ljgFp77Z1j32De+9R4luFN8giLX5vY2tNffiuDy9zdXEqlRiv98a+z82MlSwoSczqefQEfjv0zUTH4VkUGACc/k6/hTfn1Dnzikye8vkyXmPMF0g89VVTZ/qTJOQeBGjTCRmLfJ9BcncdTJO74qoz5cgac4eogjSHcR7geGj1OMzJLp+BD0Fj9Cb76EdhHgUFwyp7EQ4NVB8x0B+7U0f74vjV1nbFdDhmB6zgBfcMoWGwOhnTQtsJOqKmNCGsaAmXQFW6tMowj65viODEX4NH3NJDKD0lRKln2ImSVBBMUx3LjMtB58pPF8KyLzD3Zpc9+C4Htv9CIYseNStxgzaKqJJ3FxnAq+9QpETOA0R8rTSv9fwAAAIABJREFUGXjIUVBwGd3x6NpBAyEDOx6SBJPIPLDLVeindWvBhvtA2ot4aVHGbmtka1S33xGKvSxqitiUKcjctYN5/xf/PLGDKb7oWojL6XQWkZkytPLTrovuFR9DXHwPRiHgC7vb0z+L3GAok2F9SoIxOSHe/5u6DbXwSuAX/yWTTZNeTeQ5su1/GCwTD+669IySizrZnYuPuG3uPyC8nzcfkUpHdOWYDpOmNtn9C3nGMeiDtxF840WExIvX4JcvHJJgws6CJJgwsIhk9j3/s4jdIV6lmtd8sJG5d+yZwV7bZC+D7aAjkHf4caDSFL3Kd7RBW7vGsKo1jiJv/Ld3WAUi2CYdAnWn3Y28SyRekkxa/saDn0gO1/H0AoSWvZlRCdp0xmdl9Z7+CafiGVyO1h3SBLNx5rF7hLSCWcw8CWC7QjScCYWGxUKPQoYJKwm3/IxdBsLvyPCWTtIxRV+3FsFP3kXo7VcRWvW1iEnQlV4kWhJ6cT8lDAMVxXgBs+xzIGwTD06OX5OmoflyV3ifqkGeFUkwkSdgSBHM+nMr9reFqEIHTiWdRzKRVXwSHNUGfpBXr8nuhfFZwRnngwqLTLYIX01b/T2CrzyL4AdvQ2/2DihvtTC0U8Zth7yjphjGcWb9mSINoPlPM8DeDQMaXyoaS4IZ4gTTVDPlFBXqLJ2x56YcRjlHrOI5O79iAIHuO9oNQ73O5zxdrzDJLKoKy4RdDevigWQxaLv3RgQ/fDuZmiVFliSYIUowvprKo4n5Bh3YJ9useeNd+QVnXQjb/ofH28yoL+5VOp6Yn3LfHbLlIf/k6bAd/GtAERmb4yudTy9AR+Mj8TVKQ21JMEOQYHyuynowT88Fz2oz30jx5X8zEtXHW0SMljb3renLT0SE/MpTkXdMZdx3M8F3XkPb3L/HO8SU15cEM4QIRrgGjHWEPgPxkAk+RaqKoiv/YcRyiacI/6W2ebfF0yQ5dRUVecdNQ375KXHJEwTT/mgduHVjXO1SXVkSzBAhmLUXnLJFXnu7OKTH96WlegWmWL5h6PZ/10HEkDFbQl98gnb3rYZNyaAU1YKCqjNgO+IE092HvliO9vl3QORSyqjC+MJRLw3tws1Jzlx28uyqsubW4DIGhI/RkCrW3fZBYfXFQH6BqXELj+j2+++E9l3/OCsRBQi3hS3GGrFbehrZifoiPIOIgCdenYStilkzfRF+oUgc7UZHDrvQUx8jf9LNl2VcJkgCrSupa9hSZBkwNQEmKjFDaa6edqzOvDzVSQRNqJNwlZwhGJ/L+Q2AbRNGIkMaiiDcIm4KCooQy+9JhFIQYRPyK0+DdeJBpkYggk21P3Sv4bNjulhtRvArpXSEYWwnYur2LgTrfodCHTOuK0PAa8+bft4WaWyLxO7LJDl2LHwAoU+WxXyOZxGi37sBgpSiRdUzjUHUiszEeKSEtnCR2x05YI7JzkSmjKay4CKFsT3ZtKMddy8RazsrS04QjP9s59Os47jIMyCWG20kcCcDbdBpJam8Xhf5bHTkESm7ieBUBIiwaIrIcTMYRnXWPSYh76QzU+o0GPr4XbTOucm0pzEVFht3JSJQVOvd1wPBQESYlS3HIr/894ahnRHsKZpRXg8pha5LTBNkXF8Zs+H13eF5GPrPa+JqmlhlbobC9fYtm6+k2pc74pUhLMj91RU3gGgWgEKxVkvdnoEZNsWrRJLrZz3BeGsqp5LOT4R5LWoV4QVDrN07vCD0Eu56ZiNqaxWqrQ0ZrgC1wlq3FqitNdJ4drsH/HzBKSMLOjvKdY1PhsITwWT+YmMAkyPi0Radf5XxIaes6Dpa//EXhFYuN91FwannwHbA4dh402XGc3asIo474tgj7Gk6n3rcFMmI41XRuX+O6w4plh49fxfJ3EQA8TSWIDPeslmUmwrnLHomVppY33lTttMDymUK6FQAmwmFgQdK3Z4z0qh30rvKaoLh2sn5vh/tnxLRdgYywiRXIb/O+KcDI68cyHbVIJzZVY7OjaERHeBpAJ0D8NhUPXtbJx2MglNcvWPLJnm6ta8+Q+sd15pOzyqcFwvP+TOUEjuaL+oTa1pRoBQVg9vawCKwd/duRVFRfM2dhi9S6+3XRM9i0HMXM+tKiOyTqSgi4l/LlTNTITq6TLEeCUFmWsukNwGkEeNnVrgFzNsTlCKCEQpTpGzo9S0yod2qqAcUz1mYPakuw6CR1QTTfHZltaaze9MgmIgW6CG6NBWXYuurp+6rQPMoRsbH5Bd13HYoPPsyKCO2SL7wTRLbH74XgVefNy3fOukQiOwEIjdRy8VnGnFpxEuVuBsysp7m5Ru/CQM6BALQfvgG7Pei8Lwrjdg17Y/VI/C//5jqz3rI0Sg87RxTdeOtFHj5GbQ/6o632aDWJ+D2ZOVVH8yBZDXB+GY434CCAwHSWadLS+cuSqkVltflbCDAmaoJy/tNJfJOOLnrg01yYCvhqNhiOAt6Tasv4uzmVZ4GYkZL7SzjnoQ3tkAX/kAi+LdIVaKoUIpLjMDevLEZ3OwzCEb4RHV4/oXOZ54w1Z86equu3VISQz6IC22RpqXtvpvBHe2m9MiESgxe/hV+2G+S+70BXxgP9niylmDaXZWHdEAXQVeHWwj7Datr/DTVYG6sqbhYY+WWVF4Aq9uMNyLmGz47Ii9RNKIRH3ggAMvW46NG2Be4iOfjjbXng9n8S6rtwCNQIHYVqgWdSx5DxwuLjXxH0Ypl5z1RdGGtUaXt7r8i+PG7pqZFHKkKzrwg5mWv/v3XCP30Q8RwEN1ZENi3AaEvVyD44VumL7RNKZriSgR0UkDdq2T+wl8C7qS4z1SKz1qC8bkq/wnwEapqPWPYnAVxvLkmDqf/bOdprOPBxCXE2VKQS9QIEV0/Gvc3IlRDhDxIoo646Gy745q48h6JGLuF5//FyGMkdgOtt9caO4JIpecxTwQH33jtBXHZrOSf+FvkTfldRPniWb7l8mpjlxTdAT5zw2pEXQFGrhf6rcPdsCDOlZKx1bOWYNbPmFJhIctOjvqGm9OFblfg8GBnuvoz24/Y9RTNumpT9sXwrYw8Qe5bYr7qiJi/4rlc3Wo7WA6cDKVPDODAGy8i8Opz0L79arN9iQh0ZTtgsmGVq/SwJhbpX0Xys9DnnyD4/pubiCHyqMTxMJr7AHvXY+PfrzJyN+VaIUJIgTprWN3C+3JpbFlLMKtmV5XNsy9orq1FKJ0T4qt2doKMW/+MKcJWRaQNEfmUwhWRKzrw4pIuT+QotinW/Q5DQcUfuiLjRQrDqWmbM0KK4491171h3euArr7Fka5vEQZvgU5wix/tj/8TIl9RpGI7/FgU/L4m4u+GY+b9d2RkTJgBLoY2QL/G4V6cQZniBjiiTc2zlmCSM/z4pXhdFd8RKON8nYZd+Q8juFOiBGM79GjkC3IpLgG3t4IKiowdR+jblcDGlq6Ur2O2BhUPMy56RewY4SwpMjYW/K66665IZIP0rYf2/TdAYaFxlyQcMYV1r7ACFulpOx6p65VTqae+sQgmsPRltM+/M+YuLP5ZHbwWzPgOFvXC0jkLPYOnRep6lgQTJ7Zel3MxMab0tlqIU0gKqouXG+vuke1Ioh2RhBtA/u+qoRQUIrDsTXS+uAQFzj8AgU60L34U+pofDI2FEaAIaiUIo/PZhV1HHiIUX36LYb0b+O+TRs5ssVsRz+0ilQl3dhikIGxcbEeeCIRCaH98HkIfv9cPhVhHpMALi9G+4P4UoJd+keJ2TQO7O6BfmS1pYBNBSRJMnKj9PKPiTJtKc/vG7Y1TTNKrC3+kvGOnRj5eRLrkFQRx5T+MJ+eOpxYYKUDEMcp26DGw7nsoAi891StFiXhCN3Y5zV4jraxBPCO3hL7h517+R8IxUhCMJry2H55j1BPpVkRaW0FQrX+7HCLtSM8iyEtE5otU2h+8G4HXX0w6dmkVSGgnYGFHfsHFWwyBHEqSYOJcXSK7QMvqD1r1LuvLjCniklU880YqkZ6pRVaCollXIvDmS8YOpPuORjhcFs68HLpvA9rqbgFEwG/xYrXbRFj23Nd4+hUvS8JpMpwLQb7zD7Bs/6su0vr8481qiYtgy857IPi/5xD85JddjHB2LKy5FJZd9oowBEbLpdOhx2HHkwmTQ0Q6s/4Ng16zEP+tuK5xRSzXgUzQO1k6SIJJAMlM9NyORTCRDO3EUUYEf+p6GeodvsF28FGwHfRriEDgwmhOeG4L+5z8384wyEPsQFqEbU3PmDJEBkkImSK9SOfLz/byZhZP3iJLpe5vQuCFJZvRt4zfGYXn/Cmiq4TYIbVceU4aPKPNLwiRcA3g5wF1vaJy17cUAgKk6QpxE7Hlp5BV/779Z9vKcQsWNJmXnDs1JcEkMJf+syvfZJ0PSKBpUpuIC1SxAxFHGUEEwps5Wml/6B4EXnuhVxUaVoK830w1jh76mlW9m4v0I/sdZsjmZj8C7/wPpFqQV/F7wzZG7GL85528+WikDB8Fyx6TYBm/k7Gr6XzlWaC9jzGqLQ+2g4+EeMLuGTLCdnQFCk6K7Ncn7nva6m9F6OsvgFAwqTgmIkw8xmnFoa1G3Pbkj4m0HyptcppgRFwNWrAgqfEVReoTa1B5msHpzZPac0UKR8Mtxnbdk+wxEcrI0abWqwgwJexI0NkzkgAh74QqhJa9AW3TZW5fYda99oftGKcRqkFv9sO6y55dOw1m+C/4vXHfrWwzHqKeeC0Sr0vBD9+JuNsQtjbipQr6L1bFRRdcHeV41KWRcEUQl8MBkavpq8/6jMMUBEmrRIT19jrPyKQJzFFBOU0w3pqK5aQrn7NOs5PhAOk/p/xYDinCuWZQYnSIewrLr3aH7bBjYNl1n4T8lYQ1rjB+61lEiAVx1yKsbyMVslhg2esA5B05xSATsXsSpWPRgwi88V9j9ySM8oIfvRv3MUY8Zxed8ycjyJbZIgJJBd99zcgyKY5wZmPPmJUfsx7Ro466hgHkiYnZQ05UyG2CmVHxCil0qDC3Z+JPVCh/L3E3PBDvzPlcvx3P3PkgEQvHyrRjJo4jtqPLYd190oBjpoQ+ehet9/UOOCVcDISXdKygTOJupXDG/0FE3RPGc+JFyXiGfvAehN5fGtXPSRm91ebn7r74F519GSx7J37iFHqLS2qxc0p6Tqfwi0ULMCaNqvf0De0X79LK+fpp/1jSiWjzedN20gPaMgBGsNpNHiotpOMTTcWLwVDw31vOe+qTcDp5XeVHEOhIguJi8IgYzi8pGZZwHMw7usLI9wzhYZ2kIgJBdSx+tJc0yx77QvgeCWdCcX8iiKO7KFuMMchNXNyKXU7gpacRXPGRYXcjLoJpmN2w0BX2M8JmRrwuGUXE8R09zojQJ7yZ++6cRBUj5W3NpVH9qEwNW1gMt200fKU6nl0ITdzVpKgwc6uD1AnkXpSOMHkpGkV6xOY0wQgIfTOm3gtFDxNtiHQQd4KxEYQOYvqJwcLW3QFGMRQUgTl/MHYsQm/b5OOQd+JvoQyzJ30liLuM1rpbDBuV7iJ2McrYbbriAYvE9eIiVaR+FfFfxD95BUbc3M7/PQvti+VdRxJFgbrVtrAdfpxBEJrICClCNnS2G5fCglSMf1r8YWPjihAPxZfdFD0Gjq4bNjbC1sZsEZkS2u68Dtr3X5ltkkA9+lGDVq+z+ujI+obUsVkCmmVSk5wnGAG2v9r5FhP2yyTgo+lifHhX3ArFMdyUyuK4InYdIhi3eGomRUHhzMtEeL+I7cXH1zrnZnBT7xQg4vijjt8Z6lbbGAQjFoje4kPos4+iHqFEyE9BNjRySyi2PGg/r4H247ddWQbCFCM8w/TZRjDxiEXE1H33NQReeRaW3ScZmSvJ7og6rm5ZwaUvG35LqS5E5Nd13OEI2m+j+fOFm7csPRAYEgRjkIyr8m0G75sNsy+eeQtnXxMx5snmMQSDxtOxuGTVVvYOh1N03hXGRxmtaN9/bYRgEPYtaS2qirxjYydeC339Odruvn5zojWRMsW63+GwHf6bmKlOgh+9g7Z7bkjbsBjcSkx/ddR7bkxbp1nQ0ZAhGDEXXlfl4wSObIueIRMmnoCHXXuPkYOoXwkFEVr+vmEYF1zxccQo/+r4nVB80bXhPZx7CBUvMO2P1PUjqJRBYctD4SkuWA88IkYwLUbrrVcgFC7+DBHU7SYYOxrLpEOhFA/rp+5gpZlViJ8oqWvM+DWWsvntI3hIEcwmkjlfAdcykJZsAYlOpLhAzSv/fVdkO5Gg/ruvup5l330d7G8Ca1pM0XnHnQRhsh+riB1M5+JH0fnyM7GqDuh3cYwqnHWlqRS34lVIGAYKY77IhQCbDdY990XeYcdCnbCzcXwSr0qtt/wZuhGYKv2FGfNK6z0z0t9z5vU45AhGTMGGc343Tgl1XEegaQCH2SZkxkSRo6zrY2TuetnZ2ByXvQflF6Lg9HNjhqHsYjDNcGoUMXS11avitmWJhpiIV2PZbR/kO081XqpiFUEMrTddGl+K2MIiI9C4Omo0gp8siyv2cCx94v1dvFYqpFxlr1t0fbxtc63+kCSY7knsqK7csQOoZugnKQqNZmbbYL0apWphKWPGoXD6RcYFrJlixID56F10vvy0sRPo+Vxtpn3POkZK2Qm7Iu83Tlh22MUUtKI/kcNI+ybbH2bID9gmOtz/TuVTVrxTkvb6Q5pgeqItjOkIwdPA+q918HgQ7AAVCIBEpseeReQJJZ1COuBXCM0gflNn2ouYd8u0ODFCb3HcKph+kWEgZ7qEQgh98QmCH7xteEMbr03Cg3qTV3VYOYoCsuVDcZQZZv/W/Q+Duu0E012KWDFtc//eKzyE+caZV5MIt9vrPLMzT7P0aSQJJgbW3Rkfe/1lRv8k52svOGWL/PaOTwfVRynKWNQddjai/Yvn4USKvrHFiAEjAlcFnvP03tkQGb5KtokHQdlyq4SN5joWPYTO/yxKRL2MbEOAz+72ZPRdX6qBkwSTRISbXZX/1MFnJlFkUkUJy2CRPVJY5iZaRE6k9rl/7/W6o5SNQOHsa437j4QKMzqeehyBp5+IvkNKSPjAGolg3NDUimBeaIOi0wRotIcqXEaYJjGEIWbkQswdKujA4iHsUiAJZmDrb3Nr7/RpTqjaI7TJLSFJYpMuRvgEiRi6lp32SEw2s5HYXlwIdxfh2V00u9bwpI67hIJodd9i3Puk3WEx5u6VRQLze+zuxvN6VhUpizeusW+vsrJrELiRmbcPl1JYRHSwgC4a5m64M25ccqSBJJgkTGTLmVWHa9bg0wDiuORIQscJihCWwvknnGy4IyRSRPqT4Htv9CIYER5T+BzFU8TzuLhzCX3a27s7HhmprEuET+11nl1j9eFzVVwPpnNBcPSvS/c73A1nxZKRq79LghngzIo7Gl915U9EHPv9dYB9Jbu58CEq+O30yClKInSYDIIRl8atd13fFWohAwsD7SE1eOjIOU/1j04eRt/VZ0zZqdCmPgJg714/E9501HkOysAhpkUlSTADgFnE5/WveX8VmMx74g2gv1Q0Fc6N+SdP7/IJMhmJYkAE09mBzucb0fHsoohWyKkYZ1wyWUChXGN3L+rKgRtH8dc4lzNjl+4mDP641N2Y4Hk0jo4ztKokmAFMTHNNxQKd6aQBiMiYpurW4w2rXyPodgyiSYhgmA2fKRGgyjAYzODCxP9zjN77SKqtTSipX5OrYo0C2lIY3JGuP+qYu3jIBqaSBJPgQm+uLj+LFapjJkuCIjKvmcVqGOSJ9K3CQI5s4Z+04yWY0Kfvo/OlZyD+LWxdMr3ooEPL3A2vJapnc03FFGbFw8zERLeXuhsuSlRWtreTBJPADP502jGjCgoK32ZgmwSaZ3wTwwJ3+x1hO+QYWHbaHSKG7uai612vPn1fkS661jCw23w0EPFzv1qB4DuvIiRM96OE48w0QEIdoa1GPDiwYN6+6orPmGgsgy8pczfWZdoY06WPJJgEkG6qcd6gMC5PoGnWNbHssLORtcA68SBAtRixe9sfq4f2+S/BqkTqk6Lz/2LEgkGLv8vb+7XnDYLJxqIS7zqsrrF3/Is4B7JhxoknkaIeFSwovHooJFiLBI8kmDgXjqjuczl/BpB1r0YJDPWXJkSw7rIXaMzWCInYtz0SoIlodiL8gshZLeKwiJSz2VwY+q9L3YtfGugY3nVNLJzkfi9yJPWBdpAF7SXBxDlJ62dMqbCQ2hDOsKqvKGYGEX2lQX8Imv6jRbXcx0BXOH5ZMhYBZrq2tL7h6oxVMIsUkwQT52R5XRUfEij2syNhPan6aSWj9nmh+zVCWPuSqj0u/A/j7FZWTyMCDFpQ6m44OY1d5mxXkmDimNrHq6psR5cG2yj6LiTIxI1au3ZhuItCn6uiBkx3gjIrt3UcMOR8VWb+tJ30w8e4l6zP+cGmeICSYOIA2D9j2vGsaE9FbMLwWS3KqUVzFkWuI0J31kyZRbp6qySZOMBPZ1Xmjnwoe+bLbAEDRl0STBwQeqsrHiCi0yM0WddZULC72RcDb03FmcTkFqmB4lBBVk0TAlZVOTHWH4o0qZLV3UiCMTl9L02enL/PBMcyJuzctwmBVpaM2XOXeC0/m2oqphCThyCcdmXJLAT4MYe78ZTM0in7tJEEY3LO1p9+4lhLgWUluCtL5ObC8NnH7jUyXnLpbt86c+oJoZD2BBNFjS1iUk1ZLQoCIlecSXcrkWv4h+d8lvEnL1iwKU2lhDYRBCTBmERNxO/tJP6Ee7wAiYBCwWJthxG3DdDq01XxGEC/NamKrJYAAjrzCkVR5oP5CgD985z0kUki7LmKP5bN8TycQHeyySYEJMGYXApraip2yWf6qPsFSTiysYYby+Z5/mxSRMRqfpfzKgZfE8ff14F2OaTaE6gDauiIkjlL3m6uqXyUmU09QRPoHbu7IWsygmbipEqCMTkrLTUVu+hMYgdjYMaMtY56zxjxl86kiIjVvK7yhQRl6kDlyPbhESAgGLTyoSPuaXzr5xknHp9HlgY2ZSZAusJadUn94n9KbBNDQBKMSdyaXJWHKOBXRXWxYHXov0mGObmQ56uuXAXirUyqIqslhAB/Za9r3FE0bampbNDB5WbEMPCDY8xe2yV6x2amj1yuIwnG5Oyur566r4X0t43dC+ApdXsqTTaNWc3vcnYwkBezoqwwMASIL3HUNd4qUtQAnR+ZDXFKoKfs7oYTB9b50GwtCcbkvPvOm7IdBdUvWIeuWqzHDJuz4BWTTaNWW39mxf6qlZbKiUgGmjFkEP3QmZ8/SdgqGUclxfKUuEszU0SOo5W86oqh7rxoBquedeS6NonYateUEYVQPgPR+/Ym64mUpOdLf7XzaSYkFn3bpO6y2i8IhEi/akTdYiOlq9flbADgNPsREPCuolovTtYfl6EwL2axHQpYRB2jcL0fj3GvaazUjKhf9E4yABHJ2vLaOsT9SzzOjxqI1ExL8ZEMPOKVYYSkjLORyBRQUufZvfty3lft/A+AY0wLIrSD6bHOgvzLR60OeZP1hybOYWRN9XjnJ2sGlgpFfWdPvddx36JzkiXbN6O8DoriMiuPdf6flodL1QBVg+gsAg/l+ftC15SLFAvvBuabzGII0MagGpjcM1vAJheQ0+LiKwYzkVez6seL1ynz/Q+tmkN5gcY90zy7qoxuW9AUd8MwDXj26WP9rc2fmTH6Es0JaLG7PSXif6+cdVzJiE7bGwSKmbMnGbpmkgzxggcF0+33eR7q1qupeuo5KvFdDDbjcsE64aayut72S/6aaROg6w8yYT/EkEPAeh3kIVvoBsfdS77JJHwyTRdJMIM0I74Zzjeg4ECT3esWqBcXuxfeJuqLj4FZXwrwL0FwTQrK9mrMeKe03tPP+E14qCus3mYqoBfjP456z7F9seBaWFrXTtulLRiamKfysdCV0SzsnBQw6WgDKe+wFni1IxD4eMuHnhNRDWWJgYAkmEFYIv4a5+2s43wzUfHEBOlMDaX1DZsN8bwu54UEGGQz1IoOvFXm9hwQbtwbZpRfrSpKzFxGzPxtaX3jdkMNu8EYrySYNKPuc5VfClZuAJkLncnEn5bWNfY6CvlqnC+BMTnNqmdGd4z1bUHt0DHzl4SNKO51lb9HUPaJoWyLY9NxMzMGlbtaSIJJ49x2xYDBPLM+Rwxe7nA37tHXHcFXU+kDsz2NqmdMV0QIatD+WFa35NFwSomXOVt7++poITBEWtjVXuuoXRcs2JgxA8tRRSTBpGlim2ZUnKsqdFe3L1O0bsW5n5hvcdQ3/qlvvZYzqw7XrKHngbietn8RQ/wToLRBUbaBpg1aAPJNT8zvqyrPK7YEHvJ35v8d4BlmpkPX9TllcxdHfM3zVVfcRESXRTGia/3Ra91SEowZtAdWRxLMwPCL2bqLEIJzibCDiEcSszC+UNhyacncJxrD1fW7Ku5mpnPM3N/0a094Hpw3c11e87qRbBluCagTAuByIuU4Yt4+pm7JrRBUteA+w+Y9ZSRY+uaMyY7hNvsruomA6grxEyV1jVXR1PHVVDSBqTRcHQa3rvbaJMEkdz7DSpMEkyKQDX8XClxHjEoGRw0mRTAsWjaC6KF11vY/TbjrmYjJm/2uyrcZvG8Can9g91r3j2QY5q+p/JKZx5uXSx3M+nqFSBj+hRj8MzGGM2OCGfIjkA41dLB9zpKl3X16p5cfRqoi8hFFfW6O9JLUU3d/dcXDTPQHSTDmZzQVNSXBJBFVrp2c710zrFKFOguM3XRgWGSAhZ0WBRj8jR6iBnIodaV/X/RdLHV8LqeIdD88Vr2evzNzq4O2GEVud8QkYC01lVM1ZpFSJeaxiYBOTef/84f8/9pu/su+Xh+2q/JJBp8QSz+xmVPA99jdjef1bu8UT80XRmvPwJelbs+EaHVaZlYdrmnB54D+2RvkDibW7CTvd0kwycMS3mqnOAr9sWcgbxKhY4xlpZgJAAANhUlEQVQLBwZB6WRwC5g+UQme9QHvg30/0Fjq+GoqgmAyHyicSRimneCoa3g+hmylyVXxqQL6VSwdAKxr2agePO6RhSv71t20CzHlCMrQl5W6F0/sK8PncnYginc5EX1tr2uIudvyVld8TUThnqPlHYyJSU5GFUkwyUCxjwyurbUALxsk8PLLwLqRI/WqBQtC4v8PJEDVhnN+N86idX7LbMpitUsrxp8d9Z4bzQxzU6YDE8GVKMjgS0vdntv7yhW7uObVpd5Yx8JN7XxfYtXYvh7Kza7KJ/XouyBh1eyIhaXXVfkPAs8OM/b2H+UrkpklMeA6kmAGDGH6BBgxaRR9KdhsFgJeH4S6x0j3ojVmtPy52rmXjSBi3sR2voxAXFxVZfOXBpcD2CFWnwxuduQFxlGfOycjNEZA/SrSi5vRbszew2MFgfK5KqsAfqzvnQ4DvlK3J+wFcCyd5e/xISAJJj68BrV2c3X5WTqUuWYuUQ1FNwVYMqs0u6aMaIHlvzp491htGHRbqbvhon47GEDxVTtfIcIhsWQQkb+kybIVhbFH8bkq1gC0ZXgZ5LeP2XNEbIL57XjmzteJsEVPOcS0zl7fMCqWfvL3gSMgCWbgGKZNgvDmhq7PNNmhzx5wbEfz5/e6hI3V1uuqfJzAUZ+Au2TQIoe7YVo4ed5qp0iNOyvW4tJBP5aO2XPbcEThqymvg664wodRMEcwQjd/TeVrzHxwTz3DWUfHwkX+nhgCsdZAYlJlq6QjYNxt/OhYZDY4FTHuttd7ZsWrSLOr8m86+JJY7YjodXtdQ9hdipFil7QnY+60Ijgdir590088EhbLs+D+mS8Z8DvcnrJYdzBCTrOr4j4dVNOLYHQ8UDrXc0asMcrfB46AJJiBY5gWCVxVVdw8PPg46yai3zHY7vZYiOLPeLDhnJMOUkOh12MOinmpo74xrDe4QQ6qRTwRR7ZnMd6p6U+OuoabI/Xld1Vu4HAe4wyfo97cHUpLTfnZGitzevShMeiiUnfDnTHHKCsMGAFJMAOGMD0C4iIY4p8cdY2jE9HMcMaEEvGj75YZLRC2QTCK5floOxgi7igZ7S+l2pfFk3TY4nc5P2fAyATQsxDjO3u9Z1sz4/PWVE4l5oU96vpULXhotwWxGRmyTuIISIJJHLu0toyLYHRljmNuYpH3/C6n8JfqZfwWdqC6/nfH3MUXh/utZUbFuZpCd0cDiJlfKq1v/HW0Or4a53/AOKZfHaJvHXUNpsItiNS8gZD+ZHfKWCL61F7XMOQCdaV1sfboTBLMYCEfZ78vTZ6cv88EE3cwDFYV3m1YXeOncXZhVPdVO58F4TfR21JQZ+38svrF94Wr53U55xFwVkQZzB0arEcOr3/ijWj9eF3O+QTDcLH3Dkahpfb7GkwF62qqqZiisOLpjlLHjLtK6z3nJ4KNbBM/ApJg4sdsUFowoDTXOB9gxqnRFBAhJe1ujy0RJb3Tp24DVX+RgKhWskxo7wBPGh2GxISePpfzXQL2jqgDUYOj7pcAWpHqRTKUI+B2u9sTzoCunyhBMCpoETMsIoVsMKhPHnG/jKGbyPpIpI0kmERQG6Q2G6rLz7KQMjd6yAf+yuFujGnkFm4IwpDPSvpzDDiiDpH4W0dd+IhwYqe1944OEbe4IJwM4RdlUbCfmR1Wi6vyfI35jj5P1QEF5CpxNzxgZhqMHYxODSLAF4M+cXgtE2UmADPIJaeOJJjk4JgWKYYDXyj4UtTL0wFkIVw/Y0qFqige4d0ddZdEuMNe5wnrkCgCoze3BteHI0EhVSGaNqyuYZEZwDbWTDslxNq/ekX7J/ZaFMvk4jkLRWbGmKXriETiktfKwOxw7g0xhcgKCSMgCSZh6NLfcJ1r6mgL9B8iRmsj6KpO1w+rb7g6Ee18Myv+DI3+Gr0td2ps/XWk+5NNT9QvhN+94EuHz7qr2R1Em6uyqpP539SD8UTyM7vbYzpcRdcOBo+DSLcXFGxPdzy6NhFsZJvEEJAEkxhug9bKV+0MRYrnK8IotBHvE+5uxIzCvurKRSCOmnNbYXqwpL6h38Vrt/yW6sprNOK/hOmPQ0E+MJ77D79r6u911v5F3U9AxlZGucbuXhQzsHd3/15X+REKFA8Yr9nrPTHDSJjBSdYxj4AkGPNYZURNb7WzlQiF4ZQxfHvqGkxZuIZr762uWE5Eu0QaqLhADkDZJpLzpLA29q9xLAbj6J4yjA0I4T57XYNZNwej+UaX88IQ47buExuBOxUtNCkeG5bVZ0zZqcCqLgl0dkzb4sFnTR2rMmKic0QJSTBZNpH+audbXcnB+hcGe0vdjQnlSmqdecLEkGZ9hoGRkSGh+x3uhojPzyKZXHNr8zsM9DLyY+bVjrF7bxPLObFvv/6ayjnMfHb3f2fmF0rrG3uRV6zpY5er0Id114dzzIzVVv4+cAQkwQwcw7RK8FVX3sLEF4ebOJF32V7nSciIrLmmYorOJEIbhN0dAYiZ6mNT/GER8rKneqwHtT+U3R8+C0A08ATBgLmm+8K4DdrIMe4lIqJfXKX5vGk7ldy9MGyak7gEycpxIyAJJm7IBreB4Uioao3hnAAJvNzubtwtEQ2bXBU3KqB+WQyELCN+rsJn9EzXGq6PppoppyisPtLrN8KLjjrPUYno5HNVLgTYSDhHTEvt9eaM6xLpS7ZJDQKSYFKDa0ql+lxOEbt3676dDMQMvslV8agC+l04xRm0uNTdUBFrUN4ZzgtJ+SXjJDEFFIvlmGFzFpgKodlXvjDYA2MiFITsnY6R8YaeiKWv/D31CEiCST3GSe/BW13xABGdnkyC8c6oeIUUOqyvTHF/UlrfONbMIPwu51UMXNtdlxmvltZ7+sk0I0vU8VY7vyXC1jpRXVmcF8Rm+5D1UouAJJjU4psS6eIookJ9UJi/9+xgIDsYr8u5kvqEuSRCCJpaYZ+78GkzA/G7ymsZSpcNjvAZULi8pK5xiZm2fevU1sJy4eqKFToQunNM4261tTBiGsuSXQhIgsmu+er6dkVsmLLQB33zGCWdYIB3S9ye/c0EdhJ69SQY8aQdtPKhI+5JzO/HO718b1ZpekdAvztSHuosnLohp7IkmCyd8r73HWIYAyEYX03FGnDvGLg6ab+PlAM6HGxel/NCwuY7mLagGjxs5Jyn3stSiKXaSUBAEkwSQBwMEcJtwAptBUAl3f0PiGCqnV7QL06ORPRTSaFlV7ptgXBcNFWEL5OFVI/xSE3sDVlwXKI7GFMdykoZj4AkmIyfosgKbkr0Nn2gBMO1sPhXV2zoSVY6uK7M3bjZyM0MTCJdLnPHh0RUxIy1OixTY8V8MSNX1sleBCTBZO/coWX6CbtpqvXD7ti3xPjMXu+JaOofaaiCYJpXO9f1DNOggw4tcze8Fi88vhrnS2BMBvgnja3TJMHEi2Bu1ZcEk+Xz6auuuAlEl4lhMNHXpSZSqvYdcl+CEa9HJTzKHi2XdSTYNpxdWa3q7CZgbYjlDibLl9eA1ZcEM2AIB1+Ar6aiCUylIql7qbuxOF6NBMH4VjubCBi2qe0HDrcnckS6KB0YmR0doY0MfaXNYju9aM4Ceckb74TkUH1JMDkwmetryq+0QLmGmNpK3A12s8/KPYfudzlXb3ZSjCOfdTj4DENAhSYUKnkX2eb8e2kOQCyHkCACkmASBC7TmvmrK98E6SNLimz7xfPy0z0On8u5DJvi6CoBdeeS+Yk7B4qwDb7VjnsKmG7Or2/4ItOwkvqkDwFJMOnDOqU9bTjnd+OgdbiCoeC/t5z31CfxduZzlS8EK1OJSC+pa7AmkrStZ58iTEIidzjx6i3rZzYCkmAye37i1k5Y6Cd2RCq/mqFeDPB6h9tjKudQ3MrJBkMOAUkwQ27Kww94/bkV+1uDyl1gaDIsglwUyUJAEkyykMwBOc3V5WfpUHd21DdckgPDkUPIAAQkwWTAJEgVJAK5ioAkmFydWTkuiUAGICAJJgMmQaogEchVBCTB5OrMynFJBDIAAUkwGTAJUgWJQK4iIAkmV2dWjksikAEISILJgEmQKkgEchUBSTC5OrNyXBKBDEBAEkwGTIJUQSKQqwhIgsnVmZXjkghkAAKSYDJgEqQKEoFcRUASTK7OrByXRCADEJAEkwGTIFWQCOQqApJgcnVm5bgkAhmAgCSYDJgEqYJEIFcRkASTqzMrxyURyAAEJMFkwCRIFSQCuYqAJJhcnVk5LolABiAgCSYDJkGqIBHIVQQkweTqzMpxSQQyAAFJMBkwCVIFiUCuIiAJJldnVo5LIpABCEiCyYBJkCpIBHIVAUkwuTqzclwSgQxAQBJMBkyCVEEikKsISILJ1ZmV45IIZAACkmAyYBKkChKBXEVAEkyuzqwcl0QgAxCQBJMBkyBVkAjkKgKSYHJ1ZuW4JAIZgIAkmAyYBKmCRCBXEZAEk6szK8clEcgABCTBZMAkSBUkArmKgCSYXJ1ZOS6JQAYgIAkmAyZBqiARyFUEJMHk6szKcUkEMgABSTAZMAlSBYlAriIgCSZXZ1aOSyKQAQhIgsmASZAqSARyFQFJMLk6s3JcEoEMQEASTAZMglRBIpCrCEiCydWZleOSCGQAApJgMmASpAoSgVxF4P8BJDBLwZvO5hIAAAAASUVORK5CYII="/>
          <p:cNvSpPr>
            <a:spLocks noChangeAspect="1" noChangeArrowheads="1"/>
          </p:cNvSpPr>
          <p:nvPr/>
        </p:nvSpPr>
        <p:spPr bwMode="auto">
          <a:xfrm>
            <a:off x="155575" y="-319088"/>
            <a:ext cx="666750" cy="676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" name="AutoShape 6" descr="data:image/png;base64,iVBORw0KGgoAAAANSUhEUgAAARgAAAEcCAYAAAAcH6uaAAAAAXNSR0IArs4c6QAAAp50RVh0bXhmaWxlACUzQ214R3JhcGhNb2RlbCUzRSUzQ3Jvb3QlM0UlM0NteENlbGwlMjBpZCUzRCUyMjAlMjIlMkYlM0UlM0NteENlbGwlMjBpZCUzRCUyMjElMjIlMjBwYXJlbnQlM0QlMjIwJTIyJTJGJTNFJTNDbXhDZWxsJTIwaWQlM0QlMjIyJTIyJTIwdmFsdWUlM0QlMjIlMjIlMjBzdHlsZSUzRCUyMnZlcnRpY2FsTGFiZWxQb3NpdGlvbiUzRGJvdHRvbSUzQnNrZXRjaCUzRDAlM0JodG1sJTNEMSUzQmZpbGxDb2xvciUzRCUyM0YwNjY1MCUzQnN0cm9rZUNvbG9yJTNEJTIzZmZmZmZmJTNCdmVydGljYWxBbGlnbiUzRHRvcCUzQmFsaWduJTNEY2VudGVyJTNCcG9pbnRzJTNEJTVCJTVEJTNCcG9pbnRlckV2ZW50cyUzRDElM0JzaGFwZSUzRG14Z3JhcGguY2lzY29fc2FmZS5jb21wb3NpdGVJY29uJTNCYmdJY29uJTNEdGhyZWF0MSUzQnJlc0ljb24lM0RteGdyYXBoLmNpc2NvX3NhZmUudGhyZWF0LnRocmVhdF9hNiUzQiUyMiUyMHZlcnRleCUzRCUyMjElMjIlMjBwYXJlbnQlM0QlMjIxJTIyJTNFJTNDbXhHZW9tZXRyeSUyMHglM0QlMjItMjAwMCUyMiUyMHklM0QlMjI5NjAlMjIlMjB3aWR0aCUzRCUyMjQ5JTIyJTIwaGVpZ2h0JTNEJTIyNTAlMjIlMjBhcyUzRCUyMmdlb21ldHJ5JTIyJTJGJTNFJTNDJTJGbXhDZWxsJTNFJTNDJTJGcm9vdCUzRSUzQyUyRm14R3JhcGhNb2RlbCUzRV5Rg9QAACAASURBVHhe7V0HeFvV2X6/eyV5xpKdAUkIK4SyV8JeoYyyYssJpqUFCiSWCRAg/IxSoJhRRqFlEywnJYwCJSSWE1YZBcoKK8xAIOxAQkhiSXa8JN37/c+5joOHxpUsyZJ8zvPw0KJzvvOd95z7+oxvEGSRCEgEJAIpQoBSJFeKlQhIBCQCkAQjF4F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0BWI+CvmTbBXrdwZVYPIoeVlwSTw5M7FIbmrXYucRQWzKA7Hl07FMabbWOUBJNtMyb17YWA1+X8UgW/MMzdeA4BuoQnsxCQBJNZ8yG1iQMBBhS/q/J7AHbW9fNL5zbeH0dzWTUNCEiCSQPIsovUIMC1tRbv6g++V4DRAFY53J6tU9OTlJooApJgEkVOtht0BPoQDBNwtd3tuW7QFZMKbEZAEkwGLwaeXVW2trltTLFitbAeDMFi0UPFamsglNfR5l/TuW3ryDZasCCQwUNIqWp9CAYErLa7PWNT2qkUHhcCkmDigis9ldk1ZYSflcdBdETYHhkaEdoAtDDjEyLlgRL3oscy+ZKzqaZiSlld45JkIhiGYKCDLih1N9yZzH6krMQRkASTOHYpb+mrdl7OoNkgHhltohgQf70Z4BaF8Jwe0u5zzHvyxZQrGKMDrqoqbi4NPaYz78bES8vcjb9Lpk59CaZLNv3ocDdslcx+pKzEEZAEkzh2aWkpjkn+1sBFAF0KwGqmUyKEWMeHrGgPlNYtuctMm2TW4dqq4ubV2sU69IsIGEZApwqUF7s9zyW1H0DxVVesIqIxm+Uy0BbUdh4zf8mKZPYlZSWGgCSYxHBLe6ufZ5x4vFWx1BEQz19ncfG50gblmgL3okfSobR3evneiqo8qQNjeiyu7x1uzzap6N/nqvQBbO8pm5kfLK1v/GMq+pMy40NAEkx8eA1qba6dnO9f43gSjCPjUUTsaHQdzzrcngqi1Bmjbag+6SALaS8yOL+Hfkyk/MVet+j6eHQ2W9frcoYIUHsRDNDiCDi2pvnzfWblyHqpQUASTGpwTalU34zyW6GQODbFNX/ilaXE7RmXistg/4xpx7OiLwFY6Tl4AnW0IjRujHvJ+mSDIi7Dfayu64cCA2TRDrTPWbI02X1KefEhENcCjU+0rJ1KBHznnngkBy3PEdDrg47VJzO3QlFOL61rWBSrrtnffTWVR4PxFMD974gIbzrqPAeZlRVPveYZJ1WwGvKwuOXuW5huddQ3XBKPPFk3+QhIgkk+pmmT6KuuuAlElyXQYTtZ9Kn2exc/m0DbXk2WV1UVj3EE1xKhMKws4kscdY23DrSfcO391c6nmHB8WNnMSx31jQemol8p0zwCkmDMY5VxNZmhNJ9d/ijrysninTqeQqCm5iLLhHG3LWiKp13fur5q5/MgHBVOBgP+IGPyqHrPBwPpI6xsl6vQj59/AjAsPLHRD/k6jsyvb/gi2X1LeeYRiHNZmhcsa6YPAb+rci2DR8Xbo868uqy+MWHLV5+rsopZ/zdR+LsgJvqktK5h93j1MlO/ZfoJu2mq9eModYMBTS8fNW/guzQz+sg64RGQBJMDK8M/c8oBrFle73vBamZoBHrK7m440UzdnnW4qsrmLw2KQE8RHQwZ8JS6PZXxyjZT31ddeQuIL45al/FnR73nRjPyZJ3UICAJJjW4pl2qv6ZyDjOfnUDHDGvoaMc98Vn++qZPnQFVrx+MD3yda+poK+kfgTEiWv8EvdbuXnxNApjIJklCQBJMkoAcbDHrZ5841tpq+ZiB0nh10RmflY717UO1L3eYbet3OZcysH+0+opCrpL7GqKTkNkOe9Tzzaj4MxT6a6ymBNxtd3tmxaonf08dApJgUodtTMnGC0yJNrx03qLvYlY2UcHvct7GwIUmqvarwrpycencRX8307bJVXmISvrzzNTToK5XU7GwdOKzSuuSGwRqVVVVWbEjuIwIMS2DFeInSuoaq8yMSdZJDQKSYFKDa0yprTOrJgb14F0WRm2yfHS806duQ4r+AQiOmAr0qUDM35T4bDuZCf9g5v5D2KZYFJo2LIn2NkJls7sXY3iMFxz1nqPjxSKe+sLYj1JgRBiPDplcVxLMIM2O/2zn06zjaCsrBxXVL3onWWp4q8s9REpFAvJ0C6mnFtctfDRWW2+181UiHBKjXiAU5MNG3N/4Vix5Zn8XrhLe1Y6vN0Wwi92M8Zyj3vOb2BUTr7HR5bywCMq/yb1oTeJScrelJJhBmNuWmVWHa6Gg8Cy2tfisw8ctGJgtSs8h+Fy/HQ90fpnIsBhYUur2lMdq66upWAOmLaPVI6A1xJZjhtc/8UYseWZ/97oq/wHos8mk0Q+DFpS6G042Kz+Rel6Xcz4zWsrq5V1POPwkwSSyqgbYxldT+QqYDwOYHe7GuEz9Y3Vt3FGUBlcRIljWRhVATXZ3g4g9EzE6f+v08r2DqvIqgKKoohiBkI0PG3FPcnYwIv8RWF/BfXydoumggG4pcTeIMBcpKz5XxRqAfmrxWo9M5h+KlCmcZsGSYNIM+PrTTxxrybd8BSBPEIw34C/bbv7LSfP6FUGY/D++/yqIDoh3aATSFMLJ0e5NmlwVNRbQnTpgi7GDYY24IhlR7N51TSwcz1t/S8Qj4xlTiPSrRtQtTokXt9CDzzjD4bf5NwD6RpBykqOu4fl49BsKdSXBpHmW/dUVDzPRH7q6ZdahHFbmbngtmWr4XeVXM5TaRGQy8xOl9ZFfXsy+VCXzFak3ZuZGxWAEdZw1KoWpTLwznPNJwR9BCCGkzHTMWzTXnHZDp5YkmDTPta+moglMhq0KgXRd044onbf4f8lUY/25FftbgpRYqAKmHxz1DeMi6eOd4XyBFHPxaJJhByPcEQB+PG58GOutun5M0bzF78fd1kSD2lpYLlzt9AMoZEBnnc8vm9t4j4mmQ6qKJJg0TjdfcMoWvvb2n34BnZksfHwyvJr7DEPxVTs1k3ehfZqS7nA39Arg1LNCVA/mvpJIuWoggaa6wkDwM+gTUMrMlDHwhQPK5FS97mw4u7Ja1dndrYuu83mSYPrPjCQYM6s1SXXChVdIRXhHkfGw2eXsYJMxfHsNj4GOjrYttnzouZ97/nfxRLzuR8dONsITAMabgYRBi0vdDYk8maPlnKknaSFdPJlbzPTVt44CWlCSohcknjw53z+hdCWIN4cvlQQTfpYkwSSyehNoIy5ffas/+JSACb0+XOAHEa82mVHmNhHMBkb8BneGbsQrSEeeTlDBSgGI88mInsd5RLCGDfAUBhMCAgT6l0b6q2D+ttS9+CUz0HlrKs5UQG7mxMjFGIKC0+33eR4y01+8dXyuiusBuqJnO0kwkmDiXUdJrc+zjivxBfJ+JEZxL8HEIXuTrciMBa1ZhbgWFv+Pzh9A2MJsmxTXCzK4XcSgYcZqRcE7pFleYpU//U+T8t3Jm5LHCYz8nfl/J/B0EfUyUZ3E3RbDtqPD/W/xWpfU0mVn1LEMoBJJMLGhTXgSY4uWNXoi8NNpx4zKLyhcHe4+IZ/pV8kMjGTsYKqdqzlzCCbsYhCEozN/quuhB1TYQKpew8Ckga4cBi//4Av/pCNeNu+8abbPZlfl4zq4n3+T3MHIHYzZNZSSelEDJDFesdd7fp3MY1KTq2KNgujWtikZaEYI1S9zuBf/Ldmq+F2V1+vQr+hrSSxCArO85I3wRyTZsyDlhUVA5AsiVVkW7kdiCpQUB7en2578caDwrZt5wkQbW6/TdT62695kaBVxPPqP11LQfexK1uibayqm6EyNXUk0+5WAxvrM4fWL/5ms/nJFzpBbgIM1ca2zyvcOdoYnGKETMf/LXt94aiL6iSPRxpppLo21Cwk0IR5z+kT6y+Q2RPjUXufZNZk6Gl7qqi7Cc4aN/0vAWgqok0vmL5TZJPsALwkmmSsxiqyWmopddKbl4TJsiGY6c0eezgfFYxgmUrS2rdWPCmnabQzaOpGQmWkafnq6YbDGoZOHz31SPKUnpQgfKIb2IhgRjQ/FnU+pu3G3pHSYY0IkwaRpQjec87txaqhDBJaKjDnjP456z7GxVBJWpBesmnYiVO1vxNhBmATHajM0fuevHO7GHZI11o0zp+0RDIU8RLRdVJkm5y1ZemWTHLkw0zRbXU+weSJmSPj8QZv0iBXmsXX61BMCin47EZL2IaUJgtR2Q9AVXa8uSdI9SJehnzYfoOhe48ZfDOUau3tRQr5fqQVl8KVLgknTHBhezqs/+ATAr6J1KY5QShgjMRE5zc/qo6TgKLOGbmkaWkZ0I+5eVvKqfSe532sbqEIi7gyBZ5uRI17+dFWdVjpnocdM/aFWRxJMGmfcW+18UCGcFukeplsVQSC6Sq7hmwJmN9c4b9AYFyQW4yWNAxzUrigILXiOY96TCXs0r6+euq8K/XYCDjJ76BS5pUpJnZQqn6dBhTQJnUuCSQKIZkV4p5cfpqjKK7EIpkse6QR+h4HRBIwbiGWrWf1yoF6AGC+ErPlnD7/3sVVmx7MpSNctBDotbH7tKIIG8vpnVr9sricJJs2z53M5A0jECTHNemZ1d4T1FsYfYgVT59lVZd7WQJVCyp/AvG1CY9ZCRznmxZdTKqF+srSRJJg0T1yziOEK+qMIiCRLChEQABPPdLgb6/r2sto1ZUQ+lP9TgHP6+hTFo5GRiaG+cYdkWmDH03821JUEk+ZZWnvBKVvktbeL7bs1zV0Pze4Y79lJmQL3orXtrsppnaRfoLByAIMjxrwxC5QCOqPE3fCA2fpDsZ4kmEGYdW91xQNEdPogdD1Uu+w04sowVLOXt7GAEo6adnfD8Fj1hvrvkmAGYQWIXYytrW0ZEY0ZhO5llwNFgKCrujJrWP2iewcqKtfbS4IZpBn2VTsvB9H1Q968f5DwT7Rbw2iasdRe33BgojKGUjtJMIM02yK/M7H+YEwz9EHST3YbHgECvCXQdpTpYs2tEEkwMXASnsq+6VPH2YDdWNWDsZ4+zcAuZPpdlXMB/QwMwZAKZjDKzDoUtKjKpOI5Cz/KTP0yTytJMH3mZNXsqrKi1sAlKmgqE7YnQGFmAndBJf6XSMWoAx0K4xMQnizxWm82G/KyKzbvsncJyp6ZtxykRtEQsFksBxfem7xUuEMBbUkwm2bZP2Pa8aSEbtSJdjFeG8zEhBWmLCQM+ykA0Aqm0LzSuiV3RVs4flfl2wzedygsrlwZo7h10UG3l7obLsqVMaVrHEOeYDaFUbgTjONB0dOhxpwUNvY5K8DqxSXK8JfJ7e7leOevmXolWL9OmtjFRDJjKhBEgkhcWur23J4xSmWRIkOaYIRzm0XRnwZjRFLnTBAN0ZetgVD56PlLvvhy1nHFozvzzgox/pH62C0EKijoOs51dghf36QOLR3CyGIB8gqAYAAcECYsg1MY3GoFTU3GvdvgjGDwex2yBCN2E8z61Ykm9jI1dQxxe3M/KbqXdHV2qkNZqqPHwXrIUbDuPtFQT/vuKwSXvYngJ8uMjzXjCxFsh/0Glp33hLrlWOjNPoRWfIzQsjeg/TTgcMWmh298FAotLdFHHtl3F2paiKxoIDAkCcbrci5WgBM3eyizcXmbGjCMe5rUrjbxFz//5OmwHXQkYO3vgaD7vWi94xroP4qAeplZ1O13RMHva6CO276fghwKob3uZgQ/ejflyuvAGmhKddm8RU+lvLMh0EGKl37mIeitrryGwCdsCuD8jaaHniCydOSx4hU3MAHQ5i9UoWCHppGVmMaD9clEJIyrRmba07LtiBOQf9IfQZbI7k3aF8vReue14AzcydCIUSia8X9Qt9sx8oIJBbHxhkugpZgkdfDnpWP23o1qa0OZt3qzT6MhRzAtM6sOJy2Y12nJ/yyemCFiate5po7Op1CFzspVAMZkymVt8VW3Qd0qRrSBUBCtt9citPLTjFuleUeVI7/qzJh6dT69AB2Nj8SsN7AKzLqmTpE7mIGh2N16yBFMcmAD/DXOh3TGKQTjSXvQChUUYtiN9RD/jlqY0fH4P9H53ycHTddIHRe6LoF14kEx9Qq++zra6m+NWW/AFRjrNWv+PvH+ARpwvzkoQBLMACbVP3PKAawpLwOUNwAxA2pKefko/ut9UIbZY8rpeGI+Op8XucMyqxRddB0sv4qd9SOw9GW0339HWpQnoteDhcHfjuhKhqewy5WPOneHuE+T8V/MT4EkGPNYha25sdq5V5Dw/mACWTT7Wlh22j3mDmZj7fnQfvphgCNOfvO831Qif2rs6BXt/7oPgf/9J/kKhJEojOsY+JpZ/4QUZRR0TADBz4wfFPAPUJQW0SykBV9UlaL3He5/f5UWxbKsk8H8LrIMqsjqeqsrFxFx5WANSFyOFlZfDGX4yKgqhD56B20P3A3e2DxYqvbrV3GUoeiym6GURTdF0r77Eq23XJEhl9TcZVIpCrFIWyLeITUGtxPTh4qiLCiuW3SP3Omk/AE1Y9ZxShURzovNLqeXgZKUdhRFuGWHnWH7zVRYd90bUCNfCwXf+C/an5gPbjX+AA9qEce6oouuhTJm64h6iCd2beWnaH+sHtziH1R9zXQuwjmIpBAAt4LwtqpYrxs2Z8ErZtrmYh25g0nSrHpdlfUEnp56q5fIClN+IdRf7QZ17NbgQAB5hx8LZdTofg0Cr72AjoUPgNs2Jmn08YuhEgeKzr0C6rb988cF3n0dvPZH8MYWaD98i9DK5V0HluwsRqaDYGfINeJB4z5nSBVJMEma7g1nV1arzHeA0WWnnwFFvCwVzboK6vid+pPMW6+g46F7B+XIoZQ4UDjzT1C375+DLiguch+6B8K4LpcKgToooOxdMn/hilwaV6yxSIKJhZDJ3/2uyie5y4AvowrlF6Dw7MsM8/u+JfTh22i97+a0+ispxSUonH1NWLudwGvPo/3hOdm8W4kx96QT8Q32Oo+woxoSJasJRsRu2aq1tGOw/UXWn37iWGuB5VtmWDJx1YijU6HrYljE/UyfEvrsQ+N+Q4/L16fvsjF3fKGiYSi+5K9QRo/rp0fni0vQ2fDwoOyo0jlnRAhpuj6rrH7xfensd7D6ymqC8bkqrmfGuNL6xj8OFoCiX5/L2QCGM9U+RwMaY34Bis67EpYJu/QTI+45xM5B++aL3r+pKtRtJ8Aybjso2+wAKiruMugj6gqD012YobduhP7zGmjffwV93U/QVq8CQsHNVcSFbuHsa437ob4l8MISdCx5FNzRPqAhDn5j6gA4SMAGJu7QdTJAElfuTGwjUop01tZayDJvWN2iqHGDBn8sydEg2wnmUQIdWeL2bDlYT4LfnDHZUWpzrEupV3Zy5hrCKK/wgqthCXMnI0im86nHoX37JWiYHdbd9oa6wy7GC494So6n6OvXIvTlZwh9/B70H78FCopQ8HtXWEfGwMvPoGPRg12hJbKsiNciBfCzjhW6Qq9B549Um77efu/iZ7NsKClTN6sJxu9yLmXG/jrjtLK5nodThlIUwSKhPRFOG4y+E+nTIJnz/wLxrN2viJ2I3xs3oUTVQ+x0dA1Q+58ejSfzh+eAtey60CWQrrP+MCnKw466hucTmYeh0iarCcZX7fwchB0HKwnWylnHlYzozPuJkDkvR6YWbl6+8URsxjzflLwEKgVef9F4Lcq252cGfCEou4x0L1qTwLCHXJOsJhi/y/kOA5PErGmEO4bXeS5M5ww21ThvUBiXp7PPZPVFZSNQePp5YV+XktVHJDniGNZ2383QvetT3VXy5YtLWi10yvC5Tz6RfOG5JzG7Caba+RQTjhfTQoAW0kO/S9fEs2vKCD/U9wBENkPN4PVi2f5XyD/FBXXr/gGeUq62phk+RR1P/juj3BZMj5voUUddw+9N1x/CFbObYFwVdzPo3O75I9DP7VrgyC3nPfVJqufUf075sRxSnkl1P6mQr249HgUnnwU1zItSKvoLK5MZoa9WoH3eP6A3Zd1OZoPD7UluHOe0AZ/ejrKaYDZMP3GGqlrqe0FGWMUh5dDSeYtSGh8yWxPYi8BUBWdeEDtAVZrWob5hHTbeegW4STzEZU1hnZXzymRu6pgTltUE01FduWMHsciy1ysei9jJ/JzXMWHCXc+kxG3Yf7bzNNZx/yYTh5ggZ0oFZeSWKLrgaoh/Z1LRfU1ovfUKw34mWwoBb9ndngP66ltbC8vhL0+2TJ7cfyQLlo/UP911gX51LfTBMqtIN75ZTTAvTZ6cv8+Ojle7L3p7gicsJsG42+72zE4GqN7p5YcpVuVPuo7JJPyNsgw5stpQfNU/oGwxNhlwJF2G9tUKIzB5FtnDaKRqh+iaZT8CHwHmnUDKKDDbjfgNYYybxZIRmUEhwjoQNWma/prFynfa5yxZmnRAM0Rgln0m/VFrqik/W2FlTkQ8GesJeKykuOQmuu1B096s66ord7SSfgQznagQDmSGsDYT3vhZWay7TUThrCszV/f2VrTe9zeEVmRP2mci6MwiIgwL2+b4sTUyTpAu8i8R83KLqj5RVKDeT7ctaIpfWGa2SACVzBoIV1UV+0uDqzdlCQivnJhIBe3EWMXE70PHtyqUzqDCm8PwM+sBYioj0HYKMJ6JxgBcnG3HoEizQ8LJ8PTzQKPHQi0dGTa9yWDMrIjxIi55A2+9gsCrzwGDmGhtMMbfs08RxgqAn4jvCUK9JxdsbbKeYMQEbahxXmdhXGnO5W6wl9Eg9i/+zg4fCeuOu8OyxyQjXILwLRLHJ+FflJYizg6dHdB8G6Ct+BjBd1413Apk6YGAOESB1oH5htK52Z2yNk2rKrXLR1ysXbDa+Q0BW6W2p+ySLrynleGjEPzwHbA/zK5btUDYw1j22g+WX+1uXP4KVwKjJItwui8jxLP05x8j+PF7CH36AXQRGzhCEKl856mGEV7w9RfBPRwmswv95GhLTEtLOoor6KGHfk6OxPRKyQmCEZCtPf3YPfLy85flypFmoMtARIwr/svtXdkGQkGIcAiBN17q+rAjFVseVOHcWDYC6jY7GIGqRJxfQ4bY5Zgo4pJW5JPWPv/YiEbH639G6MfvoK9ZFd0tQLUg79BjYD30aKhjtwG3taL1tquhrfraRK+5XoU26jrPHCx/u4GgmzMEI0DwucovBSs3Ze9V7C9TSfbSrjzN43cCqRaEVn+H4NJX+odUiDD7BafOhO3QY3r9Kj5+7cvPEHjnNYgA4BHj8oqYvuI4JTJFWqwgq9XwsI4awpl1cDDY9Qokdh0d7WBN63J0jFDEbkkc06x77w/LbhOhlPVOminuZdr/eXv09U1kZIS07rW/8W+y2RD471PGnU4uFQJpOvMjpfWe2OkXMmjgOUUwm0kGyl+zIXxC5HVARoAo694HAIqyuZpIBq+vW4PQR+8aRw199fdhdwUibkvJjfVA93GnT0cifSw3rYe2ZhVCy9+Hvna1cSTh9WvBup6y5SnuesQdkLrlVkYsXnWHnaGO2caIMxOu6L4NaJtzkxFCom8RxznhrGnZc39Ytt8R4hJ7c9E0tN51HUQwrWwqPT/GvveJxolVXAIzXrfXew7NlnHlHMEI4IUZP0LKwwwMz5aJ6KknOcow7Np7frkPCTMIvWkdQis+RuiDtxD6egW4RWQJ6FqWecc4kT8tjhhcgU6Evv8a+s+ru4JFff050NkJvdPIM9ZFOp3t4PZ2cEdb5B1JYRHIlg8RplN8CWIHJHYp4rgmdipK6XAjml3MNLc9euiZC8nY8YzfCdY994Nlx92gjOkfGa+7aXDZm2ir+1vmTL8ARIEGRicxNhLxWp1J3KvoTPQ9MX9tIbSHiC3M0BSiMtJpax1sWEUSYVsGxjLwUzu0A8a4l2SFf0VOEoyYEK6ttfhWfzAXwGkkHqmzqCgjt0Bx7V1Rk9n3HI4gheDb/+s6FoSCKLrwmrDZBOKGQNeM4NukhYynZO2nH41djziC9DpeqSpEfmnx8atlI0Eik4E4YlmtAA0M+uD7S9E+7zZYD5hs/BM2jk2YgRnxhu+9Me4hJ7sBQdyf6MusKpZ0tGuPDrXMAjlLMN0LZXlVVfFoe+ffSKEziClrLHALz/0zrHvsG996jxLcKT5BkWtzexva629FcPn7myuJ1CjFf741dn7sZClhQk7n00+go/FfJmomv4rIIMCEZ/J1/Cm/vqFPHNLk95fJEnOeYLrB56oqm79UGacgcKNGmEjM22T6i5M46uQdX5VRH67AUxw9xBGkuwj3A8PHKUZmyXR8CHqLH6E3X0K7CHAoLpnTWAjw6qD5joD9Wpo/35fGrjO2qyFDMD1ngC84ZYuNgdBOmhbYSVWVMSENY8BMuoKtVaZRBH1zfEeGInyavmYSmUFpKiXLPsTMkiCC4hhuXGZaDz7SeL4VkfkHu7S5b0HwvTd6EYzYcalbjBk01cSTuDhOBd96BSImcJoj5ekMnL5NPgAAIABJREFUPOQoKLiM7nh07aCBkIEdD0mCSWQe2OUq9NO6tWDDfSDtRby0KGO3NbI1qtvvCMVeFjVFbMoUZO7awbz/i3+e2MEUX3QtxOV0OovITBla+WnXRfeKjyEuvgejEPCF3e3pn0VuMJTJsD4lwZicEO//Td2GWngl8Iv/ksmmSa8m8hzZ9j8MlokHd116RslFnezOxUfcNvcfEN7Pm49IpSO6ckyHSVOb7P6FPOMY9MHbCL7xIkLixWvwyxcOSTBhZ0ESTBhYRDL7nv9ZxO4Qr1LNaz7YyNw79sxgr22yl8F20BHIO/w4UGmKXuU72qCtXWNY1RpHkTf+2zusAhFskw6ButPuRt4lEi9JJi1/48FPJIfreHoBQsvezKgEbTrjs7J6T/+EU/EMLkfrDmmC2Tjz2D1CWsEsZp4EsF0hGs6EQsNioUchw4SVhFt+xi4D4XdkeEsn6Ziir1uL4CfvIvT2qwit+lrEJOhKLxItCb24nxKGgYpivIBZ9jkQtokHJ8evSdPQfLkrvE/VIM+KJJjIEzCkCGb9uRX720JUoQOnks4jmcgqPgmOagM/yKvXZPfC+KzgjPNBhUUmW4Svpq3+HsFXnkXwg7ehN3sHlLdaGNop47ZD3lFTDOM4s/5MkQbQ/KcZYO+GAY0vFY0lwQxxgmmqmXKKCnWWzthzUw6jnCNW8ZydXzGAQPcd7YahXudznq5XmGQWVYVlwq6GdfFAshi03Xsjgh++nUzNkiJLEswQJRhfTeXRxHyDDuyTbda88a78grMuhG3/w+NtZtQX9yodT8xPue8O2fKQf/J02A7+NaCIjM3xlc6nF6Cj8ZH4GqWhtiSYIUgwPldlPZin54JntZlvpPjyvxmJ6uMtIkZLm/vW9OUnIkJ+5anIO6Yy7ruZ4DuvoW3u3+MdYsrrS4IZQgQjXAPGOkKfgXjIBJ8iVUXRlf8wYrnEU4T/Utu82+Jpkpy6ioq846Yhv/yUuOQJgml/tA7cujGudqmuLAlmiBDM2gtO2SKvvV0c0uP70lK9AlMs3zB0+7/rIGLImC2hLz5Bu/tWw6ZkUIpqQUHVGbAdcYLp7kNfLEf7/DsgcillVGF84aiXhnbh5iRnLjt5dlVZc2twGQPCx2hIFetu+6Cw+mIgv8DUuIVHdPv9d0L7rn+clYgChNvCFmON2C09jexEfRGeQUTAE69OwlbFrJm+CL9QJI52oyOHXeipj5E/6ebLMi4TJIHWldQ1bCmyDJiaABOVmKE0V087VmdenuokgibUSbhKzhCMz+X8BsC2CSORIQ1FEG4RNwUFRYjl9yRCKYiwCfmVp8E68SBTIxDBptofutfw2TFdrDYj+JVSOsIwthMxdXsXgnW/Q6GOGdeVIeC1500/b4s0tkVi92WSHDsWPoDQJ8tiPsezCNHv3QBBStGi6pnGIGpFZmI8UkJbuMjtjhwwx2RnIlNGU1lwkcLYnmza0Y67l4i1nZUlJwjGf7bzadZxXOQZEMuNNhK4k4E26LSSVF6vi3w2OvKIlN1EcCoCRFg0ReS4GQyjOusek5B30pkpdRoMffwuWufcZNrTmAqLjbsSESiq9e7rgWAgIszKlmORX/57w9DOCPYUzSivh5RC1yWmCTKur4zZ8Pru8DwM/ec1cTVNrDI3Q+F6+5bNV1Ltyx3xyhAW5P7qihtANAtAoVirpW7PwAyb4lUiyfWznmC8NZVTSecnwrwWtYrwgiHW7h1eEHoJdz2zEbW1CtXWhgxXgFphrVsL1NYaaTy73QN+vuCUkQWdHeW6xidD4YlgMn+xMYDJEfFoi86/yviQU1Z0Ha3/+AtCK5eb7qLg1HNgO+BwbLzpMuM5O1YRxx1x7BH2NJ1PPW6KZMTxqujcP8d1hxRLj56/i2RuIoB4GkuQGW/ZLMpNhXMWPRMrTazvvCnb6QHlMgV0KoDNhMLAA6Vuzxlp1DvpXWU1wXDt5Hzfj/ZPiWg7AxlhkquQX2f804GRVw5ku2oQzuwqR+fG0IgO8DSAzgF4bKqeva2TDkbBKa7esWWTPN3aV5+h9Y5rTadnFc6Lhef8GUqJHc0X9Yk1rShQiorBbW1gEdi7e7eiqCi+5k7DF6n19muiZzHouYuZdSVE9slUFBHxr+XKmakQHV2mWI+EIDOtZdKbANKI8TMr3ALm7QlKEcEIhSlSNvT6FpnQblXUA4rnLMyeVJdh0Mhqgmk+u7Ja09m9aRBMRAv0EF2aikux9dVT91WgeRQj42PyizpuOxSefRmUEVskX/gmie0P34vAq8+blm+ddAhEdgKRm6jl4jONuDTipUrcDRlZT/Pyjd+EAR0CAWg/fAP2e1F43pVG7Jr2x+oR+N9/TPVnPeRoFJ52jqm68VYKvPwM2h91x9tsUOsTcHuy8qoP5kCymmB8M5xvQMGBAOms06Wlcxel1ArL63I2EOBM1YTl/aYSeSec3PXBJjmwlXBUbDGcBb2m1RdxdvMqTwMxo6V2lnFPwhtboAt/IBH8W6QqUVQoxSVGYG/e2Axu9hkEI3yiOjz/QuczT5jqTx29VdduKYkhH8SFtkjT0nbfzeCOdlN6ZEIlBi//Cj/sN8n93oAvjAd7PFlLMO2uykM6oIugq8MthP2G1TV+mmowN9ZUXKyxcksqL4DVbcYbEfMNnx2Rlyga0YgPPBCAZevxUSPsC1zE8/HG2vPBbP4l1XbgESgQuwrVgs4lj6HjhcVGvqNoxbLznii6sNao0nb3XxH8+F1T0yKOVAVnXhDzslf//muEfvohYjiI7iwI7NuA0JcrEPzwLdMX2qYUTXElAjopoO5VMn/hLwF3UtxnKsVnLcH4XJX/BPgIVbWeMWzOgjjeXBOH03+28zTW8WDiEuJsKcglaoSIrh+N+xsRqiFCHiRRR1x0tt1xTVx5j0SM3cLz/2LkMRK7gdbba40dQaTS85gngoNvvPaCuGxW8k/8LfKm/C6ifPEs33J5tbFLiu4An7lhNaKuACPXC/3W4W5YEOdKydjqWUsw62dMqbCQZSdHfcPN6UK3K3B4sDNd/ZntR+x6imZdtSn7YvhWRp4g9y0xX3VEzF/xXK5utR0sB06G0icGcOCNFxF49Tlo33612b5EBLqyHTDZsMpVelgTi/SvIvlZ6PNPEHz/zU3EEHlU4ngYzX2Aveux8e9XGbmbcq0QIaRAnTWsbuF9uTS2rCWYVbOryubZFzTX1iKUzgnxVTs7Qcatf8YUYasi0oaIfErhisgVHXhxSZcnchTbFOt+h6Gg4g9dkfEiheHUtM0ZIcXxx7rr3rDudUBX3+JI17cIg7dAJ7jFj/bH/wmRryhSsR1+LAp+XxPxd8Mx8/47MjImzAAXQxugX+NwL86gTHEDHNGm5llLMMkZfvxSvK6K7wiUcb5Ow678hxHcKVGCsR16NPIFuRSXgNtbQQVFxo4j9O1KYGNLV8rXMVuDiocZF70idoxwlhQZGwt+V911VySyQfrWQ/v+G6Cw0LhLEo6YwrpXWAGL9LQdj9T1yqnUU99YBBNY+jLa598ZcxcW/6wOXgtmfAeLemHpnIWewdMidT1LgokTW6/LuZgYU3pbLcQpJAXVxcuNdffIdiTRjkjCDSD/d9VQCgoRWPYmOl9cggLnH4BAJ9oXPwp9zQ+GxsIIUAS1EoTR+ezCriMPEYovv8Ww3g3890kjZ7bYrYjndpHKhDs7DFIQNi62I08EQiG0Pz4PoY/f64dCrCNS4IXFaF9wfwrQS79Icbumgd0d0K/MljSwiaAkCSZO1H6eUXGmTaW5feP2xikm6dWFP1LesVMjHy8iXfIKgrjyH8aTc8dTC4wUIOIYZTv0GFj3PRSBl57qlaJEPKEbu5xmr5FW1iCekVtC3/BzL/8j4RgpCEYTXtsPzzHqiXQrIq2tIKjWv10OkXakZxHkJSLzRSrtD96NwOsvJh27tAoktBOwsCO/4OIthkAOJUkwca4ukV2gZfUHrXqX9WXGFHHJKp55I5VIz9QiK0HRrCsRePMlYwfSfUcjHC4LZ14O3bcBbXW3ACLgt3ix2m0iLHvuazz9ipcl4TQZzoUg3/kHWLb/VRdpff7xZrXERbBl5z0Q/N9zCH7yyy5GODsW1lwKyy57RRgCo+XS6dDjsOPJhMkhIp1Z/4ZBr1mI/1Zc17gilutAJuidLB0kwSSAZCZ6bscimEiGduIoI4I/db0M9Q7fYDv4KNgO+jVEIHBhNCc8t4V9Tv5vZxjkIXYgLcK2pmdMGSKDJIRMkV6k8+Vne3kziydvkaVS9zch8MKSzehbxu+MwnP+FNFVQuyQWq48Jw2e0eYXhEi4BvDzgLpeUbnrWwoBAdJ0hbiJ2PJTyKp/3/6zbeW4BQuazEvOnZqSYBKYS//ZlW+yzgck0DSpTcQFqtiBiKOMIALhzRyttD90DwKvvdCrCg0rQd5vphpHD33Nqt7NRfqR/Q4zZHOzH4F3/gdSLcir+L1hGyN2Mf7zTt58NFKGj4Jlj0mwjN/J2NV0vvIs0N7HGNWWB9vBR0I8YfcMGWE7ugIFJ0X26xP3PW31tyL09RdAKJhUHBMRJh7jtOLQViNue/LHRNoPlTY5TTAirgYtWJDU+Ioi9Yk1qDzN4PTmSe25IoWj4RZju+5J9pgIZeRoU+tVBJgSdiTo7BlJgJB3QhVCy96Atukyt68w6177w3aM0wjVoDf7Yd1lz66dBjP8F/zeuO9WthkPUU+8FonXpeCH70TcbQhbG/FSBf0Xq+KiC66Ocjzq0ki4IojL4YDI1fTVZ33GYQqCpFUiwnp7nWdk0gTmqKCcJhhvTcVy0pXPWafZyXCA9J9TfiyHFOFcMygxOsQ9heVXu8N22DGw7LpPQv5KwhpXGL/1LCLEgrhrEda3kQpZLLDsdQDyjpxikInYPYnSsehBBN74r7F7EkZ5wY/ejfsYI56zi875kxFky2wRgaSC775mZJkURzizsWfMyo9Zj+hRR13DAPLExOwhJyrkNsHMqHiFFDpUmNsz8ScqlL+XuBseiHfmfK7fjmfufJCIhWNl2jETxxHb0eWw7j5pwDFTQh+9i9b7egecEi4Gwks6VlAmcbdSOOP/IKLuCeM58aJkPEM/eA9C7y+N6uekjN5q83N3X/yLzr4Mlr0TP3EKvcUltdg5JT2nU/jFogUYk0bVe/qG9ot3aeV8/bR/LOlEtPm8aTvpAW0ZACNY7SYPlRbS8Ymm4sVgKPjvLec99Uk4nbyu8iMIdCRBcTF4RAznl5QMSzgO5h1dYeR7hvCwTlIRgaA6Fj/aS5plj30hfI+EM6G4PxHE0V2ULcYY5CYubsUuJ/DS0wiu+MiwuxEXwTTMbljoCvsZYTMjXpeMIuL4jh5nROgT3sx9d06iipHytubSqH5UpoYtLIbbNhq+Uh3PLoQm7mpSVJi51UHqBHIvSkeYvBSNIj1ic5pgBIS+GVPvhaKHiTZEOog7wdgIQgcx/cRgYevuAKMYCorAnD8YOxaht23yccg78bdQhtmTvhLEXUZr3S2GjUp3EbsYZew2XfGAReJ6cZEqUr+K+C/in7wCI25u5/+ehfbF8q4jiaJA3Wpb2A4/ziAITWSEFCEbOtuNS2FBKsY/Lf6wsXFFiIfiy26KHgNH1w0bG2FrY7aITAltd14H7fuvzDZJoB79qEGr11l9dGR9Q+rYLAHNMqlJzhOMANtf7XyLCftlEvDRdDE+vCtuheIYbkplcVwRuw4RjFs8NZOioHDmZSK8X8T24uNrnXMzuKl3ChBx/FHH7wx1q20MghELRG/xIfTZR1GPUCLkpyAbGrklFFsetJ/XQPvx264sA2GKEZ5h+mwjmHjEImLqvvsaAq88C8vuk4zMlWR3RB1Xt6zg0pcNv6VUFyLy6zrucATtt9H8+cLNW5YeCAwJgjFIxlX5NoP3zYbZF8+8hbOviRjzZPMYgkHj6Vhcsmore4fDKTrvCuOjjFa07782QjAI+5a0FlVF3rGxE6+Fvv4cbXdfvznRmkiZYt3vcNgO/03MVCfBj95B2z03pG1YDG4lpr866j03pq3TLOhoyBCMmAuvq/JxAke2Rc+QCRNPwMOuvcfIQdSvhIIILX/fMIwLrvg4YpR/dfxOKL7o2vAezj2EiheY9kfq+hFUyqCw5aHwFBesBx4RI5gWo/XWKxAKF3+GCOp2E4wdjWXSoVCKh/VTd7DSzCrET5TUNWb8GkvZ/PYRPKQIZhPJnK+AaxlIS7aARCdSXKDmlf++K7KdSFD/3Vddz7Lvvg72N4E1LabovONOgjDZj1XEDqZz8aPofPmZWFUH9Ls4RhXOutJUilvxKiQMA4UxX+RCgM0G6577Iu+wY6FO2Nk4PolXpdZb/gzdCEyV/sKMeaX1nhnp7znzehxyBCOmYMM5vxunhDquI9A0gMNsEzJjoshR1vUxMne97Gxsjsveg/ILUXD6uTHDUHYxmGY4NYoYutrqVXHbskRDTMSrsey2D/KdpxovVbGKIIbWmy6NL0VsYZERaFwdNRrBT5bFFXs4lj7x/i5eKxVSrrLXLbo+3ra5Vn9IEkz3JHZUV+7YAVQz9JMUhUYzs22wXo1StbCUMeNQOP0i4wLWTDFiwHz0LjpfftrYCfR8rjbTvmcdI6XshF2R9xsnLDvsYgpa0Z/IYaR9k+0PM+QHbBMd7n+n8ikr3ilJe/0hTTA90RbGdITgaWD91zp4PAh2gAoEQCLTY88i8oSSTiEd8CuEZhC/qTPtRcy7ZVqcGKG3OG4VTL/IMJAzXUIhhL74BMEP3ja8oY3XJuFBvcmrOqwcRQHZ8qE4ygyzf+v+h0HddoLpLkWsmLa5f+8VHsJ848yrSYTb7XWe2ZmnWfo0kgQTA+vujI+9/jKjf5LztRecskV+e8eng+qjFGUs6g47G9H+xfNwIkXf2GLEgBGBqwLPeXrvbIgMXyXbxIOgbLlVwkZzHYseQud/FiWiXka2IcBnd3sy+q4v1cBJgkkiws2uyn/q4DOTKDKpooRlsMgeKSxzEy0iJ1L73L/3et1RykagcPa1xv1HQoUZHU89jsDTT0TfISUkfGCNRDBuaGpFMC+0QdFpAjTaQxUuI0yTGMIQM3Ih5g4VdGDxEHYpkAQzsPW3ubV3+jQnVO0R2uSWkCSxSRcjfIJEDF3LTnskJpvZSGwvLoS7i/DsLppda3hSx11CQbS6bzHufdLusBhz98oigfk9dnfjeT2ripTFG9fYt1dZ2TUI3MjM24dLKSwiOlhAFw1zN9wZNy450kASTBImsuXMqsM1a/BpAHFcciSh4wRFCEvh/BNONtwREiki/UnwvTd6EYwIjyl8juIp4nlc3LmEPu3t3R2PjFTWJcKn9jrPrrH68LkqrgfTuSA4+tel+x3uhrNiycjV3yXBDHBmxR2Nr7ryJyKO/f46wL6S3Vz4EBX8dnrkFCUROkwGwYhL49a7ru8KtZCBhYH2kBo8dOScp/pHJw+j7+ozpuxUaFMfAbB3r58JbzrqPAdl4BDTopIkmAHALOLz+te8vwpM5j3xBtBfKpoK58b8k6d3+QSZjEQxIILp7EDn843oeHZRRCvkVIwzLpksoFCusbsXdeXAjaP4a5zLmbFLdxMGf1zqbkzwPBpHxxlaVRLMACamuaZigc500gBEZExTdevxhtWvEXQ7BtEkRDDMhs+UCFBlGAxmcGHi/zlG730k1dYmlNSvyVWxRgFtKQzuSNcfdcxdPGQDU0mCSXChN1eXn8UK1TGTJUERmdfMYjUM8kT6VmEgR7bwT9rxEkzo0/fR+dIzEP8Wti6ZXnTQoWXuhtcS1bO5pmIKs+JhZmKi20vdDRclKivb20mCSWAGfzrtmFEFBYVvM7BNAs0zvolhgbv9jrAdcgwsO+0OEUN3c9H1rlefvq9IF11rGNhtPhqI+LlfrUDwnVcREqb7UcJxZhogoY7QViMeHFgwb191xWdMNJbBl5S5G+sybYzp0kcSTAJIN9U4b1AYlyfQNOuaWHbY2chaYJ14EKBajNi97Y/VQ/v8l2BVIvVJ0fl/MWLBoMXf5e392vMGwWRjUYl3HVbX2Dv+RZwD2TDjxJNIUY8KFhRePRQSrEWCRxJMnAtHVPe5nD8DyLpXowSG+ksTIlh32Qs0ZmuEROzbHgnQRDQ7EX5B5KwWcVhEytlsLgz916XuxS8NdAzvuiYWTnK/FzmS+kA7yIL2kmDinKT1M6ZUWEhtCGdY1VcUM4OIvtKgPwRN/9GiWu5joCscvywZiwAzXVta33B1xiqYRYpJgolzsryuig8JFPvZkbCeVP20klH7vND9GiGsfUnVHhf+h3F2K6unEQEGLSh1N5ycxi5ztitJMHFM7eNVVbajS4NtFH0XEmTiRq1duzDcRaHPVVEDpjtBmZXbOg4Ycr4qM3/aTvrhY9xL1uf8YFM8QEkwcQDsnzHteFa0pyI2YfisFuXUojmLItcRoTtrpswiXb1Vkkwc4KezKnNHPpQ982W2gAGjLgkmDgi91RUPENHpEZqs6ywo2N3si4G3puJMYnKL1EBxqCCrpgkBq6qcGOsPRZpUyepuJMGYnL6XJk/O32eCYxkTdu7bhEArS8bsuUu8lp9NNRVTiMlDEE67smQWAvyYw914SmbplH3aSIIxOWfrTz9xrKXAshLclSVyc2H47GP3GhkvuXS3b5059YRQSHuCiaLGFjGppqwWBQGRK86ku5XINfzDcz7L+JMXLNiUplJCmwgCkmBMoibi93YSf8I9XoBEQKFgsbbDiNsGaPXpqngMoN+aVEVWSwABnXmFoijzwXwFgP55TvrIJBH2XMUfy+Z4Hk6gO9lkEwKSYEwuhTU1FbvkM33U/YIkHNlYw41l8zx/NikiYjW/y3kVg6+J4+/rQLscUu0J1AE1dETJnCVvN9dUPsrMpp6gCfSO3d2QNRlBM3FSJcGYnJWWmopddCaxgzEwY8ZaR71njPhLZ1JExGpeV/lCgjJ1oHJk+/AIEBAMWvnQEfc0vvXzjBOPzyNLA5syEyBdYa26pH7xPyW2iSEgCcYkbk2uykMU8KuiuliwOvTfJMOcXMjzVVeuAvFWJlWR1RJCgL+y1zXuKJq21FQ26OByM2IY+MExZq/tEr1jM9NHLteRBGNydtdXT93XQvrbxu4F8JS6PZUmm8as5nc5OxjIi1lRVhgYAsSXOOoabxUpaoDOj8yGOCXQU3Z3w4kD63xotpYEY3LefedN2Y6C6hesQ1ct1mOGzVnwismmUautP7Nif9VKS+VEJAPNGDKIfujMz58kbJWMo5JieUrcpZkpIsfRSl51xVB3XjSDVc86cl2bRGy1a8qIQiifgeh9e5P1RErS86W/2vk0ExKLvm1Sd1ntFwRCpF81om6xkdLV63I2AHCa/QgIeFdRrRcn64/LUJgXs9gOBSyijlG43o/HuNc0VmpG1C96JxmAiGRteW0d4v4lHudHDURqpqX4SAYe8cowQlLG2UhkCiip8+zefTnvq3b+B8AxpgUR2sH0WGdB/uWjVoe8yfpDE+cwsqZ6vPOTNQNLhaK+s6fe67hv0TnJku2bUV4HRXGZlcc6/0/Lw6VqgKpBdBaBh/L8faFrykWKhXcD801mMQRoY1ANTO6ZLWCTC8hpcfEVg5nIq1n148XrlPn+h1bNobxA455pnl1VRrctaIq7YZgGPPv0sf7W5s/MGH2J5gS02N2eEvG/V846rmREp+0NAsXM2ZMMXTNJhnjBg4Lp9vs8D3Xr1VQ99RyV+C4Gm3G5YJ1wU1ldb/slf820CdD1B5mwH2LIIWC9DvKQLXSD4+4l32QSPpmmiySYQZoR3wznG1BwoMnudQvUi4vdC28T9cXHwKwvBfiXILgmBWV7NWa8U1rv6Wf8JjzUFVZvMxXQi/EfR73n2L5YcC0srWun7dIWDE3MU/lY6MpoFnZOCph0tIGUd1gLvNoRCHy85UPPiaiGssRAQBLMICwRf43zdtZxvpmoeGKCdKaG0vqGzYZ4XpfzQgIMshlqRQfeKnN7Dgg37g0zyq9WFSVmLiNm/ra0vnG7oYbdYIxXEkyaUfe5yi8FKzeAzIXOZOJPS+saex2FfDXOl8CYnGbVM6M7xvq2oHbomPlLwkYU97rK3yMo+8RQtsWx6biZGYPKXS0kwaRxbrtiwGCeWZ8jBi93uBv36OuO4Kup9IHZnkbVM6YrIgQ1aH8sq1vyaDilxMucrb19dbQQGCIt7GqvddSuCxZszJiB5agikmDSNLFNMyrOVRW6q9uXKVq34txPzLc46hv/1Ldey5lVh2vW0PNAXE/bv4gh/glQ2qAo20DTBi0A+aYn5vdVlecVWwIP+Tvz/w7wDDPToev6nLK5iyO+5vmqK24iosuiGNG1/ui1bikJxgzaA6sjCWZg+MVs3UUIwblE2EHEI4lZGF8obLm0ZO4TjeHq+l0VdzPTOWbub/q1JzwPzpu5Lq953Ui2DLcE1AkBcDmRchwxbx9Tt+RWCKpacJ9h854yEix9c8Zkx3Cb/RXdREB1hfiJkrrGqmjq+GoqmsBUGq4Og1tXe22SYJI7n2GlSYJJEciGvwsFriNGJYOjBpMiGBYtG0H00Dpr+58m3PVMxOTNflfl2wzeNwG1P7B7rftHMgzz11R+yczjzculDmZ9vUIkDP9CDP6ZGMOZMcEM+RFIhxo62D5nydLuPr3Tyw8jVRH5iKI+N0d6Seqpu7+64mEm+oMkGPMzmoqakmCSiCrXTs73rhlWqUKdBcZuOjAsMsDCTosCDP5GD1EDOZS60r8v+i6WOj6XU0S6Hx6rXs/fmbnVQVuMIrc7YhKwlprKqRqzSKkS89hEQKem8//5Q/5/bTf/ZV+vD9tV+SSDT4iln9jMKeB77O7G83q3d4qn5gujtWfgy1K3Z0K0Oi0zqw7XtOBzQP/sDXIHE2t2kve7JJjkYQlvtVMchf7YM5A3idAxxoUKX7olAAANg0lEQVQDg6B0MrgFTJ+oBM/6gPfBvh9oLHV8NRVBMJkPFM4kDNNOcNQ1PB9DttLkqvhUAf0qlg4A1rVsVA8e98jClX3rbtqFmHIEZejLSt2LJ/aV4XM5OxDFu5yIvrbXNcTcbXmrK74monDP0fIOxsQkJ6OKJJhkoNhHBtfWWoCXDRJ4+WVg3ciRetWCBSHx/wcSoGrDOb8bZ9E6v2U2ZbHapRXjz456z41mhrkp04GJ4EoUZPClpW7P7X3lil1c8+pSb6xj4aZ2vi+xamxfD+VmV+WTevRdkLBqdsTC0uuq/AeBZ4cZe/uP8hXJzJIYcB1JMAOGMH0CjJg0ir4UbDYLAa8PQt1jpHvRGjNa/lzt3MtGEDFvYjtfRiAurqqy+UuDywHsEKtPBjc78gLjqM+dkxEaI6B+FenFzWg3Zu/hsYJA+VyVVQA/1vdOhwFfqdsT9gI4ls7y9/gQkAQTH16DWru5uvwsHcpcM5eohqKbAiyZVZpdU0a0wPJfHbx7rDYMuq3U3XBRvx0MoPiqna8Q4ZBYMojIX9Jk2YrC2KP4XBVrANoyvAzy28fsOSI2wfx2PHPn60TYoqccYlpnr28YFUs/+fvAEZAEM3AM0yZBeHND12ea7NBnDzi2o/nze13CxmrrdVU+TuCoT8BdMmiRw90wLZw8b7VTpMadFWtx6aAfS8fsuW04ovDVlNdBV1zhwyiYIxihm7+m8jVmPrinnuGso2PhIn9PDIFYayAxqbJV0hEw7jZ+dCwyG5yKGHfb6z2z4lWk2VX5Nx18Sax2RPS6va4h7C7FSLFL2pMxd1oRnA5F377pJx4Ji+VZcP/Mlwz4HW5PWaw7GCGn2VVxnw6q6UUwOh4ones5I9YY5e8DR0ASzMAxTIsErqoqbh4efJx1E9HvGGx3eyxE8Wc82HDOSQepodDrMQfFvNRR3xjWG9wgB9Uinogj27MY79T0J0ddw82R+vK7KjdwOI9xhs9Rb+4OpaWm/GyNlTk9+tAYdFGpu+HOmGOUFQaMgCSYAUOYHgFxEQzxT466xtGJaGY4Y0KJ+NF3y4wWCNsgGMXyfLQdDBF3lIz2l1Lty+JJOmzxu5yfM2BkAuhZiPGdvd6zrZnxeWsqpxLzwh51faoWPLTbgtiMDFkncQQkwSSOXVpbxkUwujLHMTexyHt+l1P4S/Uyfgs7UF3/u2Pu4ovD/dYyo+JcTaG7owHEzC+V1jf+OlodX43zP2Ac068O0beOugZT4RZEat5ASH+yO2UsEX1qr2sYcoG60rpYe3QmCWawkI+z35cmT87fZ4KJOxgGqwrvNqyu8dM4uzCq+6qdz4Lwm+htKaizdn5Z/eL7wtXzupzzCDgrogzmDg3WI4fXP/FGtH68Lud8gmG42HsHo9BS+30NpoJ1NdVUTFFY8XRHqWPGXaX1nvMTwUa2iR8BSTDxYzYoLRhQmmucDzDj1GgKiJCSdrfHloiS3ulTt4Gqv0hAVCtZJrR3gCeNDkNiQk+fy/kuAXtH1IGowVH3SwCtSPUiGcoRcLvd7QlnQNdPlCAYFbSIGRaRQjYY1CePuF/G0E1kfSTSRhJMIqgNUpsN1eVnWUiZGz3kA3/lcDfGNHILNwRhyGcl/TkGHFGHSPytoy58RDix09p7R4eIW1wQTobwi7Io2M/MDqvFVXm+xnxHn6fqgAJylbgbHjAzDcYORqcGEeCLQZ84vJaJMhOAGeSSU0cSTHJwTIsUw4EvFHwp6uXpALIQrp8xpUJVFI/w7o66SyLcYa/zhHVIFIHRm1uD68ORoJCqEE0bVtewyAxgG2umnRJi7V+9ov0Tey2KZXLxnIUiM2PM0nVEInHJa2Vgdjj3hphCZIWEEZAEkzB06W+4zjV1tAX6DxGjtRF0Vafrh9U3XJ2Idr6ZFX+GRn+N3pY7Nbb+OtL9yaYn6hfC717wpcNn3dXsDqLNVVnVyfxv6sF4IvmZ3e0xHa6iaweDx0Gk2wsKtqc7Hl2bCDayTWIISIJJDLdBa+WrdoYixfMVYRTaiPcJdzdiRmFfdeUiEEfNua0wPVhS39Dv4rVbfkt15TUa8V/C9MehIB8Yz/2H3zX19zpr/6LuJyBjK6NcY3cvihnYu7t/r6v8CAWKB4zX7PWemGEkzOAk65hHQBKMeawyoqa32tlKhMJwyhi+PXUNpixcw7X3VlcsJ6JdIg1UXCAHoGwTyXlSWBv71zgWg3F0TxnGBoRwn72uwaybg9F8o8t5YYhxW/eJjcCdihaaFI8Ny+ozpuxUYFWXBDo7pm3x4LOmjlUZMdE5ooQkmCybSH+1862u5GD9C4O9pe7GhHIltc48YWJIsz7DwMjIkND9DndDxOdnkUyuubX5HQZ6Gfkx82rH2L23ieWc2Ldff03lHGY+u/u/M/MLpfWNvcgr1vSxy1Xow7rrwzlmxmorfx84ApJgBo5hWiX4qitvYeKLw02cyLtsr/MkZETWXFMxRWcSoQ3C7o4AxEz1sSn+sAh52VM91oPaH8ruD58FIBp4gmDAXNN9YdwGbeQY9xIR0S+u0nzetJ1K7l4YNs1JXIJk5bgRkAQTN2SD28BwJFS1xnBOgARebnc37paIhk2uihsVUL8sBkKWET9X4TN6pmsN10dTzZRTFFYf6fUb4UVHneeoRHTyuSoXAmwknCOmpfZ6c8Z1ifQl26QGAUkwqcE1pVJ9LqeI3bt1304GYgbf5Kp4VAH9LpziDFpc6m6oiDUo7wznhaT8knGSmAKKxXLMsDkLTIXQ7CtfGOyBMREKQvZOx8h4Q0/E0lf+nnoEJMGkHuOk9+CtrniAiE5PJsF4Z1S8Qgod1lemuD8prW8ca2YQfpfzKgau7a7LjFdL6z39ZJqRJep4q53fEmFrnaiuLM4LYrN9yHqpRUASTGrxTYl0cRRRoT4ozN97djCQHYzX5VxJfcJcEiEETa2wz134tJmB+F3ltQylywZH+AwoXF5S17jETNu+dWprYblwdcUKHQjdOaZxt9paGDGNZckuBCTBZNd8dX27IjZMWeiDvnmMkk4wwLslbs/+ZgI7Cb16Eox40g5a+dAR9yTm9+OdXr43qzS9I6DfHSkPdRZO3ZBTWRJMlk553/sOMYyBEIyvpmINuHcMXJ2030fKAR0ONq/LeSFh8x1MW1ANHjZyzlPvZSnEUu0kICAJJgkgDoYI4TZghbYCoJLu/gdEMNVOL+gXJ0ci+qmk0LIr3bZAOC6aKsKXyUKqx3ikJvaGLDgu0R2MqQ5lpYxHQBJMxk9RZAU3JXqbPlCC4VpY/KsrNvQkKx1cV+Zu3GzkZgYmkS6XueNDIipixlodlqmxYr6YkSvrZC8CkmCyd+7QMv2E3TTV+mF37FtifGav90Q09Y80VEEwzaud63qGadBBh5a5G16LFx5fjfMlMCYD/JPG1mmSYOJFMLfqS4LJ8vn0VVfcBKLLxDCY6OtSEylV+w65L8GI16MSHmWPlss6Emwbzq6sVnV2E7A2xHIHk+XLa8DqS4IZMISDL8BXU9EEplKR1L3U3Vgcr0aCYHyrnU0EDNvU9gOH2xM5Il2UDozMjo7QRoa+0maxnV40Z4G85I13QnKoviSYHJjM9TXlV1qgXENMbSXuBrvZZ+WeQ/e7nKs3OynGkc86HHyGIaBCEwqVvItsc/69NAcglkNIEAFJMAkCl2nN/NWVb4L0kSVFtv3iefnpHofP5VyGTXF0lYC6c8n8xJ0DRdgG32rHPQVMN+fXN3yRaVhJfdKHgCSY9GGd0p42nPO7cdA6XMFQ8N9bznvqk3g787nKF4KVqUSkl9Q1WBNJ2tazTxEmIZE7nHj1lvUzGwFJMJk9P3FrJyz0EzsilV/NUC8GeL3D7TGVcyhu5WSDIYeAJJghN+XhB7z+3Ir9rUHlLjA0GRZBLopkISAJJllI5oCc5urys3SoOzvqGy7JgeHIIWQAApJgMmASpAoSgVxFQBJMrs6sHJdEIAMQkASTAZMgVZAI5CoCkmBydWbluCQCGYCAJJgMmASpgkQgVxGQBJOrMyvHJRHIAAQkwWTAJEgVJAK5ioAkmFydWTkuiUAGICAJJgMmQaogEchVBCTB5OrMynFJBDIAAUkwGTAJUgWJQK4iIAkmV2dWjksikAEISILJgEmQKkgEchUBSTC5OrNyXBKBDEBAEkwGTIJUQSKQqwhIgsnVmZXjkghkAAKSYDJgEqQKEoFcRUASTK7OrByXRCADEJAEkwGTIFWQCOQqApJgcnVm5bgkAhmAgCSYDJgEqYJEIFcRkASTqzMrxyURyAAEJMFkwCRIFSQCuYqAJJhcnVk5LolABiAgCSYDJkGqIBHIVQQkweTqzMpxSQQyAAFJMBkwCVIFiUCuIiAJJldnVo5LIpABCEiCyYBJkCpIBHIVAUkwuTqzclwSgQxAQBJMBkyCVEEikKsISILJ1ZmV45IIZAACkmAyYBKkChKBXEVAEkyuzqwcl0QgAxCQBJMBkyBVkAjkKgKSYHJ1ZuW4JAIZgIAkmAyYBKmCRCBXEZAEk6szK8clEcgABCTBZMAkSBUkArmKgCSYXJ1ZOS6JQAYgIAkmAyZBqiARyFUEJMHk6szKcUkEMgABSTAZMAlSBYlAriLw/yQkS8FADfW/AAAAAElFTkSuQmCC"/>
          <p:cNvSpPr>
            <a:spLocks noChangeAspect="1" noChangeArrowheads="1"/>
          </p:cNvSpPr>
          <p:nvPr/>
        </p:nvSpPr>
        <p:spPr bwMode="auto">
          <a:xfrm>
            <a:off x="307975" y="-166688"/>
            <a:ext cx="666750" cy="676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307975" y="938786"/>
            <a:ext cx="5509121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+mj-ea"/>
                <a:ea typeface="+mj-ea"/>
              </a:rPr>
              <a:t>Destination Rule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>
              <a:latin typeface="+mj-ea"/>
              <a:ea typeface="+mj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+mj-ea"/>
                <a:ea typeface="+mj-ea"/>
              </a:rPr>
              <a:t>스크립트를 실행할 </a:t>
            </a:r>
            <a:r>
              <a:rPr lang="en-US" altLang="ko-KR" sz="1600" dirty="0" err="1">
                <a:latin typeface="+mj-ea"/>
                <a:ea typeface="+mj-ea"/>
              </a:rPr>
              <a:t>api</a:t>
            </a:r>
            <a:r>
              <a:rPr lang="en-US" altLang="ko-KR" sz="1600" dirty="0">
                <a:latin typeface="+mj-ea"/>
                <a:ea typeface="+mj-ea"/>
              </a:rPr>
              <a:t> </a:t>
            </a:r>
            <a:r>
              <a:rPr lang="ko-KR" altLang="en-US" sz="1600" dirty="0">
                <a:latin typeface="+mj-ea"/>
                <a:ea typeface="+mj-ea"/>
              </a:rPr>
              <a:t>버전은 </a:t>
            </a:r>
            <a:r>
              <a:rPr lang="en-US" altLang="ko-KR" sz="1600" dirty="0">
                <a:latin typeface="+mj-ea"/>
                <a:ea typeface="+mj-ea"/>
              </a:rPr>
              <a:t>networking.istio.io/v1alpha3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600" dirty="0">
              <a:latin typeface="+mj-ea"/>
              <a:ea typeface="+mj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+mj-ea"/>
                <a:ea typeface="+mj-ea"/>
              </a:rPr>
              <a:t>리소스의 종류는 </a:t>
            </a:r>
            <a:r>
              <a:rPr lang="en-US" altLang="ko-KR" sz="1600" dirty="0" err="1">
                <a:latin typeface="+mj-ea"/>
                <a:ea typeface="+mj-ea"/>
              </a:rPr>
              <a:t>DestinationRule</a:t>
            </a:r>
            <a:endParaRPr lang="en-US" altLang="ko-KR" sz="1600" dirty="0">
              <a:latin typeface="+mj-ea"/>
              <a:ea typeface="+mj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600" dirty="0">
              <a:latin typeface="+mj-ea"/>
              <a:ea typeface="+mj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+mj-ea"/>
                <a:ea typeface="+mj-ea"/>
              </a:rPr>
              <a:t>서비스의 이름은 </a:t>
            </a:r>
            <a:r>
              <a:rPr lang="en-US" altLang="ko-KR" sz="1600" dirty="0">
                <a:latin typeface="+mj-ea"/>
                <a:ea typeface="+mj-ea"/>
              </a:rPr>
              <a:t>payment-destination</a:t>
            </a:r>
            <a:r>
              <a:rPr lang="ko-KR" altLang="en-US" sz="1600" dirty="0">
                <a:latin typeface="+mj-ea"/>
                <a:ea typeface="+mj-ea"/>
              </a:rPr>
              <a:t>로 지정</a:t>
            </a:r>
            <a:endParaRPr lang="en-US" altLang="ko-KR" sz="1600" dirty="0">
              <a:latin typeface="+mj-ea"/>
              <a:ea typeface="+mj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600" dirty="0">
              <a:latin typeface="+mj-ea"/>
              <a:ea typeface="+mj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600" dirty="0" err="1">
                <a:latin typeface="+mj-ea"/>
                <a:ea typeface="+mj-ea"/>
              </a:rPr>
              <a:t>Payment.prod.svc.cluster.local</a:t>
            </a:r>
            <a:r>
              <a:rPr lang="ko-KR" altLang="en-US" sz="1600" dirty="0">
                <a:latin typeface="+mj-ea"/>
                <a:ea typeface="+mj-ea"/>
              </a:rPr>
              <a:t>이 호출되었을 때</a:t>
            </a:r>
            <a:endParaRPr lang="en-US" altLang="ko-KR" sz="1600" dirty="0">
              <a:latin typeface="+mj-ea"/>
              <a:ea typeface="+mj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600" dirty="0">
              <a:latin typeface="+mj-ea"/>
              <a:ea typeface="+mj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+mj-ea"/>
                <a:ea typeface="+mj-ea"/>
              </a:rPr>
              <a:t>디폴트는 </a:t>
            </a:r>
            <a:r>
              <a:rPr lang="en-US" altLang="ko-KR" sz="1600" dirty="0">
                <a:latin typeface="+mj-ea"/>
                <a:ea typeface="+mj-ea"/>
              </a:rPr>
              <a:t>Random</a:t>
            </a:r>
            <a:r>
              <a:rPr lang="ko-KR" altLang="en-US" sz="1600" dirty="0">
                <a:latin typeface="+mj-ea"/>
                <a:ea typeface="+mj-ea"/>
              </a:rPr>
              <a:t>으로 </a:t>
            </a:r>
            <a:r>
              <a:rPr lang="ko-KR" altLang="en-US" sz="1600" dirty="0" err="1">
                <a:latin typeface="+mj-ea"/>
                <a:ea typeface="+mj-ea"/>
              </a:rPr>
              <a:t>로드밸런싱을</a:t>
            </a:r>
            <a:r>
              <a:rPr lang="ko-KR" altLang="en-US" sz="1600" dirty="0">
                <a:latin typeface="+mj-ea"/>
                <a:ea typeface="+mj-ea"/>
              </a:rPr>
              <a:t> 한다</a:t>
            </a:r>
            <a:r>
              <a:rPr lang="en-US" altLang="ko-KR" sz="1600" dirty="0">
                <a:latin typeface="+mj-ea"/>
                <a:ea typeface="+mj-ea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600" dirty="0">
              <a:latin typeface="+mj-ea"/>
              <a:ea typeface="+mj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+mj-ea"/>
                <a:ea typeface="+mj-ea"/>
              </a:rPr>
              <a:t>V2</a:t>
            </a:r>
            <a:r>
              <a:rPr lang="ko-KR" altLang="en-US" sz="1600" dirty="0">
                <a:latin typeface="+mj-ea"/>
                <a:ea typeface="+mj-ea"/>
              </a:rPr>
              <a:t>의 경우 </a:t>
            </a:r>
            <a:r>
              <a:rPr lang="en-US" altLang="ko-KR" sz="1600" dirty="0" err="1">
                <a:latin typeface="+mj-ea"/>
                <a:ea typeface="+mj-ea"/>
              </a:rPr>
              <a:t>Round_Robin</a:t>
            </a:r>
            <a:r>
              <a:rPr lang="ko-KR" altLang="en-US" sz="1600" dirty="0">
                <a:latin typeface="+mj-ea"/>
                <a:ea typeface="+mj-ea"/>
              </a:rPr>
              <a:t>으로 </a:t>
            </a:r>
            <a:r>
              <a:rPr lang="ko-KR" altLang="en-US" sz="1600" dirty="0" err="1">
                <a:latin typeface="+mj-ea"/>
                <a:ea typeface="+mj-ea"/>
              </a:rPr>
              <a:t>로드밸런싱을</a:t>
            </a:r>
            <a:r>
              <a:rPr lang="ko-KR" altLang="en-US" sz="1600" dirty="0">
                <a:latin typeface="+mj-ea"/>
                <a:ea typeface="+mj-ea"/>
              </a:rPr>
              <a:t> 한다</a:t>
            </a:r>
            <a:r>
              <a:rPr lang="en-US" altLang="ko-KR" sz="1600" dirty="0">
                <a:latin typeface="+mj-ea"/>
                <a:ea typeface="+mj-ea"/>
              </a:rPr>
              <a:t>.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7326" y="1156967"/>
            <a:ext cx="3600400" cy="4664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160730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1BEF1B6D-EDD0-46B0-8C4B-4503BA8E5168}"/>
              </a:ext>
            </a:extLst>
          </p:cNvPr>
          <p:cNvSpPr txBox="1">
            <a:spLocks/>
          </p:cNvSpPr>
          <p:nvPr/>
        </p:nvSpPr>
        <p:spPr>
          <a:xfrm>
            <a:off x="294114" y="264068"/>
            <a:ext cx="7444968" cy="42862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400" b="1" kern="1200" baseline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</a:lstStyle>
          <a:p>
            <a:r>
              <a:rPr lang="en-US" altLang="ko-KR" sz="2000" dirty="0">
                <a:solidFill>
                  <a:prstClr val="black"/>
                </a:solidFill>
                <a:latin typeface="+mj-lt"/>
                <a:ea typeface="+mn-ea"/>
                <a:cs typeface="Arial" charset="0"/>
              </a:rPr>
              <a:t>8. </a:t>
            </a:r>
            <a:r>
              <a:rPr lang="en-US" altLang="ko-KR" sz="2000" dirty="0">
                <a:solidFill>
                  <a:prstClr val="black"/>
                </a:solidFill>
                <a:cs typeface="Arial" charset="0"/>
              </a:rPr>
              <a:t>ISTIO Traffic Management</a:t>
            </a:r>
            <a:endParaRPr lang="ko-KR" altLang="en-US" sz="2200" dirty="0"/>
          </a:p>
        </p:txBody>
      </p:sp>
      <p:sp>
        <p:nvSpPr>
          <p:cNvPr id="9" name="AutoShape 2" descr="data:image/png;base64,iVBORw0KGgoAAAANSUhEUgAAARgAAAEcCAYAAAAcH6uaAAAAAXNSR0IArs4c6QAAAp50RVh0bXhmaWxlACUzQ214R3JhcGhNb2RlbCUzRSUzQ3Jvb3QlM0UlM0NteENlbGwlMjBpZCUzRCUyMjAlMjIlMkYlM0UlM0NteENlbGwlMjBpZCUzRCUyMjElMjIlMjBwYXJlbnQlM0QlMjIwJTIyJTJGJTNFJTNDbXhDZWxsJTIwaWQlM0QlMjIyJTIyJTIwdmFsdWUlM0QlMjIlMjIlMjBzdHlsZSUzRCUyMnZlcnRpY2FsTGFiZWxQb3NpdGlvbiUzRGJvdHRvbSUzQnNrZXRjaCUzRDAlM0JodG1sJTNEMSUzQmZpbGxDb2xvciUzRCUyM0YwNjY1MCUzQnN0cm9rZUNvbG9yJTNEJTIzZmZmZmZmJTNCdmVydGljYWxBbGlnbiUzRHRvcCUzQmFsaWduJTNEY2VudGVyJTNCcG9pbnRzJTNEJTVCJTVEJTNCcG9pbnRlckV2ZW50cyUzRDElM0JzaGFwZSUzRG14Z3JhcGguY2lzY29fc2FmZS5jb21wb3NpdGVJY29uJTNCYmdJY29uJTNEdGhyZWF0MSUzQnJlc0ljb24lM0RteGdyYXBoLmNpc2NvX3NhZmUudGhyZWF0LnRocmVhdF9hNiUzQiUyMiUyMHZlcnRleCUzRCUyMjElMjIlMjBwYXJlbnQlM0QlMjIxJTIyJTNFJTNDbXhHZW9tZXRyeSUyMHglM0QlMjItMjAwMCUyMiUyMHklM0QlMjI5NjAlMjIlMjB3aWR0aCUzRCUyMjQ5JTIyJTIwaGVpZ2h0JTNEJTIyNTAlMjIlMjBhcyUzRCUyMmdlb21ldHJ5JTIyJTJGJTNFJTNDJTJGbXhDZWxsJTNFJTNDJTJGcm9vdCUzRSUzQyUyRm14R3JhcGhNb2RlbCUzRV5Rg9QAACAASURBVHhe7V0HeFvV2X6/eyV5xpKdAUkIK4SyV8JeoYyyYssJpqUFCiSWCRAg/IxSoJhRRqFlEywnJYwCJSSWE1YZBcoKK8xAIOxAQkhiSXa8JN37/c+5joOHxpUsyZJ8zvPw0KJzvvOd95z7+oxvEGSRCEgEJAIpQoBSJFeKlQhIBCQCkAQjF4F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0BWI+CvmTbBXrdwZVYPIoeVlwSTw5M7FIbmrXYucRQWzKA7Hl07FMabbWOUBJNtMyb17YWA1+X8UgW/MMzdeA4BuoQnsxCQBJNZ8yG1iQMBBhS/q/J7AHbW9fNL5zbeH0dzWTUNCEiCSQPIsovUIMC1tRbv6g++V4DRAFY53J6tU9OTlJooApJgEkVOtht0BPoQDBNwtd3tuW7QFZMKbEZAEkwGLwaeXVW2trltTLFitbAeDMFi0UPFamsglNfR5l/TuW3ryDZasCCQwUNIqWp9CAYErLa7PWNT2qkUHhcCkmDigis9ldk1ZYSflcdBdETYHhkaEdoAtDDjEyLlgRL3oscy+ZKzqaZiSlld45JkIhiGYKCDLih1N9yZzH6krMQRkASTOHYpb+mrdl7OoNkgHhltohgQf70Z4BaF8Jwe0u5zzHvyxZQrGKMDrqoqbi4NPaYz78bES8vcjb9Lpk59CaZLNv3ocDdslcx+pKzEEZAEkzh2aWkpjkn+1sBFAF0KwGqmUyKEWMeHrGgPlNYtuctMm2TW4dqq4ubV2sU69IsIGEZApwqUF7s9zyW1H0DxVVesIqIxm+Uy0BbUdh4zf8mKZPYlZSWGgCSYxHBLe6ufZ5x4vFWx1BEQz19ncfG50gblmgL3okfSobR3evneiqo8qQNjeiyu7x1uzzap6N/nqvQBbO8pm5kfLK1v/GMq+pMy40NAEkx8eA1qba6dnO9f43gSjCPjUUTsaHQdzzrcngqi1Bmjbag+6SALaS8yOL+Hfkyk/MVet+j6eHQ2W9frcoYIUHsRDNDiCDi2pvnzfWblyHqpQUASTGpwTalU34zyW6GQODbFNX/ilaXE7RmXistg/4xpx7OiLwFY6Tl4AnW0IjRujHvJ+mSDIi7Dfayu64cCA2TRDrTPWbI02X1KefEhENcCjU+0rJ1KBHznnngkBy3PEdDrg47VJzO3QlFOL61rWBSrrtnffTWVR4PxFMD974gIbzrqPAeZlRVPveYZJ1WwGvKwuOXuW5huddQ3XBKPPFk3+QhIgkk+pmmT6KuuuAlElyXQYTtZ9Kn2exc/m0DbXk2WV1UVj3EE1xKhMKws4kscdY23DrSfcO391c6nmHB8WNnMSx31jQemol8p0zwCkmDMY5VxNZmhNJ9d/ijrysninTqeQqCm5iLLhHG3LWiKp13fur5q5/MgHBVOBgP+IGPyqHrPBwPpI6xsl6vQj59/AjAsPLHRD/k6jsyvb/gi2X1LeeYRiHNZmhcsa6YPAb+rci2DR8Xbo868uqy+MWHLV5+rsopZ/zdR+LsgJvqktK5h93j1MlO/ZfoJu2mq9eModYMBTS8fNW/guzQz+sg64RGQBJMDK8M/c8oBrFle73vBamZoBHrK7m440UzdnnW4qsrmLw2KQE8RHQwZ8JS6PZXxyjZT31ddeQuIL45al/FnR73nRjPyZJ3UICAJJjW4pl2qv6ZyDjOfnUDHDGvoaMc98Vn++qZPnQFVrx+MD3yda+poK+kfgTEiWv8EvdbuXnxNApjIJklCQBJMkoAcbDHrZ5841tpq+ZiB0nh10RmflY717UO1L3eYbet3OZcysH+0+opCrpL7GqKTkNkOe9Tzzaj4MxT6a6ymBNxtd3tmxaonf08dApJgUodtTMnGC0yJNrx03qLvYlY2UcHvct7GwIUmqvarwrpycencRX8307bJVXmISvrzzNTToK5XU7GwdOKzSuuSGwRqVVVVWbEjuIwIMS2DFeInSuoaq8yMSdZJDQKSYFKDa0yprTOrJgb14F0WRm2yfHS806duQ4r+AQiOmAr0qUDM35T4bDuZCf9g5v5D2KZYFJo2LIn2NkJls7sXY3iMFxz1nqPjxSKe+sLYj1JgRBiPDplcVxLMIM2O/2zn06zjaCsrBxXVL3onWWp4q8s9REpFAvJ0C6mnFtctfDRWW2+181UiHBKjXiAU5MNG3N/4Vix5Zn8XrhLe1Y6vN0Wwi92M8Zyj3vOb2BUTr7HR5bywCMq/yb1oTeJScrelJJhBmNuWmVWHa6Gg8Cy2tfisw8ctGJgtSs8h+Fy/HQ90fpnIsBhYUur2lMdq66upWAOmLaPVI6A1xJZjhtc/8UYseWZ/97oq/wHos8mk0Q+DFpS6G042Kz+Rel6Xcz4zWsrq5V1POPwkwSSyqgbYxldT+QqYDwOYHe7GuEz9Y3Vt3FGUBlcRIljWRhVATXZ3g4g9EzE6f+v08r2DqvIqgKKoohiBkI0PG3FPcnYwIv8RWF/BfXydoumggG4pcTeIMBcpKz5XxRqAfmrxWo9M5h+KlCmcZsGSYNIM+PrTTxxrybd8BSBPEIw34C/bbv7LSfP6FUGY/D++/yqIDoh3aATSFMLJ0e5NmlwVNRbQnTpgi7GDYY24IhlR7N51TSwcz1t/S8Qj4xlTiPSrRtQtTokXt9CDzzjD4bf5NwD6RpBykqOu4fl49BsKdSXBpHmW/dUVDzPRH7q6ZdahHFbmbngtmWr4XeVXM5TaRGQy8xOl9ZFfXsy+VCXzFak3ZuZGxWAEdZw1KoWpTLwznPNJwR9BCCGkzHTMWzTXnHZDp5YkmDTPta+moglMhq0KgXRd044onbf4f8lUY/25FftbgpRYqAKmHxz1DeMi6eOd4XyBFHPxaJJhByPcEQB+PG58GOutun5M0bzF78fd1kSD2lpYLlzt9AMoZEBnnc8vm9t4j4mmQ6qKJJg0TjdfcMoWvvb2n34BnZksfHwyvJr7DEPxVTs1k3ehfZqS7nA39Arg1LNCVA/mvpJIuWoggaa6wkDwM+gTUMrMlDHwhQPK5FS97mw4u7Ja1dndrYuu83mSYPrPjCQYM6s1SXXChVdIRXhHkfGw2eXsYJMxfHsNj4GOjrYttnzouZ97/nfxRLzuR8dONsITAMabgYRBi0vdDYk8maPlnKknaSFdPJlbzPTVt44CWlCSohcknjw53z+hdCWIN4cvlQQTfpYkwSSyehNoIy5ffas/+JSACb0+XOAHEa82mVHmNhHMBkb8BneGbsQrSEeeTlDBSgGI88mInsd5RLCGDfAUBhMCAgT6l0b6q2D+ttS9+CUz0HlrKs5UQG7mxMjFGIKC0+33eR4y01+8dXyuiusBuqJnO0kwkmDiXUdJrc+zjivxBfJ+JEZxL8HEIXuTrciMBa1ZhbgWFv+Pzh9A2MJsmxTXCzK4XcSgYcZqRcE7pFleYpU//U+T8t3Jm5LHCYz8nfl/J/B0EfUyUZ3E3RbDtqPD/W/xWpfU0mVn1LEMoBJJMLGhTXgSY4uWNXoi8NNpx4zKLyhcHe4+IZ/pV8kMjGTsYKqdqzlzCCbsYhCEozN/quuhB1TYQKpew8Ckga4cBi//4Av/pCNeNu+8abbPZlfl4zq4n3+T3MHIHYzZNZSSelEDJDFesdd7fp3MY1KTq2KNgujWtikZaEYI1S9zuBf/Ldmq+F2V1+vQr+hrSSxCArO85I3wRyTZsyDlhUVA5AsiVVkW7kdiCpQUB7en2578caDwrZt5wkQbW6/TdT62695kaBVxPPqP11LQfexK1uibayqm6EyNXUk0+5WAxvrM4fWL/5ms/nJFzpBbgIM1ca2zyvcOdoYnGKETMf/LXt94aiL6iSPRxpppLo21Cwk0IR5z+kT6y+Q2RPjUXufZNZk6Gl7qqi7Cc4aN/0vAWgqok0vmL5TZJPsALwkmmSsxiqyWmopddKbl4TJsiGY6c0eezgfFYxgmUrS2rdWPCmnabQzaOpGQmWkafnq6YbDGoZOHz31SPKUnpQgfKIb2IhgRjQ/FnU+pu3G3pHSYY0IkwaRpQjec87txaqhDBJaKjDnjP456z7GxVBJWpBesmnYiVO1vxNhBmATHajM0fuevHO7GHZI11o0zp+0RDIU8RLRdVJkm5y1ZemWTHLkw0zRbXU+weSJmSPj8QZv0iBXmsXX61BMCin47EZL2IaUJgtR2Q9AVXa8uSdI9SJehnzYfoOhe48ZfDOUau3tRQr5fqQVl8KVLgknTHBhezqs/+ATAr6J1KY5QShgjMRE5zc/qo6TgKLOGbmkaWkZ0I+5eVvKqfSe532sbqEIi7gyBZ5uRI17+dFWdVjpnocdM/aFWRxJMGmfcW+18UCGcFukeplsVQSC6Sq7hmwJmN9c4b9AYFyQW4yWNAxzUrigILXiOY96TCXs0r6+euq8K/XYCDjJ76BS5pUpJnZQqn6dBhTQJnUuCSQKIZkV4p5cfpqjKK7EIpkse6QR+h4HRBIwbiGWrWf1yoF6AGC+ErPlnD7/3sVVmx7MpSNctBDotbH7tKIIG8vpnVr9sricJJs2z53M5A0jECTHNemZ1d4T1FsYfYgVT59lVZd7WQJVCyp/AvG1CY9ZCRznmxZdTKqF+srSRJJg0T1yziOEK+qMIiCRLChEQABPPdLgb6/r2sto1ZUQ+lP9TgHP6+hTFo5GRiaG+cYdkWmDH03821JUEk+ZZWnvBKVvktbeL7bs1zV0Pze4Y79lJmQL3orXtrsppnaRfoLByAIMjxrwxC5QCOqPE3fCA2fpDsZ4kmEGYdW91xQNEdPogdD1Uu+w04sowVLOXt7GAEo6adnfD8Fj1hvrvkmAGYQWIXYytrW0ZEY0ZhO5llwNFgKCrujJrWP2iewcqKtfbS4IZpBn2VTsvB9H1Q968f5DwT7Rbw2iasdRe33BgojKGUjtJMIM02yK/M7H+YEwz9EHST3YbHgECvCXQdpTpYs2tEEkwMXASnsq+6VPH2YDdWNWDsZ4+zcAuZPpdlXMB/QwMwZAKZjDKzDoUtKjKpOI5Cz/KTP0yTytJMH3mZNXsqrKi1sAlKmgqE7YnQGFmAndBJf6XSMWoAx0K4xMQnizxWm82G/KyKzbvsncJyp6ZtxykRtEQsFksBxfem7xUuEMBbUkwm2bZP2Pa8aSEbtSJdjFeG8zEhBWmLCQM+ykA0Aqm0LzSuiV3RVs4flfl2wzedygsrlwZo7h10UG3l7obLsqVMaVrHEOeYDaFUbgTjONB0dOhxpwUNvY5K8DqxSXK8JfJ7e7leOevmXolWL9OmtjFRDJjKhBEgkhcWur23J4xSmWRIkOaYIRzm0XRnwZjRFLnTBAN0ZetgVD56PlLvvhy1nHFozvzzgox/pH62C0EKijoOs51dghf36QOLR3CyGIB8gqAYAAcECYsg1MY3GoFTU3GvdvgjGDwex2yBCN2E8z61Ykm9jI1dQxxe3M/KbqXdHV2qkNZqqPHwXrIUbDuPtFQT/vuKwSXvYngJ8uMjzXjCxFsh/0Glp33hLrlWOjNPoRWfIzQsjeg/TTgcMWmh298FAotLdFHHtl3F2paiKxoIDAkCcbrci5WgBM3eyizcXmbGjCMe5rUrjbxFz//5OmwHXQkYO3vgaD7vWi94xroP4qAeplZ1O13RMHva6CO276fghwKob3uZgQ/ejflyuvAGmhKddm8RU+lvLMh0EGKl37mIeitrryGwCdsCuD8jaaHniCydOSx4hU3MAHQ5i9UoWCHppGVmMaD9clEJIyrRmba07LtiBOQf9IfQZbI7k3aF8vReue14AzcydCIUSia8X9Qt9sx8oIJBbHxhkugpZgkdfDnpWP23o1qa0OZt3qzT6MhRzAtM6sOJy2Y12nJ/yyemCFiate5po7Op1CFzspVAMZkymVt8VW3Qd0qRrSBUBCtt9citPLTjFuleUeVI7/qzJh6dT69AB2Nj8SsN7AKzLqmTpE7mIGh2N16yBFMcmAD/DXOh3TGKQTjSXvQChUUYtiN9RD/jlqY0fH4P9H53ycHTddIHRe6LoF14kEx9Qq++zra6m+NWW/AFRjrNWv+PvH+ARpwvzkoQBLMACbVP3PKAawpLwOUNwAxA2pKefko/ut9UIbZY8rpeGI+Op8XucMyqxRddB0sv4qd9SOw9GW0339HWpQnoteDhcHfjuhKhqewy5WPOneHuE+T8V/MT4EkGPNYha25sdq5V5Dw/mACWTT7Wlh22j3mDmZj7fnQfvphgCNOfvO831Qif2rs6BXt/7oPgf/9J/kKhJEojOsY+JpZ/4QUZRR0TADBz4wfFPAPUJQW0SykBV9UlaL3He5/f5UWxbKsk8H8LrIMqsjqeqsrFxFx5WANSFyOFlZfDGX4yKgqhD56B20P3A3e2DxYqvbrV3GUoeiym6GURTdF0r77Eq23XJEhl9TcZVIpCrFIWyLeITUGtxPTh4qiLCiuW3SP3Omk/AE1Y9ZxShURzovNLqeXgZKUdhRFuGWHnWH7zVRYd90bUCNfCwXf+C/an5gPbjX+AA9qEce6oouuhTJm64h6iCd2beWnaH+sHtziH1R9zXQuwjmIpBAAt4LwtqpYrxs2Z8ErZtrmYh25g0nSrHpdlfUEnp56q5fIClN+IdRf7QZ17NbgQAB5hx8LZdTofg0Cr72AjoUPgNs2Jmn08YuhEgeKzr0C6rb988cF3n0dvPZH8MYWaD98i9DK5V0HluwsRqaDYGfINeJB4z5nSBVJMEma7g1nV1arzHeA0WWnnwFFvCwVzboK6vid+pPMW6+g46F7B+XIoZQ4UDjzT1C375+DLiguch+6B8K4LpcKgToooOxdMn/hilwaV6yxSIKJhZDJ3/2uyie5y4AvowrlF6Dw7MsM8/u+JfTh22i97+a0+ispxSUonH1NWLudwGvPo/3hOdm8W4kx96QT8Q32Oo+woxoSJasJRsRu2aq1tGOw/UXWn37iWGuB5VtmWDJx1YijU6HrYljE/UyfEvrsQ+N+Q4/L16fvsjF3fKGiYSi+5K9QRo/rp0fni0vQ2fDwoOyo0jlnRAhpuj6rrH7xfensd7D6ymqC8bkqrmfGuNL6xj8OFoCiX5/L2QCGM9U+RwMaY34Bis67EpYJu/QTI+45xM5B++aL3r+pKtRtJ8Aybjso2+wAKiruMugj6gqD012YobduhP7zGmjffwV93U/QVq8CQsHNVcSFbuHsa437ob4l8MISdCx5FNzRPqAhDn5j6gA4SMAGJu7QdTJAElfuTGwjUop01tZayDJvWN2iqHGDBn8sydEg2wnmUQIdWeL2bDlYT4LfnDHZUWpzrEupV3Zy5hrCKK/wgqthCXMnI0im86nHoX37JWiYHdbd9oa6wy7GC494So6n6OvXIvTlZwh9/B70H78FCopQ8HtXWEfGwMvPoGPRg12hJbKsiNciBfCzjhW6Qq9B549Um77efu/iZ7NsKClTN6sJxu9yLmXG/jrjtLK5nodThlIUwSKhPRFOG4y+E+nTIJnz/wLxrN2viJ2I3xs3oUTVQ+x0dA1Q+58ejSfzh+eAtey60CWQrrP+MCnKw466hucTmYeh0iarCcZX7fwchB0HKwnWylnHlYzozPuJkDkvR6YWbl6+8URsxjzflLwEKgVef9F4Lcq252cGfCEou4x0L1qTwLCHXJOsJhi/y/kOA5PErGmEO4bXeS5M5ww21ThvUBiXp7PPZPVFZSNQePp5YV+XktVHJDniGNZ2383QvetT3VXy5YtLWi10yvC5Tz6RfOG5JzG7Caba+RQTjhfTQoAW0kO/S9fEs2vKCD/U9wBENkPN4PVi2f5XyD/FBXXr/gGeUq62phk+RR1P/juj3BZMj5voUUddw+9N1x/CFbObYFwVdzPo3O75I9DP7VrgyC3nPfVJqufUf075sRxSnkl1P6mQr249HgUnnwU1zItSKvoLK5MZoa9WoH3eP6A3Zd1OZoPD7UluHOe0AZ/ejrKaYDZMP3GGqlrqe0FGWMUh5dDSeYtSGh8yWxPYi8BUBWdeEDtAVZrWob5hHTbeegW4STzEZU1hnZXzymRu6pgTltUE01FduWMHsciy1ysei9jJ/JzXMWHCXc+kxG3Yf7bzNNZx/yYTh5ggZ0oFZeSWKLrgaoh/Z1LRfU1ovfUKw34mWwoBb9ndngP66ltbC8vhL0+2TJ7cfyQLlo/UP911gX51LfTBMqtIN75ZTTAvTZ6cv8+Ojle7L3p7gicsJsG42+72zE4GqN7p5YcpVuVPuo7JJPyNsgw5stpQfNU/oGwxNhlwJF2G9tUKIzB5FtnDaKRqh+iaZT8CHwHmnUDKKDDbjfgNYYybxZIRmUEhwjoQNWma/prFynfa5yxZmnRAM0Rgln0m/VFrqik/W2FlTkQ8GesJeKykuOQmuu1B096s66ord7SSfgQznagQDmSGsDYT3vhZWay7TUThrCszV/f2VrTe9zeEVmRP2mci6MwiIgwL2+b4sTUyTpAu8i8R83KLqj5RVKDeT7ctaIpfWGa2SACVzBoIV1UV+0uDqzdlCQivnJhIBe3EWMXE70PHtyqUzqDCm8PwM+sBYioj0HYKMJ6JxgBcnG3HoEizQ8LJ8PTzQKPHQi0dGTa9yWDMrIjxIi55A2+9gsCrzwGDmGhtMMbfs08RxgqAn4jvCUK9JxdsbbKeYMQEbahxXmdhXGnO5W6wl9Hg9U+KApSNgHXH3WHZY5IRLkH4Fonjk/AvSksRZ4fODmi+DdBWfIzgO68abgWy9EBAHKJA68B8Q+nc7E5Zm6ZVldrlIy7WLljt/IaArVLbU3ZJF97TyvBRCH74DtgfZtetWiDsYSx77QfLr3Y3Ln+FK4FRkkU43ZcR4ln6848R/Pg9hD79ALqIDRwhiFS+81TDCC/4+ovgHg6T2YV+crQlpqUlHcUV9NBDPydHYnql5ATBCMjWnn7sHnn5+cty5Ugz0GUgIsYV/+X2rmwDoSBEOITAGy91fdiRii0PqnBuLBsBdZsdjEBVIs6vIUPsckwUcUkr8klrn39sRKPj9T8j9ON30Nesiu4WoFqQd+gxsB56NNSx24DbWtF629XQVn1totdcr0IbdZ1nDpa/3UDQzRmCESD4XOWXgpWbsvcq9pepJHtpV57m8TuBVAtCq79DcOkr/UMqRJj9glNnwnboMb1+FR+/9uVnCLzzGkQA8IhxeUVMX3FtKTJFWqwgq9XwsI4awpl1cDDY9Qokdh0d7WBN63J0jFDEbkkc06x77w/LbhOhlPVOminuZdr/eXv09U1kZIS07rW/8W+y2RD471PGnU4uFQJpOvMjpfWe2OkXMmjgOUUwm0kGyl+zIXxC5HVARoAo694HAOLeZFMRyeD1dWsQ+uhd46ihr/4+7K5AxG0pubEe6D7u9OlIpI/lpvXQ1qxCaPn70NeuNo4kvH4tWNdTtjzFXQ8NHwl1y62MWLzqDjtDHbONEWcmXNF9G9A25yYjhETfIo5zwlnTsuf+sGy/I8Ql9uaiaWi96zqIYFrZVHp+jH3vE40Tq7gEZrxur/ccmi3jyjmCEcALM36ElIcZGJ4tE9FTT3KUYdi19/xyHxJmEHrTOoRWfIzQB28h9PUKcIvIEtC1LPOOcSJ/WhwxuAKdCH3/NfSfV3cFi/r6c6CzE3qnkWesi3Q628Ht7eCOtsg7ksIikC0fIkyn+BLEDkjsUsRxTexUlNLhRjS7mGlue/TQMxeSseMZvxOse+4Hy467QRnTPzJed9PgsjfRVve3zJl+AYgCDYxOYmwk4rU6k7hX0Znoe2L+2kJoDxFbmKEpRGWk09Y62LCKJMK2DIxl4Kd2aAeMcS/JCv+KnCQYMSFcW2vxrf5gLoDTSDxSZ1FRRm6B4tq7oiaz7zkcQQrBt//XdSwIBVF04TVhswnEDYGuGcG3SQsZT8naTz8aux5xBOl1vFJViPzS4uNXy0aCRCYDccSyWgEaGPTB95eifd5tsB4w2fgnbBybMAMz4g3fe2PcQ052A4K4P9GXWVUs6WjXHh1qmQVylmC6F8ryqqri0fbOv5FCZxBT1ljgFp77Z1j32De+9R4luFN8giLX5vY2tNffiuDy9zdXEqlRiv98a+z82MlSwoSczqefQEfjv0zUTH4VkUGACc/k6/hTfn1Dnzikye8vkyXmPMF0g89VVTZ/qTJOQeBGjTCRmLfJ9BcncdTJO74qoz5cgac4eogjSHcR7geGj1OMzJLp+BD0Fj9Cb76EdhHgUFwyp7EQ4NVB8x0B+7U0f74vjV1nbFdDhmB6zgBfcMoWGwOhnTQtsJOqKmNCGsaAmXQFW6tMowj65viODEX4NH3NJDKD0lRKln2ImSVBBMUx3LjMtB58pPF8KyLzD3Zpc9+C4Htv9CIYseNStxgzaKqJJ3FxnAq+9QpETOA0R8rTSv9fwAAAIABJREFUGXjIUVBwGd3x6NpBAyEDOx6SBJPIPLDLVeindWvBhvtA2ot4aVHGbmtka1S33xGKvSxqitiUKcjctYN5/xf/PLGDKb7oWojL6XQWkZkytPLTrovuFR9DXHwPRiHgC7vb0z+L3GAok2F9SoIxOSHe/5u6DbXwSuAX/yWTTZNeTeQ5su1/GCwTD+669IySizrZnYuPuG3uPyC8nzcfkUpHdOWYDpOmNtn9C3nGMeiDtxF840WExIvX4JcvHJJgws6CJJgwsIhk9j3/s4jdIV6lmtd8sJG5d+yZwV7bZC+D7aAjkHf4caDSFL3Kd7RBW7vGsKo1jiJv/Ld3WAUi2CYdAnWn3Y28SyRekkxa/saDn0gO1/H0AoSWvZlRCdp0xmdl9Z7+CafiGVyO1h3SBLNx5rF7hLSCWcw8CWC7QjScCYWGxUKPQoYJKwm3/IxdBsLvyPCWTtIxRV+3FsFP3kXo7VcRWvW1iEnQlV4kWhJ6cT8lDAMVxXgBs+xzIGwTD06OX5OmoflyV3ifqkGeFUkwkSdgSBHM+nMr9reFqEIHTiWdRzKRVXwSHNUGfpBXr8nuhfFZwRnngwqLTLYIX01b/T2CrzyL4AdvQ2/2DihvtTC0U8Zth7yjphjGcWb9mSINoPlPM8DeDQMaXyoaS4IZ4gTTVDPlFBXqLJ2x56YcRjlHrOI5O79iAIHuO9oNQ73O5zxdrzDJLKoKy4RdDevigWQxaLv3RgQ/fDuZmiVFliSYIUowvprKo4n5Bh3YJ9useeNd+QVnXQjb/ofH28yoL+5VOp6Yn3LfHbLlIf/k6bAd/GtAERmb4yudTy9AR+Mj8TVKQ21JMEOQYHyuynowT88Fz2oz30jx5X8zEtXHW0SMljb3renLT0SE/MpTkXdMZdx3M8F3XkPb3L/HO8SU15cEM4QIRrgGjHWEPgPxkAk+RaqKoiv/YcRyiacI/6W2ebfF0yQ5dRUVecdNQ375KXHJEwTT/mgduHVjXO1SXVkSzBAhmLUXnLJFXnu7OKTH96WlegWmWL5h6PZ/10HEkDFbQl98gnb3rYZNyaAU1YKCqjNgO+IE092HvliO9vl3QORSyqjC+MJRLw3tws1Jzlx28uyqsubW4DIGhI/RkCrW3fZBYfXFQH6BqXELj+j2+++E9l3/OCsRBQi3hS3GGrFbehrZifoiPIOIgCdenYStilkzfRF+oUgc7UZHDrvQUx8jf9LNl2VcJkgCrSupa9hSZBkwNQEmKjFDaa6edqzOvDzVSQRNqJNwlZwhGJ/L+Q2AbRNGIkMaiiDcIm4KCooQy+9JhFIQYRPyK0+DdeJBpkYggk21P3Sv4bNjulhtRvArpXSEYWwnYur2LgTrfodCHTOuK0PAa8+bft4WaWyLxO7LJDl2LHwAoU+WxXyOZxGi37sBgpSiRdUzjUHUiszEeKSEtnCR2x05YI7JzkSmjKay4CKFsT3ZtKMddy8RazsrS04QjP9s59Os47jIMyCWG20kcCcDbdBpJam8Xhf5bHTkESm7ieBUBIiwaIrIcTMYRnXWPSYh76QzU+o0GPr4XbTOucm0pzEVFht3JSJQVOvd1wPBQESYlS3HIr/894ahnRHsKZpRXg8pha5LTBNkXF8Zs+H13eF5GPrPa+JqmlhlbobC9fYtm6+k2pc74pUhLMj91RU3gGgWgEKxVkvdnoEZNsWrRJLrZz3BeGsqp5LOT4R5LWoV4QVDrN07vCD0Eu56ZiNqaxWqrQ0ZrgC1wlq3FqitNdJ4drsH/HzBKSMLOjvKdY1PhsITwWT+YmMAkyPi0Radf5XxIaes6Dpa//EXhFYuN91FwannwHbA4dh402XGc3asIo474tgj7Gk6n3rcFMmI41XRuX+O6w4plh49fxfJ3EQA8TSWIDPeslmUmwrnLHomVppY33lTttMDymUK6FQAmwmFgQdK3Z4z0qh30rvKaoLh2sn5vh/tnxLRdgYywiRXIb/O+KcDI68cyHbVIJzZVY7OjaERHeBpAJ0D8NhUPXtbJx2MglNcvWPLJnm6ta8+Q+sd15pOzyqcFwvP+TOUEjuaL+oTa1pRoBQVg9vawCKwd/duRVFRfM2dhi9S6+3XRM9i0HMXM+tKiOyTqSgi4l/LlTNTITq6TLEeCUFmWsukNwGkEeNnVrgFzNsTlCKCEQpTpGzo9S0yod2qqAcUz1mYPakuw6CR1QTTfHZltaaze9MgmIgW6CG6NBWXYuurp+6rQPMoRsbH5Bd13HYoPPsyKCO2SL7wTRLbH74XgVefNy3fOukQiOwEIjdRy8VnGnFpxEuVuBsysp7m5Ru/CQM6BALQfvgG7Pei8Lwrjdg17Y/VI/C//5jqz3rI0Sg87RxTdeOtFHj5GbQ/6o632aDWJ+D2ZOVVH8yBZDXB+GY434CCAwHSWadLS+cuSqkVltflbCDAmaoJy/tNJfJOOLnrg01yYCvhqNhiOAt6Tasv4uzmVZ4GYkZL7SzjnoQ3tkAX/kAi+LdIVaKoUIpLjMDevLEZ3OwzCEb4RHV4/oXOZ54w1Z86equu3VISQz6IC22RpqXtvpvBHe2m9MiESgxe/hV+2G+S+70BXxgP9niylmDaXZWHdEAXQVeHWwj7Datr/DTVYG6sqbhYY+WWVF4Aq9uMNyLmGz47Ii9RNKIRH3ggAMvW46NG2Be4iOfjjbXng9n8S6rtwCNQIHYVqgWdSx5DxwuLjXxH0Ypl5z1RdGGtUaXt7r8i+PG7pqZFHKkKzrwg5mWv/v3XCP30Q8RwEN1ZENi3AaEvVyD44VumL7RNKZriSgR0UkDdq2T+wl8C7qS4z1SKz1qC8bkq/wnwEapqPWPYnAVxvLkmDqf/bOdprOPBxCXE2VKQS9QIEV0/Gvc3IlRDhDxIoo646Gy745q48h6JGLuF5//FyGMkdgOtt9caO4JIpecxTwQH33jtBXHZrOSf+FvkTfldRPniWb7l8mpjlxTdAT5zw2pEXQFGrhf6rcPdsCDOlZKx1bOWYNbPmFJhIctOjvqGm9OFblfg8GBnuvoz24/Y9RTNumpT9sXwrYw8Qe5bYr7qiJi/4rlc3Wo7WA6cDKVPDODAGy8i8Opz0L79arN9iQh0ZTtgsmGVq/SwJhbpX0Xys9DnnyD4/pubiCHyqMTxMJr7AHvXY+PfrzJyN+VaIUJIgTprWN3C+3JpbFlLMKtmV5XNsy9orq1FKJ0T4qt2doKMW/+MKcJWRaQNEfmUwhWRKzrw4pIuT+QotinW/Q5DQcUfuiLjRQrDqWmbM0KK4491171h3euArr7Fka5vEQZvgU5wix/tj/8TIl9RpGI7/FgU/L4m4u+GY+b9d2RkTJgBLoY2QL/G4V6cQZniBjiiTc2zlmCSM/z4pXhdFd8RKON8nYZd+Q8juFOiBGM79GjkC3IpLgG3t4IKiowdR+jblcDGlq6Ur2O2BhUPMy56RewY4SwpMjYW/K66665IZIP0rYf2/TdAYaFxlyQcMYV1r7ACFulpOx6p65VTqae+sQgmsPRltM+/M+YuLP5ZHbwWzPgOFvXC0jkLPYOnRep6lgQTJ7Zel3MxMab0tlqIU0gKqouXG+vuke1Ioh2RhBtA/u+qoRQUIrDsTXS+uAQFzj8AgU60L34U+pofDI2FEaAIaiUIo/PZhV1HHiIUX36LYb0b+O+TRs5ssVsRz+0ilQl3dhikIGxcbEeeCIRCaH98HkIfv9cPhVhHpMALi9G+4P4UoJd+keJ2TQO7O6BfmS1pYBNBSRJMnKj9PKPiTJtKc/vG7Y1TTNKrC3+kvGOnRj5eRLrkFQRx5T+MJ+eOpxYYKUDEMcp26DGw7nsoAi891StFiXhCN3Y5zV4jraxBPCO3hL7h517+R8IxUhCMJry2H55j1BPpVkRaW0FQrX+7HCLtSM8iyEtE5otU2h+8G4HXX0w6dmkVSGgnYGFHfsHFWwyBHEqSYOJcXSK7QMvqD1r1LuvLjCniklU880YqkZ6pRVaCollXIvDmS8YOpPuORjhcFs68HLpvA9rqbgFEwG/xYrXbRFj23Nd4+hUvS8JpMpwLQb7zD7Bs/6su0vr8481qiYtgy857IPi/5xD85JddjHB2LKy5FJZd9oowBEbLpdOhx2HHkwmTQ0Q6s/4Ng16zEP+tuK5xRSzXgUzQO1k6SIJJAMlM9NyORTCRDO3EUUYEf+p6GeodvsF28FGwHfRriEDgwmhOeG4L+5z8384wyEPsQFqEbU3PmDJEBkkImSK9SOfLz/byZhZP3iJLpe5vQuCFJZvRt4zfGYXn/Cmiq4TYIbVceU4aPKPNLwiRcA3g5wF1vaJy17cUAgKk6QpxE7Hlp5BV/779Z9vKcQsWNJmXnDs1JcEkMJf+syvfZJ0PSKBpUpuIC1SxAxFHGUEEwps5Wml/6B4EXnuhVxUaVoK830w1jh76mlW9m4v0I/sdZsjmZj8C7/wPpFqQV/F7wzZG7GL85528+WikDB8Fyx6TYBm/k7Gr6XzlWaC9jzGqLQ+2g4+EeMLuGTLCdnQFCk6K7Ncn7nva6m9F6OsvgFAwqTgmIkw8xmnFoa1G3Pbkj4m0HyptcppgRFwNWrAgqfEVReoTa1B5msHpzZPac0UKR8Mtxnbdk+wxEcrI0abWqwgwJexI0NkzkgAh74QqhJa9AW3TZW5fYda99oftGKcRqkFv9sO6y55dOw1m+C/4vXHfrWwzHqKeeC0Sr0vBD9+JuNsQtjbipQr6L1bFRRdcHeV41KWRcEUQl8MBkavpq8/6jMMUBEmrRIT19jrPyKQJzFFBOU0w3pqK5aQrn7NOs5PhAOk/p/xYDinCuWZQYnSIewrLr3aH7bBjYNl1n4T8lYQ1rjB+61lEiAVx1yKsbyMVslhg2esA5B05xSATsXsSpWPRgwi88V9j9ySM8oIfvRv3MUY8Zxed8ycjyJbZIgJJBd99zcgyKY5wZmPPmJUfsx7Ro466hgHkiYnZQ05UyG2CmVHxCil0qDC3Z+JPVCh/L3E3PBDvzPlcvx3P3PkgEQvHyrRjJo4jtqPLYd190oBjpoQ+ehet9/UOOCVcDISXdKygTOJupXDG/0FE3RPGc+JFyXiGfvAehN5fGtXPSRm91ebn7r74F519GSx7J37iFHqLS2qxc0p6Tqfwi0ULMCaNqvf0De0X79LK+fpp/1jSiWjzedN20gPaMgBGsNpNHiotpOMTTcWLwVDw31vOe+qTcDp5XeVHEOhIguJi8IgYzi8pGZZwHMw7usLI9wzhYZ2kIgJBdSx+tJc0yx77QvgeCWdCcX8iiKO7KFuMMchNXNyKXU7gpacRXPGRYXcjLoJpmN2w0BX2M8JmRrwuGUXE8R09zojQJ7yZ++6cRBUj5W3NpVH9qEwNW1gMt200fKU6nl0ITdzVpKgwc6uD1AnkXpSOMHkpGkV6xOY0wQgIfTOm3gtFDxNtiHQQd4KxEYQOYvqJwcLW3QFGMRQUgTl/MHYsQm/b5OOQd+JvoQyzJ30liLuM1rpbDBuV7iJ2McrYbbriAYvE9eIiVaR+FfFfxD95BUbc3M7/PQvti+VdRxJFgbrVtrAdfpxBEJrICClCNnS2G5fCglSMf1r8YWPjihAPxZfdFD0Gjq4bNjbC1sZsEZkS2u68Dtr3X5ltkkA9+lGDVq+z+ujI+obUsVkCmmVSk5wnGAG2v9r5FhP2yyTgo+lifHhX3ArFMdyUyuK4InYdIhi3eGomRUHhzMtEeL+I7cXH1zrnZnBT7xQg4vijjt8Z6lbbGAQjFoje4kPos4+iHqFEyE9BNjRySyi2PGg/r4H247ddWQbCFCM8w/TZRjDxiEXE1H33NQReeRaW3ScZmSvJ7og6rm5ZwaUvG35LqS5E5Nd13OEI2m+j+fOFm7csPRAYEgRjkIyr8m0G75sNsy+eeQtnXxMx5snmMQSDxtOxuGTVVvYOh1N03hXGRxmtaN9/bYRgEPYtaS2qirxjYydeC339Odruvn5zojWRMsW63+GwHf6bmKlOgh+9g7Z7bkjbsBjcSkx/ddR7bkxbp1nQ0ZAhGDEXXlfl4wSObIueIRMmnoCHXXuPkYOoXwkFEVr+vmEYF1zxccQo/+r4nVB80bXhPZx7CBUvMO2P1PUjqJRBYctD4SkuWA88IkYwLUbrrVcgFC7+DBHU7SYYOxrLpEOhFA/rp+5gpZlViJ8oqWvM+DWWsvntI3hIEcwmkjlfAdcykJZsAYlOpLhAzSv/fVdkO5Gg/ruvup5l330d7G8Ca1pM0XnHnQRhsh+riB1M5+JH0fnyM7GqDuh3cYwqnHWlqRS34lVIGAYKY77IhQCbDdY990XeYcdCnbCzcXwSr0qtt/wZuhGYKv2FGfNK6z0z0t9z5vU45AhGTMGGc343Tgl1XEegaQCH2SZkxkSRo6zrY2TuetnZ2ByXvQflF6Lg9HNjhqHsYjDNcGoUMXS11avitmWJhpiIV2PZbR/kO081XqpiFUEMrTddGl+K2MIiI9C4Omo0gp8siyv2cCx94v1dvFYqpFxlr1t0fbxtc63+kCSY7knsqK7csQOoZugnKQqNZmbbYL0apWphKWPGoXD6RcYFrJlixID56F10vvy0sRPo+Vxtpn3POkZK2Qm7Iu83Tlh22MUUtKI/kcNI+ybbH2bID9gmOtz/TuVTVrxTkvb6Q5pgeqItjOkIwdPA+q918HgQ7AAVCIBEpseeReQJJZ1COuBXCM0gflNn2ouYd8u0ODFCb3HcKph+kWEgZ7qEQgh98QmCH7xteEMbr03Cg3qTV3VYOYoCsuVDcZQZZv/W/Q+Duu0E012KWDFtc//eKzyE+caZV5MIt9vrPLMzT7P0aSQJJgbW3Rkfe/1lRv8k52svOGWL/PaOTwfVRynKWNQddjai/Yvn4USKvrHFiAEjAlcFnvP03tkQGb5KtokHQdlyq4SN5joWPYTO/yxKRL2MbEOAz+72ZPRdX6qBkwSTRISbXZX/1MFnJlFkUkUJy2CRPVJY5iZaRE6k9rl/7/W6o5SNQOHsa437j4QKMzqeehyBp5+IvkNKSPjAGolg3NDUimBeaIOi0wRotIcqXEaYJjGEIWbkQswdKujA4iHsUiAJZmDrb3Nr7/RpTqjaI7TJLSFJYpMuRvgEiRi6lp32SEw2s5HYXlwIdxfh2V00u9bwpI67hIJodd9i3Puk3WEx5u6VRQLze+zuxvN6VhUpizeusW+vsrJrELiRmbcPl1JYRHSwgC4a5m64M25ccqSBJJgkTGTLmVWHa9bg0wDiuORIQscJihCWwvknnGy4IyRSRPqT4Htv9CIYER5T+BzFU8TzuLhzCX3a27s7HhmprEuET+11nl1j9eFzVVwPpnNBcPSvS/c73A1nxZKRq79LghngzIo7Gl915U9EHPv9dYB9Jbu58CEq+O30yClKInSYDIIRl8atd13fFWohAwsD7SE1eOjIOU/1j04eRt/VZ0zZqdCmPgJg714/E9501HkOysAhpkUlSTADgFnE5/WveX8VmMx74g2gv1Q0Fc6N+SdP7/IJMhmJYkAE09mBzucb0fHsoohWyKkYZ1wyWUChXGN3L+rKgRtH8dc4lzNjl+4mDP641N2Y4Hk0jo4ztKokmAFMTHNNxQKd6aQBiMiYpurW4w2rXyPodgyiSYhgmA2fKRGgyjAYzODCxP9zjN77SKqtTSipX5OrYo0C2lIY3JGuP+qYu3jIBqaSBJPgQm+uLj+LFapjJkuCIjKvmcVqGOSJ9K3CQI5s4Z+04yWY0Kfvo/OlZyD+LWxdMr3ooEPL3A2vJapnc03FFGbFw8zERLeXuhsuSlRWtreTBJPADP502jGjCgoK32ZgmwSaZ3wTwwJ3+x1hO+QYWHbaHSKG7uai612vPn1fkS661jCw23w0EPFzv1qB4DuvIiRM96OE48w0QEIdoa1GPDiwYN6+6orPmGgsgy8pczfWZdoY06WPJJgEkG6qcd6gMC5PoGnWNbHssLORtcA68SBAtRixe9sfq4f2+S/BqkTqk6Lz/2LEgkGLv8vb+7XnDYLJxqIS7zqsrrF3/Is4B7JhxoknkaIeFSwovHooJFiLBI8kmDgXjqjuczl/BpB1r0YJDPWXJkSw7rIXaMzWCInYtz0SoIlodiL8gshZLeKwiJSz2VwY+q9L3YtfGugY3nVNLJzkfi9yJPWBdpAF7SXBxDlJ62dMqbCQ2hDOsKqvKGYGEX2lQX8Imv6jRbXcx0BXOH5ZMhYBZrq2tL7h6oxVMIsUkwQT52R5XRUfEij2syNhPan6aSWj9nmh+zVCWPuSqj0u/A/j7FZWTyMCDFpQ6m44OY1d5mxXkmDimNrHq6psR5cG2yj6LiTIxI1au3ZhuItCn6uiBkx3gjIrt3UcMOR8VWb+tJ30w8e4l6zP+cGmeICSYOIA2D9j2vGsaE9FbMLwWS3KqUVzFkWuI0J31kyZRbp6qySZOMBPZ1Xmjnwoe+bLbAEDRl0STBwQeqsrHiCi0yM0WddZULC72RcDb03FmcTkFqmB4lBBVk0TAlZVOTHWH4o0qZLV3UiCMTl9L02enL/PBMcyJuzctwmBVpaM2XOXeC0/m2oqphCThyCcdmXJLAT4MYe78ZTM0in7tJEEY3LO1p9+4lhLgWUluCtL5ObC8NnH7jUyXnLpbt86c+oJoZD2BBNFjS1iUk1ZLQoCIlecSXcrkWv4h+d8lvEnL1iwKU2lhDYRBCTBmERNxO/tJP6Ee7wAiYBCwWJthxG3DdDq01XxGEC/NamKrJYAAjrzCkVR5oP5CgD985z0kUki7LmKP5bN8TycQHeyySYEJMGYXApraip2yWf6qPsFSTiysYYby+Z5/mxSRMRqfpfzKgZfE8ff14F2OaTaE6gDauiIkjlL3m6uqXyUmU09QRPoHbu7IWsygmbipEqCMTkrLTUVu+hMYgdjYMaMtY56zxjxl86kiIjVvK7yhQRl6kDlyPbhESAgGLTyoSPuaXzr5xknHp9HlgY2ZSZAusJadUn94n9KbBNDQBKMSdyaXJWHKOBXRXWxYHXov0mGObmQ56uuXAXirUyqIqslhAB/Za9r3FE0bampbNDB5WbEMPCDY8xe2yV6x2amj1yuIwnG5Oyur566r4X0t43dC+ApdXsqTTaNWc3vcnYwkBezoqwwMASIL3HUNd4qUtQAnR+ZDXFKoKfs7oYTB9b50GwtCcbkvPvOm7IdBdUvWIeuWqzHDJuz4BWTTaNWW39mxf6qlZbKiUgGmjFkEP3QmZ8/SdgqGUclxfKUuEszU0SOo5W86oqh7rxoBquedeS6NonYateUEYVQPgPR+/Ym64mUpOdLf7XzaSYkFn3bpO6y2i8IhEi/akTdYiOlq9flbADgNPsREPCuolovTtYfl6EwL2axHQpYRB2jcL0fj3GvaazUjKhf9E4yABHJ2vLaOsT9SzzOjxqI1ExL8ZEMPOKVYYSkjLORyBRQUufZvfty3lft/A+AY0wLIrSD6bHOgvzLR60OeZP1hybOYWRN9XjnJ2sGlgpFfWdPvddx36JzkiXbN6O8DoriMiuPdf6flodL1QBVg+gsAg/l+ftC15SLFAvvBuabzGII0MagGpjcM1vAJheQ0+LiKwYzkVez6seL1ynz/Q+tmkN5gcY90zy7qoxuW9AUd8MwDXj26WP9rc2fmTH6Es0JaLG7PSXif6+cdVzJiE7bGwSKmbMnGbpmkgzxggcF0+33eR7q1qupeuo5KvFdDDbjcsE64aayut72S/6aaROg6w8yYT/EkEPAeh3kIVvoBsfdS77JJHwyTRdJMIM0I74Zzjeg4ECT3esWqBcXuxfeJuqLj4FZXwrwL0FwTQrK9mrMeKe03tPP+E14qCus3mYqoBfjP456z7F9seBaWFrXTtulLRiamKfysdCV0SzsnBQw6WgDKe+wFni1IxD4eMuHnhNRDWWJgYAkmEFYIv4a5+2s43wzUfHEBOlMDaX1DZsN8bwu54UEGGQz1IoOvFXm9hwQbtwbZpRfrSpKzFxGzPxtaX3jdkMNu8EYrySYNKPuc5VfClZuAJkLncnEn5bWNfY6CvlqnC+BMTnNqmdGd4z1bUHt0DHzl4SNKO51lb9HUPaJoWyLY9NxMzMGlbtaSIJJ49x2xYDBPLM+Rwxe7nA37tHXHcFXU+kDsz2NqmdMV0QIatD+WFa35NFwSomXOVt7++poITBEWtjVXuuoXRcs2JgxA8tRRSTBpGlim2ZUnKsqdFe3L1O0bsW5n5hvcdQ3/qlvvZYzqw7XrKHngbietn8RQ/wToLRBUbaBpg1aAPJNT8zvqyrPK7YEHvJ35v8d4BlmpkPX9TllcxdHfM3zVVfcRESXRTGia/3Ra91SEowZtAdWRxLMwPCL2bqLEIJzibCDiEcSszC+UNhyacncJxrD1fW7Ku5mpnPM3N/0a094Hpw3c11e87qRbBluCagTAuByIuU4Yt4+pm7JrRBUteA+w+Y9ZSRY+uaMyY7hNvsruomA6grxEyV1jVXR1PHVVDSBqTRcHQa3rvbaJMEkdz7DSpMEkyKQDX8XClxHjEoGRw0mRTAsWjaC6KF11vY/TbjrmYjJm/2uyrcZvG8Can9g91r3j2QY5q+p/JKZx5uXSx3M+nqFSBj+hRj8MzGGM2OCGfIjkA41dLB9zpKl3X16p5cfRqoi8hFFfW6O9JLUU3d/dcXDTPQHSTDmZzQVNSXBJBFVrp2c710zrFKFOguM3XRgWGSAhZ0WBRj8jR6iBnIodaV/X/RdLHV8LqeIdD88Vr2evzNzq4O2GEVud8QkYC01lVM1ZpFSJeaxiYBOTef/84f8/9pu/su+Xh+2q/JJBp8QSz+xmVPA99jdjef1bu8UT80XRmvPwJelbs+EaHVaZlYdrmnB54D+2RvkDibW7CTvd0kwycMS3mqnOAr9sWcgbxKhY4xlpZgJAAANhUlEQVQLBwZB6WRwC5g+UQme9QHvg30/0Fjq+GoqgmAyHyicSRimneCoa3g+hmylyVXxqQL6VSwdAKxr2agePO6RhSv71t20CzHlCMrQl5W6F0/sK8PncnYginc5EX1tr2uIudvyVld8TUThnqPlHYyJSU5GFUkwyUCxjwyurbUALxsk8PLLwLqRI/WqBQtC4v8PJEDVhnN+N86idX7LbMpitUsrxp8d9Z4bzQxzU6YDE8GVKMjgS0vdntv7yhW7uObVpd5Yx8JN7XxfYtXYvh7Kza7KJ/XouyBh1eyIhaXXVfkPAs8OM/b2H+UrkpklMeA6kmAGDGH6BBgxaRR9KdhsFgJeH4S6x0j3ojVmtPy52rmXjSBi3sR2voxAXFxVZfOXBpcD2CFWnwxuduQFxlGfOycjNEZA/SrSi5vRbszew2MFgfK5KqsAfqzvnQ4DvlK3J+wFcCyd5e/xISAJJj68BrV2c3X5WTqUuWYuUQ1FNwVYMqs0u6aMaIHlvzp491htGHRbqbvhon47GEDxVTtfIcIhsWQQkb+kybIVhbFH8bkq1gC0ZXgZ5LeP2XNEbIL57XjmzteJsEVPOcS0zl7fMCqWfvL3gSMgCWbgGKZNgvDmhq7PNNmhzx5wbEfz5/e6hI3V1uuqfJzAUZ+Au2TQIoe7YVo4ed5qp0iNOyvW4tJBP5aO2XPbcEThqymvg664wodRMEcwQjd/TeVrzHxwTz3DWUfHwkX+nhgCsdZAYlJlq6QjYNxt/OhYZDY4FTHuttd7ZsWrSLOr8m86+JJY7YjodXtdQ9hdipFil7QnY+60Ijgdir590088EhbLs+D+mS8Z8DvcnrJYdzBCTrOr4j4dVNOLYHQ8UDrXc0asMcrfB46AJJiBY5gWCVxVVdw8PPg46yai3zHY7vZYiOLPeLDhnJMOUkOh12MOinmpo74xrDe4QQ6qRTwRR7ZnMd6p6U+OuoabI/Xld1Vu4HAe4wyfo97cHUpLTfnZGitzevShMeiiUnfDnTHHKCsMGAFJMAOGMD0C4iIY4p8cdY2jE9HMcMaEEvGj75YZLRC2QTCK5floOxgi7igZ7S+l2pfFk3TY4nc5P2fAyATQsxDjO3u9Z1sz4/PWVE4l5oU96vpULXhotwWxGRmyTuIISIJJHLu0toyLYHRljmNuYpH3/C6n8JfqZfwWdqC6/nfH3MUXh/utZUbFuZpCd0cDiJlfKq1v/HW0Or4a53/AOKZfHaJvHXUNpsItiNS8gZD+ZHfKWCL61F7XMOQCdaV1sfboTBLMYCEfZ78vTZ6cv88EE3cwDFYV3m1YXeOncXZhVPdVO58F4TfR21JQZ+38svrF94Wr53U55xFwVkQZzB0arEcOr3/ijWj9eF3O+QTDcLH3Dkahpfb7GkwF62qqqZiisOLpjlLHjLtK6z3nJ4KNbBM/ApJg4sdsUFowoDTXOB9gxqnRFBAhJe1ujy0RJb3Tp24DVX+RgKhWskxo7wBPGh2GxISePpfzXQL2jqgDUYOj7pcAWpHqRTKUI+B2u9sTzoCunyhBMCpoETMsIoVsMKhPHnG/jKGbyPpIpI0kmERQG6Q2G6rLz7KQMjd6yAf+yuFujGnkFm4IwpDPSvpzDDiiDpH4W0dd+IhwYqe1944OEbe4IJwM4RdlUbCfmR1Wi6vyfI35jj5P1QEF5CpxNzxgZhqMHYxODSLAF4M+cXgtE2UmADPIJaeOJJjk4JgWKYYDXyj4UtTL0wFkIVw/Y0qFqige4d0ddZdEuMNe5wnrkCgCoze3BteHI0EhVSGaNqyuYZEZwDbWTDslxNq/ekX7J/ZaFMvk4jkLRWbGmKXriETiktfKwOxw7g0xhcgKCSMgCSZh6NLfcJ1r6mgL9B8iRmsj6KpO1w+rb7g6Ee18Myv+DI3+Gr0td2ps/XWk+5NNT9QvhN+94EuHz7qr2R1Em6uyqpP539SD8UTyM7vbYzpcRdcOBo+DSLcXFGxPdzy6NhFsZJvEEJAEkxhug9bKV+0MRYrnK8IotBHvE+5uxIzCvurKRSCOmnNbYXqwpL6h38Vrt/yW6sprNOK/hOmPQ0E+MJ77D79r6u911v5F3U9AxlZGucbuXhQzsHd3/15X+REKFA8Yr9nrPTHDSJjBSdYxj4AkGPNYZURNb7WzlQiF4ZQxfHvqGkxZuIZr762uWE5Eu0QaqLhADkDZJpLzpLA29q9xLAbj6J4yjA0I4T57XYNZNwej+UaX88IQ47buExuBOxUtNCkeG5bVZ0zZqcCqLgl0dkzb4sFnTR2rMmKic0QJSTBZNpH+audbXcnB+hcGe0vdjQnlSmqdecLEkGZ9hoGRkSGh+x3uhojPzyKZXHNr8zsM9DLyY+bVjrF7bxPLObFvv/6ayjnMfHb3f2fmF0rrG3uRV6zpY5er0Id114dzzIzVVv4+cAQkwQwcw7RK8FVX3sLEF4ebOJF32V7nSciIrLmmYorOJEIbhN0dAYiZ6mNT/GER8rKneqwHtT+U3R8+C0A08ATBgLmm+8K4DdrIMe4lIqJfXKX5vGk7ldy9MGyak7gEycpxIyAJJm7IBreB4Uioao3hnAAJvNzubtwtEQ2bXBU3KqB+WQyELCN+rsJn9EzXGq6PppoppyisPtLrN8KLjjrPUYno5HNVLgTYSDhHTEvt9eaM6xLpS7ZJDQKSYFKDa0ql+lxOEbt3676dDMQMvslV8agC+l04xRm0uNTdUBFrUN4ZzgtJ+SXjJDEFFIvlmGFzFpgKodlXvjDYA2MiFITsnY6R8YaeiKWv/D31CEiCST3GSe/BW13xABGdnkyC8c6oeIUUOqyvTHF/UlrfONbMIPwu51UMXNtdlxmvltZ7+sk0I0vU8VY7vyXC1jpRXVmcF8Rm+5D1UouAJJjU4psS6eIookJ9UJi/9+xgIDsYr8u5kvqEuSRCCJpaYZ+78GkzA/G7ymsZSpcNjvAZULi8pK5xiZm2fevU1sJy4eqKFToQunNM4261tTBiGsuSXQhIgsmu+er6dkVsmLLQB33zGCWdYIB3S9ye/c0EdhJ69SQY8aQdtPKhI+5JzO/HO718b1ZpekdAvztSHuosnLohp7IkmCyd8r73HWIYAyEYX03FGnDvGLg6ab+PlAM6HGxel/NCwuY7mLagGjxs5Jyn3stSiKXaSUBAEkwSQBwMEcJtwAptBUAl3f0PiGCqnV7QL06ORPRTSaFlV7ptgXBcNFWEL5OFVI/xSE3sDVlwXKI7GFMdykoZj4AkmIyfosgKbkr0Nn2gBMO1sPhXV2zoSVY6uK7M3bjZyM0MTCJdLnPHh0RUxIy1OixTY8V8MSNX1sleBCTBZO/coWX6CbtpqvXD7ti3xPjMXu+JaOofaaiCYJpXO9f1DNOggw4tcze8Fi88vhrnS2BMBvgnja3TJMHEi2Bu1ZcEk+Xz6auuuAlEl4lhMNHXpSZSqvYdcl+CEa9HJTzKHi2XdSTYNpxdWa3q7CZgbYjlDibLl9eA1ZcEM2AIB1+Ar6aiCUylIql7qbuxOF6NBMH4VjubCBi2qe0HDrcnckS6KB0YmR0doY0MfaXNYju9aM4Ceckb74TkUH1JMDkwmetryq+0QLmGmNpK3A12s8/KPYfudzlXb3ZSjCOfdTj4DENAhSYUKnkX2eb8e2kOQCyHkCACkmASBC7TmvmrK98E6SNLimz7xfPy0z0On8u5DJvi6CoBdeeS+Yk7B4qwDb7VjnsKmG7Or2/4ItOwkvqkDwFJMOnDOqU9bTjnd+OgdbiCoeC/t5z31CfxduZzlS8EK1OJSC+pa7AmkrStZ58iTEIidzjx6i3rZzYCkmAye37i1k5Y6Cd2RCq/mqFeDPB6h9tjKudQ3MrJBkMOAUkwQ27Kww94/bkV+1uDyl1gaDIsglwUyUJAEkyykMwBOc3V5WfpUHd21DdckgPDkUPIAAQkwWTAJEgVJAK5ioAkmFydWTkuiUAGICAJJgMmQaogEchVBCTB5OrMynFJBDIAAUkwGTAJUgWJQK4iIAkmV2dWjksikAEISILJgEmQKkgEchUBSTC5OrNyXBKBDEBAEkwGTIJUQSKQqwhIgsnVmZXjkghkAAKSYDJgEqQKEoFcRUASTK7OrByXRCADEJAEkwGTIFWQCOQqApJgcnVm5bgkAhmAgCSYDJgEqYJEIFcRkASTqzMrxyURyAAEJMFkwCRIFSQCuYqAJJhcnVk5LolABiAgCSYDJkGqIBHIVQQkweTqzMpxSQQyAAFJMBkwCVIFiUCuIiAJJldnVo5LIpABCEiCyYBJkCpIBHIVAUkwuTqzclwSgQxAQBJMBkyCVEEikKsISILJ1ZmV45IIZAACkmAyYBKkChKBXEVAEkyuzqwcl0QgAxCQBJMBkyBVkAjkKgKSYHJ1ZuW4JAIZgIAkmAyYBKmCRCBXEZAEk6szK8clEcgABCTBZMAkSBUkArmKgCSYXJ1ZOS6JQAYgIAkmAyZBqiARyFUEJMHk6szKcUkEMgABSTAZMAlSBYlAriIgCSZXZ1aOSyKQAQhIgsmASZAqSARyFQFJMLk6s3JcEoEMQEASTAZMglRBIpCrCEiCydWZleOSCGQAApJgMmASpAoSgVxF4P8BJDBLwZvO5hIAAAAASUVORK5CYII="/>
          <p:cNvSpPr>
            <a:spLocks noChangeAspect="1" noChangeArrowheads="1"/>
          </p:cNvSpPr>
          <p:nvPr/>
        </p:nvSpPr>
        <p:spPr bwMode="auto">
          <a:xfrm>
            <a:off x="155575" y="-319088"/>
            <a:ext cx="666750" cy="676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" name="AutoShape 6" descr="data:image/png;base64,iVBORw0KGgoAAAANSUhEUgAAARgAAAEcCAYAAAAcH6uaAAAAAXNSR0IArs4c6QAAAp50RVh0bXhmaWxlACUzQ214R3JhcGhNb2RlbCUzRSUzQ3Jvb3QlM0UlM0NteENlbGwlMjBpZCUzRCUyMjAlMjIlMkYlM0UlM0NteENlbGwlMjBpZCUzRCUyMjElMjIlMjBwYXJlbnQlM0QlMjIwJTIyJTJGJTNFJTNDbXhDZWxsJTIwaWQlM0QlMjIyJTIyJTIwdmFsdWUlM0QlMjIlMjIlMjBzdHlsZSUzRCUyMnZlcnRpY2FsTGFiZWxQb3NpdGlvbiUzRGJvdHRvbSUzQnNrZXRjaCUzRDAlM0JodG1sJTNEMSUzQmZpbGxDb2xvciUzRCUyM0YwNjY1MCUzQnN0cm9rZUNvbG9yJTNEJTIzZmZmZmZmJTNCdmVydGljYWxBbGlnbiUzRHRvcCUzQmFsaWduJTNEY2VudGVyJTNCcG9pbnRzJTNEJTVCJTVEJTNCcG9pbnRlckV2ZW50cyUzRDElM0JzaGFwZSUzRG14Z3JhcGguY2lzY29fc2FmZS5jb21wb3NpdGVJY29uJTNCYmdJY29uJTNEdGhyZWF0MSUzQnJlc0ljb24lM0RteGdyYXBoLmNpc2NvX3NhZmUudGhyZWF0LnRocmVhdF9hNiUzQiUyMiUyMHZlcnRleCUzRCUyMjElMjIlMjBwYXJlbnQlM0QlMjIxJTIyJTNFJTNDbXhHZW9tZXRyeSUyMHglM0QlMjItMjAwMCUyMiUyMHklM0QlMjI5NjAlMjIlMjB3aWR0aCUzRCUyMjQ5JTIyJTIwaGVpZ2h0JTNEJTIyNTAlMjIlMjBhcyUzRCUyMmdlb21ldHJ5JTIyJTJGJTNFJTNDJTJGbXhDZWxsJTNFJTNDJTJGcm9vdCUzRSUzQyUyRm14R3JhcGhNb2RlbCUzRV5Rg9QAACAASURBVHhe7V0HeFvV2X6/eyV5xpKdAUkIK4SyV8JeoYyyYssJpqUFCiSWCRAg/IxSoJhRRqFlEywnJYwCJSSWE1YZBcoKK8xAIOxAQkhiSXa8JN37/c+5joOHxpUsyZJ8zvPw0KJzvvOd95z7+oxvEGSRCEgEJAIpQoBSJFeKlQhIBCQCkAQjF4F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4BEQCKQMgQkwaQMWilYIiARkAQj10BWI+CvmTbBXrdwZVYPIoeVlwSTw5M7FIbmrXYucRQWzKA7Hl07FMabbWOUBJNtMyb17YWA1+X8UgW/MMzdeA4BuoQnsxCQBJNZ8yG1iQMBBhS/q/J7AHbW9fNL5zbeH0dzWTUNCEiCSQPIsovUIMC1tRbv6g++V4DRAFY53J6tU9OTlJooApJgEkVOtht0BPoQDBNwtd3tuW7QFZMKbEZAEkwGLwaeXVW2trltTLFitbAeDMFi0UPFamsglNfR5l/TuW3ryDZasCCQwUNIqWp9CAYErLa7PWNT2qkUHhcCkmDigis9ldk1ZYSflcdBdETYHhkaEdoAtDDjEyLlgRL3oscy+ZKzqaZiSlld45JkIhiGYKCDLih1N9yZzH6krMQRkASTOHYpb+mrdl7OoNkgHhltohgQf70Z4BaF8Jwe0u5zzHvyxZQrGKMDrqoqbi4NPaYz78bES8vcjb9Lpk59CaZLNv3ocDdslcx+pKzEEZAEkzh2aWkpjkn+1sBFAF0KwGqmUyKEWMeHrGgPlNYtuctMm2TW4dqq4ubV2sU69IsIGEZApwqUF7s9zyW1H0DxVVesIqIxm+Uy0BbUdh4zf8mKZPYlZSWGgCSYxHBLe6ufZ5x4vFWx1BEQz19ncfG50gblmgL3okfSobR3evneiqo8qQNjeiyu7x1uzzap6N/nqvQBbO8pm5kfLK1v/GMq+pMy40NAEkx8eA1qba6dnO9f43gSjCPjUUTsaHQdzzrcngqi1Bmjbag+6SALaS8yOL+Hfkyk/MVet+j6eHQ2W9frcoYIUHsRDNDiCDi2pvnzfWblyHqpQUASTGpwTalU34zyW6GQODbFNX/ilaXE7RmXistg/4xpx7OiLwFY6Tl4AnW0IjRujHvJ+mSDIi7Dfayu64cCA2TRDrTPWbI02X1KefEhENcCjU+0rJ1KBHznnngkBy3PEdDrg47VJzO3QlFOL61rWBSrrtnffTWVR4PxFMD974gIbzrqPAeZlRVPveYZJ1WwGvKwuOXuW5huddQ3XBKPPFk3+QhIgkk+pmmT6KuuuAlElyXQYTtZ9Kn2exc/m0DbXk2WV1UVj3EE1xKhMKws4kscdY23DrSfcO391c6nmHB8WNnMSx31jQemol8p0zwCkmDMY5VxNZmhNJ9d/ijrysninTqeQqCm5iLLhHG3LWiKp13fur5q5/MgHBVOBgP+IGPyqHrPBwPpI6xsl6vQj59/AjAsPLHRD/k6jsyvb/gi2X1LeeYRiHNZmhcsa6YPAb+rci2DR8Xbo868uqy+MWHLV5+rsopZ/zdR+LsgJvqktK5h93j1MlO/ZfoJu2mq9eModYMBTS8fNW/guzQz+sg64RGQBJMDK8M/c8oBrFle73vBamZoBHrK7m440UzdnnW4qsrmLw2KQE8RHQwZ8JS6PZXxyjZT31ddeQuIL45al/FnR73nRjPyZJ3UICAJJjW4pl2qv6ZyDjOfnUDHDGvoaMc98Vn++qZPnQFVrx+MD3yda+poK+kfgTEiWv8EvdbuXnxNApjIJklCQBJMkoAcbDHrZ5841tpq+ZiB0nh10RmflY717UO1L3eYbet3OZcysH+0+opCrpL7GqKTkNkOe9Tzzaj4MxT6a6ymBNxtd3tmxaonf08dApJgUodtTMnGC0yJNrx03qLvYlY2UcHvct7GwIUmqvarwrpycencRX8307bJVXmISvrzzNTToK5XU7GwdOKzSuuSGwRqVVVVWbEjuIwIMS2DFeInSuoaq8yMSdZJDQKSYFKDa0yprTOrJgb14F0WRm2yfHS806duQ4r+AQiOmAr0qUDM35T4bDuZCf9g5v5D2KZYFJo2LIn2NkJls7sXY3iMFxz1nqPjxSKe+sLYj1JgRBiPDplcVxLMIM2O/2zn06zjaCsrBxXVL3onWWp4q8s9REpFAvJ0C6mnFtctfDRWW2+181UiHBKjXiAU5MNG3N/4Vix5Zn8XrhLe1Y6vN0Wwi92M8Zyj3vOb2BUTr7HR5bywCMq/yb1oTeJScrelJJhBmNuWmVWHa6Gg8Cy2tfisw8ctGJgtSs8h+Fy/HQ90fpnIsBhYUur2lMdq66upWAOmLaPVI6A1xJZjhtc/8UYseWZ/97oq/wHos8mk0Q+DFpS6G042Kz+Rel6Xcz4zWsrq5V1POPwkwSSyqgbYxldT+QqYDwOYHe7GuEz9Y3Vt3FGUBlcRIljWRhVATXZ3g4g9EzE6f+v08r2DqvIqgKKoohiBkI0PG3FPcnYwIv8RWF/BfXydoumggG4pcTeIMBcpKz5XxRqAfmrxWo9M5h+KlCmcZsGSYNIM+PrTTxxrybd8BSBPEIw34C/bbv7LSfP6FUGY/D++/yqIDoh3aATSFMLJ0e5NmlwVNRbQnTpgi7GDYY24IhlR7N51TSwcz1t/S8Qj4xlTiPSrRtQtTokXt9CDzzjD4bf5NwD6RpBykqOu4fl49BsKdSXBpHmW/dUVDzPRH7q6ZdahHFbmbngtmWr4XeVXM5TaRGQy8xOl9ZFfXsy+VCXzFak3ZuZGxWAEdZw1KoWpTLwznPNJwR9BCCGkzHTMWzTXnHZDp5YkmDTPta+moglMhq0KgXRd044onbf4f8lUY/25FftbgpRYqAKmHxz1DeMi6eOd4XyBFHPxaJJhByPcEQB+PG58GOutun5M0bzF78fd1kSD2lpYLlzt9AMoZEBnnc8vm9t4j4mmQ6qKJJg0TjdfcMoWvvb2n34BnZksfHwyvJr7DEPxVTs1k3ehfZqS7nA39Arg1LNCVA/mvpJIuWoggaa6wkDwM+gTUMrMlDHwhQPK5FS97mw4u7Ja1dndrYuu83mSYPrPjCQYM6s1SXXChVdIRXhHkfGw2eXsYJMxfHsNj4GOjrYttnzouZ97/nfxRLzuR8dONsITAMabgYRBi0vdDYk8maPlnKknaSFdPJlbzPTVt44CWlCSohcknjw53z+hdCWIN4cvlQQTfpYkwSSyehNoIy5ffas/+JSACb0+XOAHEa82mVHmNhHMBkb8BneGbsQrSEeeTlDBSgGI88mInsd5RLCGDfAUBhMCAgT6l0b6q2D+ttS9+CUz0HlrKs5UQG7mxMjFGIKC0+33eR4y01+8dXyuiusBuqJnO0kwkmDiXUdJrc+zjivxBfJ+JEZxL8HEIXuTrciMBa1ZhbgWFv+Pzh9A2MJsmxTXCzK4XcSgYcZqRcE7pFleYpU//U+T8t3Jm5LHCYz8nfl/J/B0EfUyUZ3E3RbDtqPD/W/xWpfU0mVn1LEMoBJJMLGhTXgSY4uWNXoi8NNpx4zKLyhcHe4+IZ/pV8kMjGTsYKqdqzlzCCbsYhCEozN/quuhB1TYQKpew8Ckga4cBi//4Av/pCNeNu+8abbPZlfl4zq4n3+T3MHIHYzZNZSSelEDJDFesdd7fp3MY1KTq2KNgujWtikZaEYI1S9zuBf/Ldmq+F2V1+vQr+hrSSxCArO85I3wRyTZsyDlhUVA5AsiVVkW7kdiCpQUB7en2578caDwrZt5wkQbW6/TdT62695kaBVxPPqP11LQfexK1uibayqm6EyNXUk0+5WAxvrM4fWL/5ms/nJFzpBbgIM1ca2zyvcOdoYnGKETMf/LXt94aiL6iSPRxpppLo21Cwk0IR5z+kT6y+Q2RPjUXufZNZk6Gl7qqi7Cc4aN/0vAWgqok0vmL5TZJPsALwkmmSsxiqyWmopddKbl4TJsiGY6c0eezgfFYxgmUrS2rdWPCmnabQzaOpGQmWkafnq6YbDGoZOHz31SPKUnpQgfKIb2IhgRjQ/FnU+pu3G3pHSYY0IkwaRpQjec87txaqhDBJaKjDnjP456z7GxVBJWpBesmnYiVO1vxNhBmATHajM0fuevHO7GHZI11o0zp+0RDIU8RLRdVJkm5y1ZemWTHLkw0zRbXU+weSJmSPj8QZv0iBXmsXX61BMCin47EZL2IaUJgtR2Q9AVXa8uSdI9SJehnzYfoOhe48ZfDOUau3tRQr5fqQVl8KVLgknTHBhezqs/+ATAr6J1KY5QShgjMRE5zc/qo6TgKLOGbmkaWkZ0I+5eVvKqfSe532sbqEIi7gyBZ5uRI17+dFWdVjpnocdM/aFWRxJMGmfcW+18UCGcFukeplsVQSC6Sq7hmwJmN9c4b9AYFyQW4yWNAxzUrigILXiOY96TCXs0r6+euq8K/XYCDjJ76BS5pUpJnZQqn6dBhTQJnUuCSQKIZkV4p5cfpqjKK7EIpkse6QR+h4HRBIwbiGWrWf1yoF6AGC+ErPlnD7/3sVVmx7MpSNctBDotbH7tKIIG8vpnVr9sricJJs2z53M5A0jECTHNemZ1d4T1FsYfYgVT59lVZd7WQJVCyp/AvG1CY9ZCRznmxZdTKqF+srSRJJg0T1yziOEK+qMIiCRLChEQABPPdLgb6/r2sto1ZUQ+lP9TgHP6+hTFo5GRiaG+cYdkWmDH03821JUEk+ZZWnvBKVvktbeL7bs1zV0Pze4Y79lJmQL3orXtrsppnaRfoLByAIMjxrwxC5QCOqPE3fCA2fpDsZ4kmEGYdW91xQNEdPogdD1Uu+w04sowVLOXt7GAEo6adnfD8Fj1hvrvkmAGYQWIXYytrW0ZEY0ZhO5llwNFgKCrujJrWP2iewcqKtfbS4IZpBn2VTsvB9H1Q968f5DwT7Rbw2iasdRe33BgojKGUjtJMIM02yK/M7H+YEwz9EHST3YbHgECvCXQdpTpYs2tEEkwMXASnsq+6VPH2YDdWNWDsZ4+zcAuZPpdlXMB/QwMwZAKZjDKzDoUtKjKpOI5Cz/KTP0yTytJMH3mZNXsqrKi1sAlKmgqE7YnQGFmAndBJf6XSMWoAx0K4xMQnizxWm82G/KyKzbvsncJyp6ZtxykRtEQsFksBxfem7xUuEMBbUkwm2bZP2Pa8aSEbtSJdjFeG8zEhBWmLCQM+ykA0Aqm0LzSuiV3RVs4flfl2wzedygsrlwZo7h10UG3l7obLsqVMaVrHEOeYDaFUbgTjONB0dOhxpwUNvY5K8DqxSXK8JfJ7e7leOevmXolWL9OmtjFRDJjKhBEgkhcWur23J4xSmWRIkOaYIRzm0XRnwZjRFLnTBAN0ZetgVD56PlLvvhy1nHFozvzzgox/pH62C0EKijoOs51dghf36QOLR3CyGIB8gqAYAAcECYsg1MY3GoFTU3GvdvgjGDwex2yBCN2E8z61Ykm9jI1dQxxe3M/KbqXdHV2qkNZqqPHwXrIUbDuPtFQT/vuKwSXvYngJ8uMjzXjCxFsh/0Glp33hLrlWOjNPoRWfIzQsjeg/TTgcMWmh298FAotLdFHHtl3F2paiKxoIDAkCcbrci5WgBM3eyizcXmbGjCMe5rUrjbxFz//5OmwHXQkYO3vgaD7vWi94xroP4qAeplZ1O13RMHva6CO276fghwKob3uZgQ/ejflyuvAGmhKddm8RU+lvLMh0EGKl37mIeitrryGwCdsCuD8jaaHniCydOSx4hU3MAHQ5i9UoWCHppGVmMaD9clEJIyrRmba07LtiBOQf9IfQZbI7k3aF8vReue14AzcydCIUSia8X9Qt9sx8oIJBbHxhkugpZgkdfDnpWP23o1qa0OZt3qzT6MhRzAtM6sOJy2Y12nJ/yyemCFiate5po7Op1CFzspVAMZkymVt8VW3Qd0qRrSBUBCtt9citPLTjFuleUeVI7/qzJh6dT69AB2Nj8SsN7AKzLqmTpE7mIGh2N16yBFMcmAD/DXOh3TGKQTjSXvQChUUYtiN9RD/jlqY0fH4P9H53ycHTddIHRe6LoF14kEx9Qq++zra6m+NWW/AFRjrNWv+PvH+ARpwvzkoQBLMACbVP3PKAawpLwOUNwAxA2pKefko/ut9UIbZY8rpeGI+Op8XucMyqxRddB0sv4qd9SOw9GW0339HWpQnoteDhcHfjuhKhqewy5WPOneHuE+T8V/MT4EkGPNYha25sdq5V5Dw/mACWTT7Wlh22j3mDmZj7fnQfvphgCNOfvO831Qif2rs6BXt/7oPgf/9J/kKhJEojOsY+JpZ/4QUZRR0TADBz4wfFPAPUJQW0SykBV9UlaL3He5/f5UWxbKsk8H8LrIMqsjqeqsrFxFx5WANSFyOFlZfDGX4yKgqhD56B20P3A3e2DxYqvbrV3GUoeiym6GURTdF0r77Eq23XJEhl9TcZVIpCrFIWyLeITUGtxPTh4qiLCiuW3SP3Omk/AE1Y9ZxShURzovNLqeXgZKUdhRFuGWHnWH7zVRYd90bUCNfCwXf+C/an5gPbjX+AA9qEce6oouuhTJm64h6iCd2beWnaH+sHtziH1R9zXQuwjmIpBAAt4LwtqpYrxs2Z8ErZtrmYh25g0nSrHpdlfUEnp56q5fIClN+IdRf7QZ17NbgQAB5hx8LZdTofg0Cr72AjoUPgNs2Jmn08YuhEgeKzr0C6rb988cF3n0dvPZH8MYWaD98i9DK5V0HluwsRqaDYGfINeJB4z5nSBVJMEma7g1nV1arzHeA0WWnnwFFvCwVzboK6vid+pPMW6+g46F7B+XIoZQ4UDjzT1C375+DLiguch+6B8K4LpcKgToooOxdMn/hilwaV6yxSIKJhZDJ3/2uyie5y4AvowrlF6Dw7MsM8/u+JfTh22i97+a0+ispxSUonH1NWLudwGvPo/3hOdm8W4kx96QT8Q32Oo+woxoSJasJRsRu2aq1tGOw/UXWn37iWGuB5VtmWDJx1YijU6HrYljE/UyfEvrsQ+N+Q4/L16fvsjF3fKGiYSi+5K9QRo/rp0fni0vQ2fDwoOyo0jlnRAhpuj6rrH7xfensd7D6ymqC8bkqrmfGuNL6xj8OFoCiX5/L2QCGM9U+RwMaY34Bis67EpYJu/QTI+45xM5B++aL3r+pKtRtJ8Aybjso2+wAKiruMugj6gqD012YobduhP7zGmjffwV93U/QVq8CQsHNVcSFbuHsa437ob4l8MISdCx5FNzRPqAhDn5j6gA4SMAGJu7QdTJAElfuTGwjUop01tZayDJvWN2iqHGDBn8sydEg2wnmUQIdWeL2bDlYT4LfnDHZUWpzrEupV3Zy5hrCKK/wgqthCXMnI0im86nHoX37JWiYHdbd9oa6wy7GC494So6n6OvXIvTlZwh9/B70H78FCopQ8HtXWEfGwMvPoGPRg12hJbKsiNciBfCzjhW6Qq9B549Um77efu/iZ7NsKClTN6sJxu9yLmXG/jrjtLK5nodThlIUwSKhPRFOG4y+E+nTIJnz/wLxrN2viJ2I3xs3oUTVQ+x0dA1Q+58ejSfzh+eAtey60CWQrrP+MCnKw466hucTmYeh0iarCcZX7fwchB0HKwnWylnHlYzozPuJkDkvR6YWbl6+8URsxjzflLwEKgVef9F4Lcq252cGfCEou4x0L1qTwLCHXJOsJhi/y/kOA5PErGmEO4bXeS5M5ww21ThvUBiXp7PPZPVFZSNQePp5YV+XktVHJDniGNZ2383QvetT3VXy5YtLWi10yvC5Tz6RfOG5JzG7Caba+RQTjhfTQoAW0kO/S9fEs2vKCD/U9wBENkPN4PVi2f5XyD/FBXXr/gGeUq62phk+RR1P/juj3BZMj5voUUddw+9N1x/CFbObYFwVdzPo3O75I9DP7VrgyC3nPfVJqufUf075sRxSnkl1P6mQr249HgUnnwU1zItSKvoLK5MZoa9WoH3eP6A3Zd1OZoPD7UluHOe0AZ/ejrKaYDZMP3GGqlrqe0FGWMUh5dDSeYtSGh8yWxPYi8BUBWdeEDtAVZrWob5hHTbeegW4STzEZU1hnZXzymRu6pgTltUE01FduWMHsciy1ysei9jJ/JzXMWHCXc+kxG3Yf7bzNNZx/yYTh5ggZ0oFZeSWKLrgaoh/Z1LRfU1ovfUKw34mWwoBb9ndngP66ltbC8vhL0+2TJ7cfyQLlo/UP911gX51LfTBMqtIN75ZTTAvTZ6cv8+Ojle7L3p7gicsJsG42+72zE4GqN7p5YcpVuVPuo7JJPyNsgw5stpQfNU/oGwxNhlwJF2G9tUKIzB5FtnDaKRqh+iaZT8CHwHmnUDKKDDbjfgNYYybxZIRmUEhwjoQNWma/prFynfa5yxZmnRAM0Rgln0m/VFrqik/W2FlTkQ8GesJeKykuOQmuu1B096s66ord7SSfgQznagQDmSGsDYT3vhZWay7TUThrCszV/f2VrTe9zeEVmRP2mci6MwiIgwL2+b4sTUyTpAu8i8R83KLqj5RVKDeT7ctaIpfWGa2SACVzBoIV1UV+0uDqzdlCQivnJhIBe3EWMXE70PHtyqUzqDCm8PwM+sBYioj0HYKMJ6JxgBcnG3HoEizQ8LJ8PTzQKPHQi0dGTa9yWDMrIjxIi55A2+9gsCrzwGDmGhtMMbfs08RxgqAn4jvCUK9JxdsbbKeYMQEbahxXmdhXGnO5W6wl9Eg9i/+zg4fCeuOu8OyxyQjXILwLRLHJ+FflJYizg6dHdB8G6Ct+BjBd1413Apk6YGAOESB1oH5htK52Z2yNk2rKrXLR1ysXbDa+Q0BW6W2p+ySLrynleGjEPzwHbA/zK5btUDYw1j22g+WX+1uXP4KVwKjJItwui8jxLP05x8j+PF7CH36AXQRGzhCEKl856mGEV7w9RfBPRwmswv95GhLTEtLOoor6KGHfk6OxPRKyQmCEZCtPf3YPfLy85flypFmoMtARIwr/svtXdkGQkGIcAiBN17q+rAjFVseVOHcWDYC6jY7GIGqRJxfQ4bY5Zgo4pJW5JPWPv/YiEbH639G6MfvoK9ZFd0tQLUg79BjYD30aKhjtwG3taL1tquhrfraRK+5XoU26jrPHCx/u4GgmzMEI0DwucovBSs3Ze9V7C9TSfbSrjzN43cCqRaEVn+H4NJX+odUiDD7BafOhO3QY3r9Kj5+7cvPEHjnNYgA4BHj8oqYvuI4JTJFWqwgq9XwsI4awpl1cDDY9Qokdh0d7WBN63J0jFDEbkkc06x77w/LbhOhlPVOminuZdr/eXv09U1kZIS07rW/8W+y2RD471PGnU4uFQJpOvMjpfWe2OkXMmjgOUUwm0kGyl+zIXxC5HVARoAo694HAIqyuZpIBq+vW4PQR+8aRw199fdhdwUibkvJjfVA93GnT0cifSw3rYe2ZhVCy9+Hvna1cSTh9WvBup6y5SnuesQdkLrlVkYsXnWHnaGO2caIMxOu6L4NaJtzkxFCom8RxznhrGnZc39Ytt8R4hJ7c9E0tN51HUQwrWwqPT/GvveJxolVXAIzXrfXew7NlnHlHMEI4IUZP0LKwwwMz5aJ6KknOcow7Np7frkPCTMIvWkdQis+RuiDtxD6egW4RWQJ6FqWecc4kT8tjhhcgU6Evv8a+s+ru4JFff050NkJvdPIM9ZFOp3t4PZ2cEdb5B1JYRHIlg8RplN8CWIHJHYp4rgmdipK6XAjml3MNLc9euiZC8nY8YzfCdY994Nlx92gjOkfGa+7aXDZm2ir+1vmTL8ARIEGRicxNhLxWp1J3KvoTPQ9MX9tIbSHiC3M0BSiMtJpax1sWEUSYVsGxjLwUzu0A8a4l2SFf0VOEoyYEK6ttfhWfzAXwGkkHqmzqCgjt0Bx7V1Rk9n3HI4gheDb/+s6FoSCKLrwmrDZBOKGQNeM4NukhYynZO2nH41djziC9DpeqSpEfmnx8atlI0Eik4E4YlmtAA0M+uD7S9E+7zZYD5hs/BM2jk2YgRnxhu+9Me4hJ7sBQdyf6MusKpZ0tGuPDrXMAjlLMN0LZXlVVfFoe+ffSKEziClrLHALz/0zrHvsG996jxLcKT5BkWtzexva629FcPn7myuJ1CjFf741dn7sZClhQk7n00+go/FfJmomv4rIIMCEZ/J1/Cm/vqFPHNLk95fJEnOeYLrB56oqm79UGacgcKNGmEjM22T6i5M46uQdX5VRH67AUxw9xBGkuwj3A8PHKUZmyXR8CHqLH6E3X0K7CHAoLpnTWAjw6qD5joD9Wpo/35fGrjO2qyFDMD1ngC84ZYuNgdBOmhbYSVWVMSENY8BMuoKtVaZRBH1zfEeGInyavmYSmUFpKiXLPsTMkiCC4hhuXGZaDz7SeL4VkfkHu7S5b0HwvTd6EYzYcalbjBk01cSTuDhOBd96BSImcJoj5ekMnL5NPgAAIABJREFUPOQoKLiM7nh07aCBkIEdD0mCSWQe2OUq9NO6tWDDfSDtRby0KGO3NbI1qtvvCMVeFjVFbMoUZO7awbz/i3+e2MEUX3QtxOV0OovITBla+WnXRfeKjyEuvgejEPCF3e3pn0VuMJTJsD4lwZicEO//Td2GWngl8Iv/ksmmSa8m8hzZ9j8MlokHd116RslFnezOxUfcNvcfEN7Pm49IpSO6ckyHSVOb7P6FPOMY9MHbCL7xIkLixWvwyxcOSTBhZ0ESTBhYRDL7nv9ZxO4Qr1LNaz7YyNw79sxgr22yl8F20BHIO/w4UGmKXuU72qCtXWNY1RpHkTf+2zusAhFskw6ButPuRt4lEi9JJi1/48FPJIfreHoBQsvezKgEbTrjs7J6T/+EU/EMLkfrDmmC2Tjz2D1CWsEsZp4EsF0hGs6EQsNioUchw4SVhFt+xi4D4XdkeEsn6Ziir1uL4CfvIvT2qwit+lrEJOhKLxItCb24nxKGgYpivIBZ9jkQtokHJ8evSdPQfLkrvE/VIM+KJJjIEzCkCGb9uRX720JUoQOnks4jmcgqPgmOagM/yKvXZPfC+KzgjPNBhUUmW4Svpq3+HsFXnkXwg7ehN3sHlLdaGNop47ZD3lFTDOM4s/5MkQbQ/KcZYO+GAY0vFY0lwQxxgmmqmXKKCnWWzthzUw6jnCNW8ZydXzGAQPcd7YahXudznq5XmGQWVYVlwq6GdfFAshi03Xsjgh++nUzNkiJLEswQJRhfTeXRxHyDDuyTbda88a78grMuhG3/w+NtZtQX9yodT8xPue8O2fKQf/J02A7+NaCIjM3xlc6nF6Cj8ZH4GqWhtiSYIUgwPldlPZin54JntZlvpPjyvxmJ6uMtIkZLm/vW9OUnIkJ+5anIO6Yy7ruZ4DuvoW3u3+MdYsrrS4IZQgQjXAPGOkKfgXjIBJ8iVUXRlf8wYrnEU4T/Utu82+Jpkpy6ioq846Yhv/yUuOQJgml/tA7cujGudqmuLAlmiBDM2gtO2SKvvV0c0uP70lK9AlMs3zB0+7/rIGLImC2hLz5Bu/tWw6ZkUIpqQUHVGbAdcYLp7kNfLEf7/DsgcillVGF84aiXhnbh5iRnLjt5dlVZc2twGQPCx2hIFetu+6Cw+mIgv8DUuIVHdPv9d0L7rn+clYgChNvCFmON2C09jexEfRGeQUTAE69OwlbFrJm+CL9QJI52oyOHXeipj5E/6ebLMi4TJIHWldQ1bCmyDJiaABOVmKE0V087VmdenuokgibUSbhKzhCMz+X8BsC2CSORIQ1FEG4RNwUFRYjl9yRCKYiwCfmVp8E68SBTIxDBptofutfw2TFdrDYj+JVSOsIwthMxdXsXgnW/Q6GOGdeVIeC1500/b4s0tkVi92WSHDsWPoDQJ8tiPsezCNHv3QBBStGi6pnGIGpFZmI8UkJbuMjtjhwwx2RnIlNGU1lwkcLYnmza0Y67l4i1nZUlJwjGf7bzadZxXOQZEMuNNhK4k4E26LSSVF6vi3w2OvKIlN1EcCoCRFg0ReS4GQyjOusek5B30pkpdRoMffwuWufcZNrTmAqLjbsSESiq9e7rgWAgIszKlmORX/57w9DOCPYUzSivh5RC1yWmCTKur4zZ8Pru8DwM/ec1cTVNrDI3Q+F6+5bNV1Ltyx3xyhAW5P7qihtANAtAoVirpW7PwAyb4lUiyfWznmC8NZVTSecnwrwWtYrwgiHW7h1eEHoJdz2zEbW1CtXWhgxXgFphrVsL1NYaaTy73QN+vuCUkQWdHeW6xidD4YlgMn+xMYDJEfFoi86/yviQU1Z0Ha3/+AtCK5eb7qLg1HNgO+BwbLzpMuM5O1YRxx1x7BH2NJ1PPW6KZMTxqujcP8d1hxRLj56/i2RuIoB4GkuQGW/ZLMpNhXMWPRMrTazvvCnb6QHlMgV0KoDNhMLAA6Vuzxlp1DvpXWU1wXDt5Hzfj/ZPiWg7AxlhkquQX2f804GRVw5ku2oQzuwqR+fG0IgO8DSAzgF4bKqeva2TDkbBKa7esWWTPN3aV5+h9Y5rTadnFc6Lhef8GUqJHc0X9Yk1rShQiorBbW1gEdi7e7eiqCi+5k7DF6n19muiZzHouYuZdSVE9slUFBHxr+XKmakQHV2mWI+EIDOtZdKbANKI8TMr3ALm7QlKEcEIhSlSNvT6FpnQblXUA4rnLMyeVJdh0Mhqgmk+u7Ja09m9aRBMRAv0EF2aikux9dVT91WgeRQj42PyizpuOxSefRmUEVskX/gmie0P34vAq8+blm+ddAhEdgKRm6jl4jONuDTipUrcDRlZT/Pyjd+EAR0CAWg/fAP2e1F43pVG7Jr2x+oR+N9/TPVnPeRoFJ52jqm68VYKvPwM2h91x9tsUOsTcHuy8qoP5kCymmB8M5xvQMGBAOms06Wlcxel1ArL63I2EOBM1YTl/aYSeSec3PXBJjmwlXBUbDGcBb2m1RdxdvMqTwMxo6V2lnFPwhtboAt/IBH8W6QqUVQoxSVGYG/e2Axu9hkEI3yiOjz/QuczT5jqTx29VdduKYkhH8SFtkjT0nbfzeCOdlN6ZEIlBi//Cj/sN8n93oAvjAd7PFlLMO2uykM6oIugq8MthP2G1TV+mmowN9ZUXKyxcksqL4DVbcYbEfMNnx2Rlyga0YgPPBCAZevxUSPsC1zE8/HG2vPBbP4l1XbgESgQuwrVgs4lj6HjhcVGvqNoxbLznii6sNao0nb3XxH8+F1T0yKOVAVnXhDzslf//muEfvohYjiI7iwI7NuA0JcrEPzwLdMX2qYUTXElAjopoO5VMn/hLwF3UtxnKsVnLcH4XJX/BPgIVbWeMWzOgjjeXBOH03+28zTW8WDiEuJsKcglaoSIrh+N+xsRqiFCHiRRR1x0tt1xTVx5j0SM3cLz/2LkMRK7gdbba40dQaTS85gngoNvvPaCuGxW8k/8LfKm/C6ifPEs33J5tbFLiu4An7lhNaKuACPXC/3W4W5YEOdKydjqWUsw62dMqbCQZSdHfcPN6UK3K3B4sDNd/ZntR+x6imZdtSn7YvhWRp4g9y0xX3VEzF/xXK5utR0sB06G0icGcOCNFxF49Tlo33612b5EBLqyHTDZsMpVelgTi/SvIvlZ6PNPEHz/zU3EEHlU4ngYzX2Aveux8e9XGbmbcq0QIaRAnTWsbuF9uTS2rCWYVbOryubZFzTX1iKUzgnxVTs7Qcatf8YUYasi0oaIfErhisgVHXhxSZcnchTbFOt+h6Gg4g9dkfEiheHUtM0ZIcXxx7rr3rDudUBX3+JI17cIg7dAJ7jFj/bH/wmRryhSsR1+LAp+XxPxd8Mx8/47MjImzAAXQxugX+NwL86gTHEDHNGm5llLMMkZfvxSvK6K7wiUcb5Ow678hxHcKVGCsR16NPIFuRSXgNtbQQVFxo4j9O1KYGNLV8rXMVuDiocZF70idoxwlhQZGwt+V911VySyQfrWQ/v+G6Cw0LhLEo6YwrpXWAGL9LQdj9T1yqnUU99YBBNY+jLa598ZcxcW/6wOXgtmfAeLemHpnIWewdMidT1LgokTW6/LuZgYU3pbLcQpJAXVxcuNdffIdiTRjkjCDSD/d9VQCgoRWPYmOl9cggLnH4BAJ9oXPwp9zQ+GxsIIUAS1EoTR+ezCriMPEYovv8Ww3g3890kjZ7bYrYjndpHKhDs7DFIQNi62I08EQiG0Pz4PoY/f64dCrCNS4IXFaF9wfwrQS79Icbumgd0d0K/MljSwiaAkCSZO1H6eUXGmTaW5feP2xikm6dWFP1LesVMjHy8iXfIKgrjyH8aTc8dTC4wUIOIYZTv0GFj3PRSBl57qlaJEPKEbu5xmr5FW1iCekVtC3/BzL/8j4RgpCEYTXtsPzzHqiXQrIq2tIKjWv10OkXakZxHkJSLzRSrtD96NwOsvJh27tAoktBOwsCO/4OIthkAOJUkwca4ukV2gZfUHrXqX9WXGFHHJKp55I5VIz9QiK0HRrCsRePMlYwfSfUcjHC4LZ14O3bcBbXW3ACLgt3ix2m0iLHvuazz9ipcl4TQZzoUg3/kHWLb/VRdpff7xZrXERbBl5z0Q/N9zCH7yyy5GODsW1lwKyy57RRgCo+XS6dDjsOPJhMkhIp1Z/4ZBr1mI/1Zc17gilutAJuidLB0kwSSAZCZ6bscimEiGduIoI4I/db0M9Q7fYDv4KNgO+jVEIHBhNCc8t4V9Tv5vZxjkIXYgLcK2pmdMGSKDJIRMkV6k8+Vne3kziydvkaVS9zch8MKSzehbxu+MwnP+FNFVQuyQWq48Jw2e0eYXhEi4BvDzgLpeUbnrWwoBAdJ0hbiJ2PJTyKp/3/6zbeW4BQuazEvOnZqSYBKYS//ZlW+yzgck0DSpTcQFqtiBiKOMIALhzRyttD90DwKvvdCrCg0rQd5vphpHD33Nqt7NRfqR/Q4zZHOzH4F3/gdSLcir+L1hGyN2Mf7zTt58NFKGj4Jlj0mwjN/J2NV0vvIs0N7HGNWWB9vBR0I8YfcMGWE7ugIFJ0X26xP3PW31tyL09RdAKJhUHBMRJh7jtOLQViNue/LHRNoPlTY5TTAirgYtWJDU+Ioi9Yk1qDzN4PTmSe25IoWj4RZju+5J9pgIZeRoU+tVBJgSdiTo7BlJgJB3QhVCy96Atukyt68w6177w3aM0wjVoDf7Yd1lz66dBjP8F/zeuO9WthkPUU+8FonXpeCH70TcbQhbG/FSBf0Xq+KiC66Ocjzq0ki4IojL4YDI1fTVZ33GYQqCpFUiwnp7nWdk0gTmqKCcJhhvTcVy0pXPWafZyXCA9J9TfiyHFOFcMygxOsQ9heVXu8N22DGw7LpPQv5KwhpXGL/1LCLEgrhrEda3kQpZLLDsdQDyjpxikInYPYnSsehBBN74r7F7EkZ5wY/ejfsYI56zi875kxFky2wRgaSC775mZJkURzizsWfMyo9Zj+hRR13DAPLExOwhJyrkNsHMqHiFFDpUmNsz8ScqlL+XuBseiHfmfK7fjmfufJCIhWNl2jETxxHb0eWw7j5pwDFTQh+9i9b7egecEi4Gwks6VlAmcbdSOOP/IKLuCeM58aJkPEM/eA9C7y+N6uekjN5q83N3X/yLzr4Mlr0TP3EKvcUltdg5JT2nU/jFogUYk0bVe/qG9ot3aeV8/bR/LOlEtPm8aTvpAW0ZACNY7SYPlRbS8Ymm4sVgKPjvLec99Uk4nbyu8iMIdCRBcTF4RAznl5QMSzgO5h1dYeR7hvCwTlIRgaA6Fj/aS5plj30hfI+EM6G4PxHE0V2ULcYY5CYubsUuJ/DS0wiu+MiwuxEXwTTMbljoCvsZYTMjXpeMIuL4jh5nROgT3sx9d06iipHytubSqH5UpoYtLIbbNhq+Uh3PLoQm7mpSVJi51UHqBHIvSkeYvBSNIj1ic5pgBIS+GVPvhaKHiTZEOog7wdgIQgcx/cRgYevuAKMYCorAnD8YOxaht23yccg78bdQhtmTvhLEXUZr3S2GjUp3EbsYZew2XfGAReJ6cZEqUr+K+C/in7wCI25u5/+ehfbF8q4jiaJA3Wpb2A4/ziAITWSEFCEbOtuNS2FBKsY/Lf6wsXFFiIfiy26KHgNH1w0bG2FrY7aITAltd14H7fuvzDZJoB79qEGr11l9dGR9Q+rYLAHNMqlJzhOMANtf7XyLCftlEvDRdDE+vCtuheIYbkplcVwRuw4RjFs8NZOioHDmZSK8X8T24uNrnXMzuKl3ChBx/FHH7wx1q20MghELRG/xIfTZR1GPUCLkpyAbGrklFFsetJ/XQPvx264sA2GKEZ5h+mwjmHjEImLqvvsaAq88C8vuk4zMlWR3RB1Xt6zg0pcNv6VUFyLy6zrucATtt9H8+cLNW5YeCAwJgjFIxlX5NoP3zYbZF8+8hbOviRjzZPMYgkHj6Vhcsmore4fDKTrvCuOjjFa07782QjAI+5a0FlVF3rGxE6+Fvv4cbXdfvznRmkiZYt3vcNgO/03MVCfBj95B2z03pG1YDG4lpr866j03pq3TLOhoyBCMmAuvq/JxAke2Rc+QCRNPwMOuvcfIQdSvhIIILX/fMIwLrvg4YpR/dfxOKL7o2vAezj2EiheY9kfq+hFUyqCw5aHwFBesBx4RI5gWo/XWKxAKF3+GCOp2E4wdjWXSoVCKh/VTd7DSzCrET5TUNWb8GkvZ/PYRPKQIZhPJnK+AaxlIS7aARCdSXKDmlf++K7KdSFD/3Vddz7Lvvg72N4E1LabovONOgjDZj1XEDqZz8aPofPmZWFUH9Ls4RhXOutJUilvxKiQMA4UxX+RCgM0G6577Iu+wY6FO2Nk4PolXpdZb/gzdCEyV/sKMeaX1nhnp7znzehxyBCOmYMM5vxunhDquI9A0gMNsEzJjoshR1vUxMne97Gxsjsveg/ILUXD6uTHDUHYxmGY4NYoYutrqVXHbskRDTMSrsey2D/KdpxovVbGKIIbWmy6NL0VsYZERaFwdNRrBT5bFFXs4lj7x/i5eKxVSrrLXLbo+3ra5Vn9IEkz3JHZUV+7YAVQz9JMUhUYzs22wXo1StbCUMeNQOP0i4wLWTDFiwHz0LjpfftrYCfR8rjbTvmcdI6XshF2R9xsnLDvsYgpa0Z/IYaR9k+0PM+QHbBMd7n+n8ikr3ilJe/0hTTA90RbGdITgaWD91zp4PAh2gAoEQCLTY88i8oSSTiEd8CuEZhC/qTPtRcy7ZVqcGKG3OG4VTL/IMJAzXUIhhL74BMEP3ja8oY3XJuFBvcmrOqwcRQHZ8qE4ygyzf+v+h0HddoLpLkWsmLa5f+8VHsJ848yrSYTb7XWe2ZmnWfo0kgQTA+vujI+9/jKjf5LztRecskV+e8eng+qjFGUs6g47G9H+xfNwIkXf2GLEgBGBqwLPeXrvbIgMXyXbxIOgbLlVwkZzHYseQud/FiWiXka2IcBnd3sy+q4v1cBJgkkiws2uyn/q4DOTKDKpooRlsMgeKSxzEy0iJ1L73L/3et1RykagcPa1xv1HQoUZHU89jsDTT0TfISUkfGCNRDBuaGpFMC+0QdFpAjTaQxUuI0yTGMIQM3Ih5g4VdGDxEHYpkAQzsPW3ubV3+jQnVO0R2uSWkCSxSRcjfIJEDF3LTnskJpvZSGwvLoS7i/DsLppda3hSx11CQbS6bzHufdLusBhz98oigfk9dnfjeT2ripTFG9fYt1dZ2TUI3MjM24dLKSwiOlhAFw1zN9wZNy450kASTBImsuXMqsM1a/BpAHFcciSh4wRFCEvh/BNONtwREiki/UnwvTd6EYwIjyl8juIp4nlc3LmEPu3t3R2PjFTWJcKn9jrPrrH68LkqrgfTuSA4+tel+x3uhrNiycjV3yXBDHBmxR2Nr7ryJyKO/f46wL6S3Vz4EBX8dnrkFCUROkwGwYhL49a7ru8KtZCBhYH2kBo8dOScp/pHJw+j7+ozpuxUaFMfAbB3r58JbzrqPAdl4BDTopIkmAHALOLz+te8vwpM5j3xBtBfKpoK58b8k6d3+QSZjEQxIILp7EDn843oeHZRRCvkVIwzLpksoFCusbsXdeXAjaP4a5zLmbFLdxMGf1zqbkzwPBpHxxlaVRLMACamuaZigc500gBEZExTdevxhtWvEXQ7BtEkRDDMhs+UCFBlGAxmcGHi/zlG730k1dYmlNSvyVWxRgFtKQzuSNcfdcxdPGQDU0mCSXChN1eXn8UK1TGTJUERmdfMYjUM8kT6VmEgR7bwT9rxEkzo0/fR+dIzEP8Wti6ZXnTQoWXuhtcS1bO5pmIKs+JhZmKi20vdDRclKivb20mCSWAGfzrtmFEFBYVvM7BNAs0zvolhgbv9jrAdcgwsO+0OEUN3c9H1rlefvq9IF11rGNhtPhqI+LlfrUDwnVcREqb7UcJxZhogoY7QViMeHFgwb191xWdMNJbBl5S5G+sybYzp0kcSTAJIN9U4b1AYlyfQNOuaWHbY2chaYJ14EKBajNi97Y/VQ/v8l2BVIvVJ0fl/MWLBoMXf5e392vMGwWRjUYl3HVbX2Dv+RZwD2TDjxJNIUY8KFhRePRQSrEWCRxJMnAtHVPe5nD8DyLpXowSG+ksTIlh32Qs0ZmuEROzbHgnQRDQ7EX5B5KwWcVhEytlsLgz916XuxS8NdAzvuiYWTnK/FzmS+kA7yIL2kmDinKT1M6ZUWEhtCGdY1VcUM4OIvtKgPwRN/9GiWu5joCscvywZiwAzXVta33B1xiqYRYpJgolzsryuig8JFPvZkbCeVP20klH7vND9GiGsfUnVHhf+h3F2K6unEQEGLSh1N5ycxi5ztitJMHFM7eNVVbajS4NtFH0XEmTiRq1duzDcRaHPVVEDpjtBmZXbOg4Ycr4qM3/aTvrhY9xL1uf8YFM8QEkwcQDsnzHteFa0pyI2YfisFuXUojmLItcRoTtrpswiXb1Vkkwc4KezKnNHPpQ982W2gAGjLgkmDgi91RUPENHpEZqs6ywo2N3si4G3puJMYnKL1EBxqCCrpgkBq6qcGOsPRZpUyepuJMGYnL6XJk/O32eCYxkTdu7bhEArS8bsuUu8lp9NNRVTiMlDEE67smQWAvyYw914SmbplH3aSIIxOWfrTz9xrKXAshLclSVyc2H47GP3GhkvuXS3b5059YRQSHuCiaLGFjGppqwWBQGRK86ku5XINfzDcz7L+JMXLNiUplJCmwgCkmBMoibi93YSf8I9XoBEQKFgsbbDiNsGaPXpqngMoN+aVEVWSwABnXmFoijzwXwFgP55TvrIJBH2XMUfy+Z4Hk6gO9lkEwKSYEwuhTU1FbvkM33U/YIkHNlYw41l8zx/NikiYjW/y3kVg6+J4+/rQLscUu0J1AE1dETJnCVvN9dUPsrMpp6gCfSO3d2QNRlBM3FSJcGYnJWWmopddCaxgzEwY8ZaR71njPhLZ1JExGpeV/lCgjJ1oHJk+/AIEBAMWvnQEfc0vvXzjBOPzyNLA5syEyBdYa26pH7xPyW2iSEgCcYkbk2uykMU8KuiuliwOvTfJMOcXMjzVVeuAvFWJlWR1RJCgL+y1zXuKJq21FQ26OByM2IY+MExZq/tEr1jM9NHLteRBGNydtdXT93XQvrbxu4F8JS6PZUmm8as5nc5OxjIi1lRVhgYAsSXOOoabxUpaoDOj8yGOCXQU3Z3w4kD63xotpYEY3LefedN2Y6C6hesQ1ct1mOGzVnwismmUautP7Nif9VKS+VEJAPNGDKIfujMz58kbJWMo5JieUrcpZkpIsfRSl51xVB3XjSDVc86cl2bRGy1a8qIQiifgeh9e5P1RErS86W/2vk0ExKLvm1Sd1ntFwRCpF81om6xkdLV63I2AHCa/QgIeFdRrRcn64/LUJgXs9gOBSyijlG43o/HuNc0VmpG1C96JxmAiGRteW0d4v4lHudHDURqpqX4SAYe8cowQlLG2UhkCiip8+zefTnvq3b+B8AxpgUR2sH0WGdB/uWjVoe8yfpDE+cwsqZ6vPOTNQNLhaK+s6fe67hv0TnJku2bUV4HRXGZlcc6/0/Lw6VqgKpBdBaBh/L8faFrykWKhXcD801mMQRoY1ANTO6ZLWCTC8hpcfEVg5nIq1n148XrlPn+h1bNobxA455pnl1VRrctaIq7YZgGPPv0sf7W5s/MGH2J5gS02N2eEvG/V846rmREp+0NAsXM2ZMMXTNJhnjBg4Lp9vs8D3Xr1VQ99RyV+C4Gm3G5YJ1wU1ldb/slf820CdD1B5mwH2LIIWC9DvKQLXSD4+4l32QSPpmmiySYQZoR3wznG1BwoMnudQvUi4vdC28T9cXHwKwvBfiXILgmBWV7NWa8U1rv6Wf8JjzUFVZvMxXQi/EfR73n2L5YcC0srWun7dIWDE3MU/lY6MpoFnZOCph0tIGUd1gLvNoRCHy85UPPiaiGssRAQBLMICwRf43zdtZxvpmoeGKCdKaG0vqGzYZ4XpfzQgIMshlqRQfeKnN7Dgg37g0zyq9WFSVmLiNm/ra0vnG7oYbdYIxXEkyaUfe5yi8FKzeAzIXOZOJPS+saex2FfDXOl8CYnGbVM6M7xvq2oHbomPlLwkYU97rK3yMo+8RQtsWx6biZGYPKXS0kwaRxbrtiwGCeWZ8jBi93uBv36OuO4Kup9IHZnkbVM6YrIgQ1aH8sq1vyaDilxMucrb19dbQQGCIt7GqvddSuCxZszJiB5agikmDSNLFNMyrOVRW6q9uXKVq34txPzLc46hv/1Ldey5lVh2vW0PNAXE/bv4gh/glQ2qAo20DTBi0A+aYn5vdVlecVWwIP+Tvz/w7wDDPToev6nLK5iyO+5vmqK24iosuiGNG1/ui1bikJxgzaA6sjCWZg+MVs3UUIwblE2EHEI4lZGF8obLm0ZO4TjeHq+l0VdzPTOWbub/q1JzwPzpu5Lq953Ui2DLcE1AkBcDmRchwxbx9Tt+RWCKpacJ9h854yEix9c8Zkx3Cb/RXdREB1hfiJkrrGqmjq+GoqmsBUGq4Og1tXe22SYJI7n2GlSYJJEciGvwsFriNGJYOjBpMiGBYtG0H00Dpr+58m3PVMxOTNflfl2wzeNwG1P7B7rftHMgzz11R+yczjzculDmZ9vUIkDP9CDP6ZGMOZMcEM+RFIhxo62D5nydLuPr3Tyw8jVRH5iKI+N0d6Seqpu7+64mEm+oMkGPMzmoqakmCSiCrXTs73rhlWqUKdBcZuOjAsMsDCTosCDP5GD1EDOZS60r8v+i6WOj6XU0S6Hx6rXs/fmbnVQVuMIrc7YhKwlprKqRqzSKkS89hEQKem8//5Q/5/bTf/ZV+vD9tV+SSDT4iln9jMKeB77O7G83q3d4qn5gujtWfgy1K3Z0K0Oi0zqw7XtOBzQP/sDXIHE2t2kve7JJjkYQlvtVMchf7YM5A3idAxxoUKX7olAAANg0lEQVQDg6B0MrgFTJ+oBM/6gPfBvh9oLHV8NRVBMJkPFM4kDNNOcNQ1PB9DttLkqvhUAf0qlg4A1rVsVA8e98jClX3rbtqFmHIEZejLSt2LJ/aV4XM5OxDFu5yIvrbXNcTcbXmrK74monDP0fIOxsQkJ6OKJJhkoNhHBtfWWoCXDRJ4+WVg3ciRetWCBSHx/wcSoGrDOb8bZ9E6v2U2ZbHapRXjz456z41mhrkp04GJ4EoUZPClpW7P7X3lil1c8+pSb6xj4aZ2vi+xamxfD+VmV+WTevRdkLBqdsTC0uuq/AeBZ4cZe/uP8hXJzJIYcB1JMAOGMH0CjJg0ir4UbDYLAa8PQt1jpHvRGjNa/lzt3MtGEDFvYjtfRiAurqqy+UuDywHsEKtPBjc78gLjqM+dkxEaI6B+FenFzWg3Zu/hsYJA+VyVVQA/1vdOhwFfqdsT9gI4ls7y9/gQkAQTH16DWru5uvwsHcpcM5eohqKbAiyZVZpdU0a0wPJfHbx7rDYMuq3U3XBRvx0MoPiqna8Q4ZBYMojIX9Jk2YrC2KP4XBVrANoyvAzy28fsOSI2wfx2PHPn60TYoqccYlpnr28YFUs/+fvAEZAEM3AM0yZBeHND12ea7NBnDzi2o/nze13CxmrrdVU+TuCoT8BdMmiRw90wLZw8b7VTpMadFWtx6aAfS8fsuW04ovDVlNdBV1zhwyiYIxihm7+m8jVmPrinnuGso2PhIn9PDIFYayAxqbJV0hEw7jZ+dCwyG5yKGHfb6z2z4lWk2VX5Nx18Sax2RPS6va4h7C7FSLFL2pMxd1oRnA5F377pJx4Ji+VZcP/Mlwz4HW5PWaw7GCGn2VVxnw6q6UUwOh4ones5I9YY5e8DR0ASzMAxTIsErqoqbh4efJx1E9HvGGx3eyxE8Wc82HDOSQepodDrMQfFvNRR3xjWG9wgB9Uinogj27MY79T0J0ddw82R+vK7KjdwOI9xhs9Rb+4OpaWm/GyNlTk9+tAYdFGpu+HOmGOUFQaMgCSYAUOYHgFxEQzxT466xtGJaGY4Y0KJ+NF3y4wWCNsgGMXyfLQdDBF3lIz2l1Lty+JJOmzxu5yfM2BkAuhZiPGdvd6zrZnxeWsqpxLzwh51faoWPLTbgtiMDFkncQQkwSSOXVpbxkUwujLHMTexyHt+l1P4S/Uyfgs7UF3/u2Pu4ovD/dYyo+JcTaG7owHEzC+V1jf+OlodX43zP2Ac068O0beOugZT4RZEat5ASH+yO2UsEX1qr2sYcoG60rpYe3QmCWawkI+z35cmT87fZ4KJOxgGqwrvNqyu8dM4uzCq+6qdz4Lwm+htKaizdn5Z/eL7wtXzupzzCDgrogzmDg3WI4fXP/FGtH68Lud8gmG42HsHo9BS+30NpoJ1NdVUTFFY8XRHqWPGXaX1nvMTwUa2iR8BSTDxYzYoLRhQmmucDzDj1GgKiJCSdrfHloiS3ulTt4Gqv0hAVCtZJrR3gCeNDkNiQk+fy/kuAXtH1IGowVH3SwCtSPUiGcoRcLvd7QlnQNdPlCAYFbSIGRaRQjYY1CePuF/G0E1kfSTSRhJMIqgNUpsN1eVnWUiZGz3kA3/lcDfGNHILNwRhyGcl/TkGHFGHSPytoy58RDix09p7R4eIW1wQTobwi7Io2M/MDqvFVXm+xnxHn6fqgAJylbgbHjAzDcYORqcGEeCLQZ84vJaJMhOAGeSSU0cSTHJwTIsUw4EvFHwp6uXpALIQrp8xpUJVFI/w7o66SyLcYa/zhHVIFIHRm1uD68ORoJCqEE0bVtewyAxgG2umnRJi7V+9ov0Tey2KZXLxnIUiM2PM0nVEInHJa2Vgdjj3hphCZIWEEZAEkzB06W+4zjV1tAX6DxGjtRF0Vafrh9U3XJ2Idr6ZFX+GRn+N3pY7Nbb+OtL9yaYn6hfC717wpcNn3dXsDqLNVVnVyfxv6sF4IvmZ3e0xHa6iaweDx0Gk2wsKtqc7Hl2bCDayTWIISIJJDLdBa+WrdoYixfMVYRTaiPcJdzdiRmFfdeUiEEfNua0wPVhS39Dv4rVbfkt15TUa8V/C9MehIB8Yz/2H3zX19zpr/6LuJyBjK6NcY3cvihnYu7t/r6v8CAWKB4zX7PWemGEkzOAk65hHQBKMeawyoqa32tlKhMJwyhi+PXUNpixcw7X3VlcsJ6JdIg1UXCAHoGwTyXlSWBv71zgWg3F0TxnGBoRwn72uwaybg9F8o8t5YYhxW/eJjcCdihaaFI8Ny+ozpuxUYFWXBDo7pm3x4LOmjlUZMdE5ooQkmCybSH+1862u5GD9C4O9pe7GhHIltc48YWJIsz7DwMjIkND9DndDxOdnkUyuubX5HQZ6Gfkx82rH2L23ieWc2Ldff03lHGY+u/u/M/MLpfWNvcgr1vSxy1Xow7rrwzlmxmorfx84ApJgBo5hWiX4qitvYeKLw02cyLtsr/MkZETWXFMxRWcSoQ3C7o4AxEz1sSn+sAh52VM91oPaH8ruD58FIBp4gmDAXNN9YdwGbeQY9xIR0S+u0nzetJ1K7l4YNs1JXIJk5bgRkAQTN2SD28BwJFS1xnBOgARebnc37paIhk2uihsVUL8sBkKWET9X4TN6pmsN10dTzZRTFFYf6fUb4UVHneeoRHTyuSoXAmwknCOmpfZ6c8Z1ifQl26QGAUkwqcE1pVJ9LqeI3bt1304GYgbf5Kp4VAH9LpziDFpc6m6oiDUo7wznhaT8knGSmAKKxXLMsDkLTIXQ7CtfGOyBMREKQvZOx8h4Q0/E0lf+nnoEJMGkHuOk9+CtrniAiE5PJsF4Z1S8Qgod1lemuD8prW8ca2YQfpfzKgau7a7LjFdL6z39ZJqRJep4q53fEmFrnaiuLM4LYrN9yHqpRUASTGrxTYl0cRRRoT4ozN97djCQHYzX5VxJfcJcEiEETa2wz134tJmB+F3ltQylywZH+AwoXF5S17jETNu+dWprYblwdcUKHQjdOaZxt9paGDGNZckuBCTBZNd8dX27IjZMWeiDvnmMkk4wwLslbs/+ZgI7Cb16Eox40g5a+dAR9yTm9+OdXr43qzS9I6DfHSkPdRZO3ZBTWRJMlk553/sOMYyBEIyvpmINuHcMXJ2030fKAR0ONq/LeSFh8x1MW1ANHjZyzlPvZSnEUu0kICAJJgkgDoYI4TZghbYCoJLu/gdEMNVOL+gXJ0ci+qmk0LIr3bZAOC6aKsKXyUKqx3ikJvaGLDgu0R2MqQ5lpYxHQBJMxk9RZAU3JXqbPlCC4VpY/KsrNvQkKx1cV+Zu3GzkZgYmkS6XueNDIipixlodlqmxYr6YkSvrZC8CkmCyd+7QMv2E3TTV+mF37FtifGav90Q09Y80VEEwzaud63qGadBBh5a5G16LFx5fjfMlMCYD/JPG1mmSYOJFMLfqS4LJ8vn0VVfcBKLLxDCY6OtSEylV+w65L8GI16MSHmWPlss6Emwbzq6sVnV2E7A2xHIHk+XLa8DqS4IZMISDL8BXU9EEplKR1L3U3Vgcr0aCYHyrnU0EDNvU9gOH2xM5Il2UDozMjo7QRoa+0maxnV40Z4G85I13QnKoviSYHJjM9TXlV1qgXENMbSXuBrvZZ+WeQ/e7nKs3OynGkc86HHyGIaBCEwqVvItsc/69NAcglkNIEAFJMAkCl2nN/NWVb4L0kSVFtv3iefnpHofP5VyGTXF0lYC6c8n8xJ0DRdgG32rHPQVMN+fXN3yRaVhJfdKHgCSY9GGd0p42nPO7cdA6XMFQ8N9bznvqk3g787nKF4KVqUSkl9Q1WBNJ2tazTxEmIZE7nHj1lvUzGwFJMJk9P3FrJyz0EzsilV/NUC8GeL3D7TGVcyhu5WSDIYeAJJghN+XhB7z+3Ir9rUHlLjA0GRZBLopkISAJJllI5oCc5urys3SoOzvqGy7JgeHIIWQAApJgMmASpAoSgVxFQBJMrs6sHJdEIAMQkASTAZMgVZAI5CoCkmBydWbluCQCGYCAJJgMmASpgkQgVxGQBJOrMyvHJRHIAAQkwWTAJEgVJAK5ioAkmFydWTkuiUAGICAJJgMmQaogEchVBCTB5OrMynFJBDIAAUkwGTAJUgWJQK4iIAkmV2dWjksikAEISILJgEmQKkgEchUBSTC5OrNyXBKBDEBAEkwGTIJUQSKQqwhIgsnVmZXjkghkAAKSYDJgEqQKEoFcRUASTK7OrByXRCADEJAEkwGTIFWQCOQqApJgcnVm5bgkAhmAgCSYDJgEqYJEIFcRkASTqzMrxyURyAAEJMFkwCRIFSQCuYqAJJhcnVk5LolABiAgCSYDJkGqIBHIVQQkweTqzMpxSQQyAAFJMBkwCVIFiUCuIiAJJldnVo5LIpABCEiCyYBJkCpIBHIVAUkwuTqzclwSgQxAQBJMBkyCVEEikKsISILJ1ZmV45IIZAACkmAyYBKkChKBXEVAEkyuzqwcl0QgAxCQBJMBkyBVkAjkKgKSYHJ1ZuW4JAIZgIAkmAyYBKmCRCBXEZAEk6szK8clEcgABCTBZMAkSBUkArmKgCSYXJ1ZOS6JQAYgIAkmAyZBqiARyFUEJMHk6szKcUkEMgABSTAZMAlSBYlAriLw/yQkS8FADfW/AAAAAElFTkSuQmCC"/>
          <p:cNvSpPr>
            <a:spLocks noChangeAspect="1" noChangeArrowheads="1"/>
          </p:cNvSpPr>
          <p:nvPr/>
        </p:nvSpPr>
        <p:spPr bwMode="auto">
          <a:xfrm>
            <a:off x="307975" y="-166688"/>
            <a:ext cx="666750" cy="676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307975" y="938786"/>
            <a:ext cx="9037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 err="1">
                <a:latin typeface="+mj-ea"/>
                <a:ea typeface="+mj-ea"/>
              </a:rPr>
              <a:t>Istio</a:t>
            </a:r>
            <a:r>
              <a:rPr lang="en-US" altLang="ko-KR" dirty="0">
                <a:latin typeface="+mj-ea"/>
                <a:ea typeface="+mj-ea"/>
              </a:rPr>
              <a:t> Ingress Gateway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0284" y="1308118"/>
            <a:ext cx="6412893" cy="303714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325" y="4437112"/>
            <a:ext cx="773871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500" dirty="0">
                <a:latin typeface="+mj-ea"/>
                <a:ea typeface="+mj-ea"/>
              </a:rPr>
              <a:t>Request</a:t>
            </a:r>
            <a:r>
              <a:rPr lang="ko-KR" altLang="en-US" sz="1500" dirty="0">
                <a:latin typeface="+mj-ea"/>
                <a:ea typeface="+mj-ea"/>
              </a:rPr>
              <a:t>가 </a:t>
            </a:r>
            <a:r>
              <a:rPr lang="en-US" altLang="ko-KR" sz="1500" dirty="0">
                <a:latin typeface="+mj-ea"/>
                <a:ea typeface="+mj-ea"/>
              </a:rPr>
              <a:t>gateway</a:t>
            </a:r>
            <a:r>
              <a:rPr lang="ko-KR" altLang="en-US" sz="1500" dirty="0">
                <a:latin typeface="+mj-ea"/>
                <a:ea typeface="+mj-ea"/>
              </a:rPr>
              <a:t>에 들어온다</a:t>
            </a:r>
            <a:r>
              <a:rPr lang="en-US" altLang="ko-KR" sz="1500" dirty="0">
                <a:latin typeface="+mj-ea"/>
                <a:ea typeface="+mj-ea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500" dirty="0">
              <a:latin typeface="+mj-ea"/>
              <a:ea typeface="+mj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500" dirty="0">
                <a:latin typeface="+mj-ea"/>
                <a:ea typeface="+mj-ea"/>
              </a:rPr>
              <a:t>Gateway</a:t>
            </a:r>
            <a:r>
              <a:rPr lang="ko-KR" altLang="en-US" sz="1500" dirty="0">
                <a:latin typeface="+mj-ea"/>
                <a:ea typeface="+mj-ea"/>
              </a:rPr>
              <a:t>는 설정한 </a:t>
            </a:r>
            <a:r>
              <a:rPr lang="en-US" altLang="ko-KR" sz="1500" dirty="0">
                <a:latin typeface="+mj-ea"/>
                <a:ea typeface="+mj-ea"/>
              </a:rPr>
              <a:t>virtual service</a:t>
            </a:r>
            <a:r>
              <a:rPr lang="ko-KR" altLang="en-US" sz="1500" dirty="0">
                <a:latin typeface="+mj-ea"/>
                <a:ea typeface="+mj-ea"/>
              </a:rPr>
              <a:t>의 </a:t>
            </a:r>
            <a:r>
              <a:rPr lang="en-US" altLang="ko-KR" sz="1500" dirty="0">
                <a:latin typeface="+mj-ea"/>
                <a:ea typeface="+mj-ea"/>
              </a:rPr>
              <a:t>rule</a:t>
            </a:r>
            <a:r>
              <a:rPr lang="ko-KR" altLang="en-US" sz="1500" dirty="0">
                <a:latin typeface="+mj-ea"/>
                <a:ea typeface="+mj-ea"/>
              </a:rPr>
              <a:t>에 따라 </a:t>
            </a:r>
            <a:r>
              <a:rPr lang="en-US" altLang="ko-KR" sz="1500" dirty="0">
                <a:latin typeface="+mj-ea"/>
                <a:ea typeface="+mj-ea"/>
              </a:rPr>
              <a:t>webserver</a:t>
            </a:r>
            <a:r>
              <a:rPr lang="ko-KR" altLang="en-US" sz="1500" dirty="0">
                <a:latin typeface="+mj-ea"/>
                <a:ea typeface="+mj-ea"/>
              </a:rPr>
              <a:t>로 보낸다</a:t>
            </a:r>
            <a:r>
              <a:rPr lang="en-US" altLang="ko-KR" sz="1500" dirty="0">
                <a:latin typeface="+mj-ea"/>
                <a:ea typeface="+mj-ea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500" dirty="0">
              <a:latin typeface="+mj-ea"/>
              <a:ea typeface="+mj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500" dirty="0">
                <a:latin typeface="+mj-ea"/>
                <a:ea typeface="+mj-ea"/>
              </a:rPr>
              <a:t>Envoy proxy</a:t>
            </a:r>
            <a:r>
              <a:rPr lang="ko-KR" altLang="en-US" sz="1500" dirty="0">
                <a:latin typeface="+mj-ea"/>
                <a:ea typeface="+mj-ea"/>
              </a:rPr>
              <a:t>에 도달하게 되면 실제 </a:t>
            </a:r>
            <a:r>
              <a:rPr lang="en-US" altLang="ko-KR" sz="1500" dirty="0">
                <a:latin typeface="+mj-ea"/>
                <a:ea typeface="+mj-ea"/>
              </a:rPr>
              <a:t>webserver container</a:t>
            </a:r>
            <a:r>
              <a:rPr lang="ko-KR" altLang="en-US" sz="1500" dirty="0">
                <a:latin typeface="+mj-ea"/>
                <a:ea typeface="+mj-ea"/>
              </a:rPr>
              <a:t>로 </a:t>
            </a:r>
            <a:r>
              <a:rPr lang="ko-KR" altLang="en-US" sz="1500" dirty="0" err="1">
                <a:latin typeface="+mj-ea"/>
                <a:ea typeface="+mj-ea"/>
              </a:rPr>
              <a:t>포워딩을</a:t>
            </a:r>
            <a:r>
              <a:rPr lang="ko-KR" altLang="en-US" sz="1500" dirty="0">
                <a:latin typeface="+mj-ea"/>
                <a:ea typeface="+mj-ea"/>
              </a:rPr>
              <a:t> 해준다</a:t>
            </a:r>
            <a:r>
              <a:rPr lang="en-US" altLang="ko-KR" sz="1500" dirty="0">
                <a:latin typeface="+mj-ea"/>
                <a:ea typeface="+mj-ea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500" dirty="0">
              <a:latin typeface="+mj-ea"/>
              <a:ea typeface="+mj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500" dirty="0">
                <a:latin typeface="+mj-ea"/>
                <a:ea typeface="+mj-ea"/>
              </a:rPr>
              <a:t>Payment request</a:t>
            </a:r>
            <a:r>
              <a:rPr lang="ko-KR" altLang="en-US" sz="1500" dirty="0">
                <a:latin typeface="+mj-ea"/>
                <a:ea typeface="+mj-ea"/>
              </a:rPr>
              <a:t>를 보내면 </a:t>
            </a:r>
            <a:r>
              <a:rPr lang="en-US" altLang="ko-KR" sz="1500" dirty="0">
                <a:latin typeface="+mj-ea"/>
                <a:ea typeface="+mj-ea"/>
              </a:rPr>
              <a:t>virtual service</a:t>
            </a:r>
            <a:r>
              <a:rPr lang="ko-KR" altLang="en-US" sz="1500" dirty="0">
                <a:latin typeface="+mj-ea"/>
                <a:ea typeface="+mj-ea"/>
              </a:rPr>
              <a:t>와 </a:t>
            </a:r>
            <a:r>
              <a:rPr lang="en-US" altLang="ko-KR" sz="1500" dirty="0">
                <a:latin typeface="+mj-ea"/>
                <a:ea typeface="+mj-ea"/>
              </a:rPr>
              <a:t>destination rule </a:t>
            </a:r>
            <a:r>
              <a:rPr lang="ko-KR" altLang="en-US" sz="1500" dirty="0">
                <a:latin typeface="+mj-ea"/>
                <a:ea typeface="+mj-ea"/>
              </a:rPr>
              <a:t>등이 적용 되어 </a:t>
            </a:r>
            <a:r>
              <a:rPr lang="en-US" altLang="ko-KR" sz="1500" dirty="0">
                <a:latin typeface="+mj-ea"/>
                <a:ea typeface="+mj-ea"/>
              </a:rPr>
              <a:t>payment</a:t>
            </a:r>
            <a:r>
              <a:rPr lang="ko-KR" altLang="en-US" sz="1500" dirty="0">
                <a:latin typeface="+mj-ea"/>
                <a:ea typeface="+mj-ea"/>
              </a:rPr>
              <a:t>의 </a:t>
            </a:r>
            <a:r>
              <a:rPr lang="en-US" altLang="ko-KR" sz="1500" dirty="0">
                <a:latin typeface="+mj-ea"/>
                <a:ea typeface="+mj-ea"/>
              </a:rPr>
              <a:t>envoy proxy</a:t>
            </a:r>
            <a:r>
              <a:rPr lang="ko-KR" altLang="en-US" sz="1500" dirty="0">
                <a:latin typeface="+mj-ea"/>
                <a:ea typeface="+mj-ea"/>
              </a:rPr>
              <a:t>와 </a:t>
            </a:r>
            <a:r>
              <a:rPr lang="en-US" altLang="ko-KR" sz="1500" dirty="0">
                <a:latin typeface="+mj-ea"/>
                <a:ea typeface="+mj-ea"/>
              </a:rPr>
              <a:t>TLS </a:t>
            </a:r>
            <a:r>
              <a:rPr lang="ko-KR" altLang="en-US" sz="1500" dirty="0">
                <a:latin typeface="+mj-ea"/>
                <a:ea typeface="+mj-ea"/>
              </a:rPr>
              <a:t>통신을 하게 된다</a:t>
            </a:r>
            <a:r>
              <a:rPr lang="en-US" altLang="ko-KR" sz="1500" dirty="0">
                <a:latin typeface="+mj-ea"/>
                <a:ea typeface="+mj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695707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1BEF1B6D-EDD0-46B0-8C4B-4503BA8E5168}"/>
              </a:ext>
            </a:extLst>
          </p:cNvPr>
          <p:cNvSpPr txBox="1">
            <a:spLocks/>
          </p:cNvSpPr>
          <p:nvPr/>
        </p:nvSpPr>
        <p:spPr>
          <a:xfrm>
            <a:off x="294114" y="264068"/>
            <a:ext cx="7444968" cy="42862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400" b="1" kern="1200" baseline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</a:lstStyle>
          <a:p>
            <a:r>
              <a:rPr lang="ko-KR" altLang="en-US" sz="2000" dirty="0">
                <a:solidFill>
                  <a:prstClr val="black"/>
                </a:solidFill>
                <a:latin typeface="+mj-lt"/>
                <a:ea typeface="+mn-ea"/>
                <a:cs typeface="Arial" charset="0"/>
              </a:rPr>
              <a:t> </a:t>
            </a:r>
            <a:endParaRPr lang="ko-KR" altLang="en-US" sz="2200" dirty="0">
              <a:latin typeface="+mj-lt"/>
              <a:ea typeface="+mn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993451D-2C75-2670-A5F1-D3CB1F18C0F0}"/>
              </a:ext>
            </a:extLst>
          </p:cNvPr>
          <p:cNvSpPr txBox="1"/>
          <p:nvPr/>
        </p:nvSpPr>
        <p:spPr>
          <a:xfrm>
            <a:off x="2540732" y="2890391"/>
            <a:ext cx="482453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latin typeface="+mn-ea"/>
                <a:ea typeface="+mn-ea"/>
              </a:rPr>
              <a:t>ISTIO </a:t>
            </a:r>
            <a:r>
              <a:rPr lang="ko-KR" altLang="en-US" sz="4400" b="1" dirty="0">
                <a:latin typeface="+mn-ea"/>
                <a:ea typeface="+mn-ea"/>
              </a:rPr>
              <a:t>실습</a:t>
            </a:r>
            <a:endParaRPr lang="en-US" altLang="ko-KR" sz="4400" b="1" dirty="0">
              <a:latin typeface="+mn-ea"/>
              <a:ea typeface="+mn-ea"/>
            </a:endParaRPr>
          </a:p>
          <a:p>
            <a:pPr algn="ctr"/>
            <a:r>
              <a:rPr lang="en-US" altLang="ko-KR" b="1" dirty="0" err="1">
                <a:latin typeface="+mn-ea"/>
                <a:ea typeface="+mn-ea"/>
              </a:rPr>
              <a:t>BookInfo</a:t>
            </a:r>
            <a:r>
              <a:rPr lang="en-US" altLang="ko-KR" b="1" dirty="0">
                <a:latin typeface="+mn-ea"/>
                <a:ea typeface="+mn-ea"/>
              </a:rPr>
              <a:t> Application</a:t>
            </a:r>
            <a:endParaRPr lang="ko-KR" altLang="en-US" b="1" dirty="0">
              <a:latin typeface="+mn-ea"/>
              <a:ea typeface="+mn-ea"/>
            </a:endParaRP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5832F6AD-6F74-2908-D4B4-260354F34BC5}"/>
              </a:ext>
            </a:extLst>
          </p:cNvPr>
          <p:cNvSpPr txBox="1">
            <a:spLocks/>
          </p:cNvSpPr>
          <p:nvPr/>
        </p:nvSpPr>
        <p:spPr>
          <a:xfrm>
            <a:off x="200472" y="275306"/>
            <a:ext cx="7444968" cy="42862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400" b="1" kern="1200" baseline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</a:lstStyle>
          <a:p>
            <a:pPr lvl="0" algn="l">
              <a:lnSpc>
                <a:spcPct val="150000"/>
              </a:lnSpc>
              <a:defRPr/>
            </a:pPr>
            <a:r>
              <a:rPr lang="en-US" altLang="ko-KR" sz="1600" dirty="0">
                <a:solidFill>
                  <a:prstClr val="black"/>
                </a:solidFill>
                <a:latin typeface="Arial" charset="0"/>
                <a:cs typeface="Arial" charset="0"/>
              </a:rPr>
              <a:t>MSA</a:t>
            </a:r>
            <a:r>
              <a:rPr lang="ko-KR" altLang="en-US" sz="1600" dirty="0">
                <a:solidFill>
                  <a:prstClr val="black"/>
                </a:solidFill>
                <a:latin typeface="Arial" charset="0"/>
                <a:cs typeface="Arial" charset="0"/>
              </a:rPr>
              <a:t> </a:t>
            </a:r>
            <a:r>
              <a:rPr lang="en-US" altLang="ko-KR" sz="1600" dirty="0">
                <a:solidFill>
                  <a:prstClr val="black"/>
                </a:solidFill>
                <a:latin typeface="Arial" charset="0"/>
                <a:cs typeface="Arial" charset="0"/>
              </a:rPr>
              <a:t>–</a:t>
            </a:r>
            <a:r>
              <a:rPr lang="ko-KR" altLang="en-US" sz="1600" dirty="0">
                <a:solidFill>
                  <a:prstClr val="black"/>
                </a:solidFill>
                <a:latin typeface="Arial" charset="0"/>
                <a:cs typeface="Arial" charset="0"/>
              </a:rPr>
              <a:t> </a:t>
            </a:r>
            <a:r>
              <a:rPr lang="en-US" altLang="ko-KR" sz="1600" dirty="0">
                <a:solidFill>
                  <a:prstClr val="black"/>
                </a:solidFill>
                <a:latin typeface="Arial" charset="0"/>
                <a:cs typeface="Arial" charset="0"/>
              </a:rPr>
              <a:t>Service</a:t>
            </a:r>
            <a:r>
              <a:rPr lang="ko-KR" altLang="en-US" sz="1600" dirty="0">
                <a:solidFill>
                  <a:prstClr val="black"/>
                </a:solidFill>
                <a:latin typeface="Arial" charset="0"/>
                <a:cs typeface="Arial" charset="0"/>
              </a:rPr>
              <a:t> </a:t>
            </a:r>
            <a:r>
              <a:rPr lang="en-US" altLang="ko-KR" sz="1600" dirty="0">
                <a:solidFill>
                  <a:prstClr val="black"/>
                </a:solidFill>
                <a:latin typeface="Arial" charset="0"/>
                <a:cs typeface="Arial" charset="0"/>
              </a:rPr>
              <a:t>Mesh / Istio</a:t>
            </a:r>
            <a:endParaRPr lang="ko-KR" altLang="en-US" sz="1600" dirty="0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355415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1BEF1B6D-EDD0-46B0-8C4B-4503BA8E5168}"/>
              </a:ext>
            </a:extLst>
          </p:cNvPr>
          <p:cNvSpPr txBox="1">
            <a:spLocks/>
          </p:cNvSpPr>
          <p:nvPr/>
        </p:nvSpPr>
        <p:spPr>
          <a:xfrm>
            <a:off x="294114" y="264068"/>
            <a:ext cx="7444968" cy="42862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400" b="1" kern="1200" baseline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</a:lstStyle>
          <a:p>
            <a:r>
              <a:rPr lang="ko-KR" altLang="en-US" sz="2000" dirty="0">
                <a:solidFill>
                  <a:prstClr val="black"/>
                </a:solidFill>
                <a:latin typeface="+mj-lt"/>
                <a:ea typeface="+mn-ea"/>
                <a:cs typeface="Arial" charset="0"/>
              </a:rPr>
              <a:t> </a:t>
            </a:r>
            <a:endParaRPr lang="ko-KR" altLang="en-US" sz="2200" dirty="0">
              <a:latin typeface="+mj-lt"/>
              <a:ea typeface="+mn-ea"/>
            </a:endParaRP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5832F6AD-6F74-2908-D4B4-260354F34BC5}"/>
              </a:ext>
            </a:extLst>
          </p:cNvPr>
          <p:cNvSpPr txBox="1">
            <a:spLocks/>
          </p:cNvSpPr>
          <p:nvPr/>
        </p:nvSpPr>
        <p:spPr>
          <a:xfrm>
            <a:off x="200472" y="275306"/>
            <a:ext cx="7444968" cy="42862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400" b="1" kern="1200" baseline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</a:lstStyle>
          <a:p>
            <a:pPr lvl="0" algn="l">
              <a:lnSpc>
                <a:spcPct val="150000"/>
              </a:lnSpc>
              <a:defRPr/>
            </a:pPr>
            <a:r>
              <a:rPr lang="en-US" altLang="ko-KR" sz="1600" dirty="0">
                <a:solidFill>
                  <a:prstClr val="black"/>
                </a:solidFill>
                <a:latin typeface="Arial" charset="0"/>
                <a:cs typeface="Arial" charset="0"/>
              </a:rPr>
              <a:t>ISTIO – </a:t>
            </a:r>
            <a:r>
              <a:rPr lang="en-US" altLang="ko-KR" sz="1600" dirty="0" err="1">
                <a:solidFill>
                  <a:prstClr val="black"/>
                </a:solidFill>
                <a:latin typeface="Arial" charset="0"/>
                <a:cs typeface="Arial" charset="0"/>
              </a:rPr>
              <a:t>BookInfo</a:t>
            </a:r>
            <a:r>
              <a:rPr lang="en-US" altLang="ko-KR" sz="1600" dirty="0">
                <a:solidFill>
                  <a:prstClr val="black"/>
                </a:solidFill>
                <a:latin typeface="Arial" charset="0"/>
                <a:cs typeface="Arial" charset="0"/>
              </a:rPr>
              <a:t> Application</a:t>
            </a:r>
            <a:endParaRPr lang="ko-KR" altLang="en-US" sz="1600" dirty="0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pic>
        <p:nvPicPr>
          <p:cNvPr id="5" name="그림 4" descr="텍스트이(가) 표시된 사진&#10;&#10;자동 생성된 설명">
            <a:extLst>
              <a:ext uri="{FF2B5EF4-FFF2-40B4-BE49-F238E27FC236}">
                <a16:creationId xmlns:a16="http://schemas.microsoft.com/office/drawing/2014/main" id="{47055504-0A89-1299-C618-970BB972836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821"/>
          <a:stretch/>
        </p:blipFill>
        <p:spPr>
          <a:xfrm>
            <a:off x="780424" y="1134344"/>
            <a:ext cx="8345152" cy="4589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38469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1BEF1B6D-EDD0-46B0-8C4B-4503BA8E5168}"/>
              </a:ext>
            </a:extLst>
          </p:cNvPr>
          <p:cNvSpPr txBox="1">
            <a:spLocks/>
          </p:cNvSpPr>
          <p:nvPr/>
        </p:nvSpPr>
        <p:spPr>
          <a:xfrm>
            <a:off x="294114" y="264068"/>
            <a:ext cx="7444968" cy="42862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400" b="1" kern="1200" baseline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</a:lstStyle>
          <a:p>
            <a:r>
              <a:rPr lang="ko-KR" altLang="en-US" sz="2000" dirty="0">
                <a:solidFill>
                  <a:prstClr val="black"/>
                </a:solidFill>
                <a:latin typeface="+mj-lt"/>
                <a:ea typeface="+mn-ea"/>
                <a:cs typeface="Arial" charset="0"/>
              </a:rPr>
              <a:t> </a:t>
            </a:r>
            <a:endParaRPr lang="ko-KR" altLang="en-US" sz="2200" dirty="0">
              <a:latin typeface="+mj-lt"/>
              <a:ea typeface="+mn-ea"/>
            </a:endParaRP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5832F6AD-6F74-2908-D4B4-260354F34BC5}"/>
              </a:ext>
            </a:extLst>
          </p:cNvPr>
          <p:cNvSpPr txBox="1">
            <a:spLocks/>
          </p:cNvSpPr>
          <p:nvPr/>
        </p:nvSpPr>
        <p:spPr>
          <a:xfrm>
            <a:off x="200472" y="275306"/>
            <a:ext cx="7444968" cy="42862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400" b="1" kern="1200" baseline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</a:lstStyle>
          <a:p>
            <a:pPr lvl="0" algn="l">
              <a:lnSpc>
                <a:spcPct val="150000"/>
              </a:lnSpc>
              <a:defRPr/>
            </a:pPr>
            <a:r>
              <a:rPr lang="en-US" altLang="ko-KR" sz="1600" dirty="0">
                <a:solidFill>
                  <a:prstClr val="black"/>
                </a:solidFill>
                <a:latin typeface="Arial" charset="0"/>
                <a:cs typeface="Arial" charset="0"/>
              </a:rPr>
              <a:t>ISTIO – </a:t>
            </a:r>
            <a:r>
              <a:rPr lang="en-US" altLang="ko-KR" sz="1600" dirty="0" err="1">
                <a:solidFill>
                  <a:prstClr val="black"/>
                </a:solidFill>
                <a:latin typeface="Arial" charset="0"/>
                <a:cs typeface="Arial" charset="0"/>
              </a:rPr>
              <a:t>BookInfo</a:t>
            </a:r>
            <a:r>
              <a:rPr lang="en-US" altLang="ko-KR" sz="1600" dirty="0">
                <a:solidFill>
                  <a:prstClr val="black"/>
                </a:solidFill>
                <a:latin typeface="Arial" charset="0"/>
                <a:cs typeface="Arial" charset="0"/>
              </a:rPr>
              <a:t> Application</a:t>
            </a:r>
            <a:endParaRPr lang="ko-KR" altLang="en-US" sz="1600" dirty="0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6988F85-CD1F-C2EF-843E-4B4D515CB4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599" y="980728"/>
            <a:ext cx="8430802" cy="5325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172278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1BEF1B6D-EDD0-46B0-8C4B-4503BA8E5168}"/>
              </a:ext>
            </a:extLst>
          </p:cNvPr>
          <p:cNvSpPr txBox="1">
            <a:spLocks/>
          </p:cNvSpPr>
          <p:nvPr/>
        </p:nvSpPr>
        <p:spPr>
          <a:xfrm>
            <a:off x="294114" y="264068"/>
            <a:ext cx="7444968" cy="42862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400" b="1" kern="1200" baseline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</a:lstStyle>
          <a:p>
            <a:r>
              <a:rPr lang="ko-KR" altLang="en-US" sz="2000" dirty="0">
                <a:solidFill>
                  <a:prstClr val="black"/>
                </a:solidFill>
                <a:latin typeface="+mj-lt"/>
                <a:ea typeface="+mn-ea"/>
                <a:cs typeface="Arial" charset="0"/>
              </a:rPr>
              <a:t> </a:t>
            </a:r>
            <a:endParaRPr lang="ko-KR" altLang="en-US" sz="2200" dirty="0">
              <a:latin typeface="+mj-lt"/>
              <a:ea typeface="+mn-ea"/>
            </a:endParaRP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5832F6AD-6F74-2908-D4B4-260354F34BC5}"/>
              </a:ext>
            </a:extLst>
          </p:cNvPr>
          <p:cNvSpPr txBox="1">
            <a:spLocks/>
          </p:cNvSpPr>
          <p:nvPr/>
        </p:nvSpPr>
        <p:spPr>
          <a:xfrm>
            <a:off x="200472" y="275306"/>
            <a:ext cx="7444968" cy="42862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400" b="1" kern="1200" baseline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</a:lstStyle>
          <a:p>
            <a:pPr lvl="0" algn="l">
              <a:lnSpc>
                <a:spcPct val="150000"/>
              </a:lnSpc>
              <a:defRPr/>
            </a:pPr>
            <a:r>
              <a:rPr lang="en-US" altLang="ko-KR" sz="1600" dirty="0">
                <a:solidFill>
                  <a:prstClr val="black"/>
                </a:solidFill>
                <a:latin typeface="Arial" charset="0"/>
                <a:cs typeface="Arial" charset="0"/>
              </a:rPr>
              <a:t>ISTIO – </a:t>
            </a:r>
            <a:r>
              <a:rPr lang="en-US" altLang="ko-KR" sz="1600" dirty="0" err="1">
                <a:solidFill>
                  <a:prstClr val="black"/>
                </a:solidFill>
                <a:latin typeface="Arial" charset="0"/>
                <a:cs typeface="Arial" charset="0"/>
              </a:rPr>
              <a:t>BookInfo</a:t>
            </a:r>
            <a:r>
              <a:rPr lang="en-US" altLang="ko-KR" sz="1600" dirty="0">
                <a:solidFill>
                  <a:prstClr val="black"/>
                </a:solidFill>
                <a:latin typeface="Arial" charset="0"/>
                <a:cs typeface="Arial" charset="0"/>
              </a:rPr>
              <a:t> Application</a:t>
            </a:r>
            <a:endParaRPr lang="ko-KR" altLang="en-US" sz="1600" dirty="0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0482E36-7E0A-2C1E-2C22-131E81FDB9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546" y="1047417"/>
            <a:ext cx="8468907" cy="4763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386024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1BEF1B6D-EDD0-46B0-8C4B-4503BA8E5168}"/>
              </a:ext>
            </a:extLst>
          </p:cNvPr>
          <p:cNvSpPr txBox="1">
            <a:spLocks/>
          </p:cNvSpPr>
          <p:nvPr/>
        </p:nvSpPr>
        <p:spPr>
          <a:xfrm>
            <a:off x="294114" y="264068"/>
            <a:ext cx="7444968" cy="42862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400" b="1" kern="1200" baseline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</a:lstStyle>
          <a:p>
            <a:r>
              <a:rPr lang="ko-KR" altLang="en-US" sz="2000" dirty="0">
                <a:solidFill>
                  <a:prstClr val="black"/>
                </a:solidFill>
                <a:latin typeface="+mj-lt"/>
                <a:ea typeface="+mn-ea"/>
                <a:cs typeface="Arial" charset="0"/>
              </a:rPr>
              <a:t> </a:t>
            </a:r>
            <a:endParaRPr lang="ko-KR" altLang="en-US" sz="2200" dirty="0">
              <a:latin typeface="+mj-lt"/>
              <a:ea typeface="+mn-ea"/>
            </a:endParaRP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5832F6AD-6F74-2908-D4B4-260354F34BC5}"/>
              </a:ext>
            </a:extLst>
          </p:cNvPr>
          <p:cNvSpPr txBox="1">
            <a:spLocks/>
          </p:cNvSpPr>
          <p:nvPr/>
        </p:nvSpPr>
        <p:spPr>
          <a:xfrm>
            <a:off x="200472" y="275306"/>
            <a:ext cx="7444968" cy="42862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400" b="1" kern="1200" baseline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</a:lstStyle>
          <a:p>
            <a:pPr>
              <a:lnSpc>
                <a:spcPct val="150000"/>
              </a:lnSpc>
              <a:defRPr/>
            </a:pPr>
            <a:r>
              <a:rPr lang="en-US" altLang="ko-KR" sz="1600" dirty="0">
                <a:solidFill>
                  <a:prstClr val="black"/>
                </a:solidFill>
                <a:latin typeface="Arial" charset="0"/>
                <a:cs typeface="Arial" charset="0"/>
              </a:rPr>
              <a:t>Istio </a:t>
            </a:r>
            <a:r>
              <a:rPr lang="ko-KR" altLang="en-US" sz="1600" dirty="0">
                <a:solidFill>
                  <a:prstClr val="black"/>
                </a:solidFill>
                <a:latin typeface="Arial" charset="0"/>
                <a:cs typeface="Arial" charset="0"/>
              </a:rPr>
              <a:t>이외의 </a:t>
            </a:r>
            <a:r>
              <a:rPr lang="en-US" altLang="ko-KR" sz="1600" dirty="0">
                <a:solidFill>
                  <a:prstClr val="black"/>
                </a:solidFill>
                <a:latin typeface="Arial" charset="0"/>
                <a:cs typeface="Arial" charset="0"/>
              </a:rPr>
              <a:t>Service Mesh</a:t>
            </a:r>
            <a:endParaRPr lang="ko-KR" altLang="en-US" sz="1600" dirty="0">
              <a:solidFill>
                <a:prstClr val="black"/>
              </a:solidFill>
              <a:latin typeface="Arial" charset="0"/>
              <a:cs typeface="Arial" charset="0"/>
            </a:endParaRPr>
          </a:p>
          <a:p>
            <a:pPr lvl="0" algn="l">
              <a:lnSpc>
                <a:spcPct val="150000"/>
              </a:lnSpc>
              <a:defRPr/>
            </a:pPr>
            <a:endParaRPr lang="ko-KR" altLang="en-US" sz="1600" dirty="0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8143E9F-EB67-F822-17E8-2C106B6C1FAC}"/>
              </a:ext>
            </a:extLst>
          </p:cNvPr>
          <p:cNvSpPr txBox="1"/>
          <p:nvPr/>
        </p:nvSpPr>
        <p:spPr>
          <a:xfrm>
            <a:off x="323074" y="1427537"/>
            <a:ext cx="871296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+mj-ea"/>
                <a:ea typeface="+mj-ea"/>
              </a:rPr>
              <a:t>범용이 아닌 </a:t>
            </a:r>
            <a:r>
              <a:rPr lang="ko-KR" altLang="en-US" sz="1600" dirty="0" err="1">
                <a:latin typeface="+mj-ea"/>
                <a:ea typeface="+mj-ea"/>
              </a:rPr>
              <a:t>쿠버네티스용</a:t>
            </a:r>
            <a:r>
              <a:rPr lang="ko-KR" altLang="en-US" sz="1600" dirty="0">
                <a:latin typeface="+mj-ea"/>
                <a:ea typeface="+mj-ea"/>
              </a:rPr>
              <a:t> </a:t>
            </a:r>
            <a:r>
              <a:rPr lang="ko-KR" altLang="en-US" sz="1600" dirty="0" err="1">
                <a:latin typeface="+mj-ea"/>
                <a:ea typeface="+mj-ea"/>
              </a:rPr>
              <a:t>서비스메시이기</a:t>
            </a:r>
            <a:r>
              <a:rPr lang="ko-KR" altLang="en-US" sz="1600" dirty="0">
                <a:latin typeface="+mj-ea"/>
                <a:ea typeface="+mj-ea"/>
              </a:rPr>
              <a:t> 때문에 가벼움 </a:t>
            </a:r>
            <a:r>
              <a:rPr lang="en-US" altLang="ko-KR" sz="1600" dirty="0">
                <a:latin typeface="+mj-ea"/>
                <a:ea typeface="+mj-ea"/>
              </a:rPr>
              <a:t>(</a:t>
            </a:r>
            <a:r>
              <a:rPr lang="en-US" altLang="ko-KR" sz="1600" dirty="0" err="1">
                <a:latin typeface="+mj-ea"/>
                <a:ea typeface="+mj-ea"/>
              </a:rPr>
              <a:t>istio</a:t>
            </a:r>
            <a:r>
              <a:rPr lang="en-US" altLang="ko-KR" sz="1600" dirty="0">
                <a:latin typeface="+mj-ea"/>
                <a:ea typeface="+mj-ea"/>
              </a:rPr>
              <a:t> – </a:t>
            </a:r>
            <a:r>
              <a:rPr lang="ko-KR" altLang="en-US" sz="1600" dirty="0">
                <a:latin typeface="+mj-ea"/>
                <a:ea typeface="+mj-ea"/>
              </a:rPr>
              <a:t>범용 </a:t>
            </a:r>
            <a:r>
              <a:rPr lang="ko-KR" altLang="en-US" sz="1600" dirty="0" err="1">
                <a:latin typeface="+mj-ea"/>
                <a:ea typeface="+mj-ea"/>
              </a:rPr>
              <a:t>서비스메시</a:t>
            </a:r>
            <a:r>
              <a:rPr lang="en-US" altLang="ko-KR" sz="1600" dirty="0">
                <a:latin typeface="+mj-ea"/>
                <a:ea typeface="+mj-ea"/>
              </a:rPr>
              <a:t>)</a:t>
            </a:r>
          </a:p>
          <a:p>
            <a:endParaRPr lang="en-US" altLang="ko-KR" sz="1600" dirty="0">
              <a:latin typeface="+mj-ea"/>
              <a:ea typeface="+mj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+mj-ea"/>
                <a:ea typeface="+mj-ea"/>
              </a:rPr>
              <a:t>linkerd2-proxy: Rust</a:t>
            </a:r>
            <a:r>
              <a:rPr lang="ko-KR" altLang="en-US" sz="1600" dirty="0">
                <a:latin typeface="+mj-ea"/>
                <a:ea typeface="+mj-ea"/>
              </a:rPr>
              <a:t>로 개발한 컨테이너 환경의 리눅스에서 사용하기 위해 개발된 프록시</a:t>
            </a:r>
            <a:endParaRPr lang="en-US" altLang="ko-KR" sz="1600" dirty="0">
              <a:latin typeface="+mj-ea"/>
              <a:ea typeface="+mj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600" dirty="0">
              <a:latin typeface="+mj-ea"/>
              <a:ea typeface="+mj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+mj-ea"/>
                <a:ea typeface="+mj-ea"/>
              </a:rPr>
              <a:t>Istio</a:t>
            </a:r>
            <a:r>
              <a:rPr lang="ko-KR" altLang="en-US" sz="1600" dirty="0">
                <a:latin typeface="+mj-ea"/>
                <a:ea typeface="+mj-ea"/>
              </a:rPr>
              <a:t>의 </a:t>
            </a:r>
            <a:r>
              <a:rPr lang="en-US" altLang="ko-KR" sz="1600" dirty="0">
                <a:latin typeface="+mj-ea"/>
                <a:ea typeface="+mj-ea"/>
              </a:rPr>
              <a:t>envoy </a:t>
            </a:r>
            <a:r>
              <a:rPr lang="ko-KR" altLang="en-US" sz="1600" dirty="0">
                <a:latin typeface="+mj-ea"/>
                <a:ea typeface="+mj-ea"/>
              </a:rPr>
              <a:t>프록시는 범용 프록시이고</a:t>
            </a:r>
            <a:r>
              <a:rPr lang="en-US" altLang="ko-KR" sz="1600" dirty="0">
                <a:latin typeface="+mj-ea"/>
                <a:ea typeface="+mj-ea"/>
              </a:rPr>
              <a:t>, linker2-proxy</a:t>
            </a:r>
            <a:r>
              <a:rPr lang="ko-KR" altLang="en-US" sz="1600" dirty="0">
                <a:latin typeface="+mj-ea"/>
                <a:ea typeface="+mj-ea"/>
              </a:rPr>
              <a:t>에 비해 매우 다양한 기능을 제공하지만 그에 따라 복잡하고 무거움</a:t>
            </a:r>
            <a:endParaRPr lang="en-US" altLang="ko-KR" sz="1600" dirty="0">
              <a:latin typeface="+mj-ea"/>
              <a:ea typeface="+mj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600" dirty="0">
              <a:latin typeface="+mj-ea"/>
              <a:ea typeface="+mj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+mj-ea"/>
                <a:ea typeface="+mj-ea"/>
              </a:rPr>
              <a:t>Istio vs </a:t>
            </a:r>
            <a:r>
              <a:rPr lang="en-US" altLang="ko-KR" sz="1600" dirty="0" err="1">
                <a:latin typeface="+mj-ea"/>
                <a:ea typeface="+mj-ea"/>
              </a:rPr>
              <a:t>linkerd</a:t>
            </a:r>
            <a:r>
              <a:rPr lang="en-US" altLang="ko-KR" sz="1600" dirty="0">
                <a:latin typeface="+mj-ea"/>
                <a:ea typeface="+mj-ea"/>
              </a:rPr>
              <a:t> </a:t>
            </a:r>
            <a:r>
              <a:rPr lang="ko-KR" altLang="en-US" sz="1600" dirty="0">
                <a:latin typeface="+mj-ea"/>
                <a:ea typeface="+mj-ea"/>
              </a:rPr>
              <a:t>벤치마크 </a:t>
            </a:r>
            <a:r>
              <a:rPr lang="en-US" altLang="ko-KR" sz="1600" dirty="0">
                <a:latin typeface="+mj-ea"/>
                <a:ea typeface="+mj-ea"/>
              </a:rPr>
              <a:t>(2000rps)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089ECC0E-7DFA-F3C3-68AD-95541D91AD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320" y="870252"/>
            <a:ext cx="2088232" cy="461513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A4C8A78-EC9C-A552-A73C-52F8330AA5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320" y="3636418"/>
            <a:ext cx="4197238" cy="2962918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B44DA118-C978-A6C3-010C-269A16EA380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3000" y="3140968"/>
            <a:ext cx="4259223" cy="3096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708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1BEF1B6D-EDD0-46B0-8C4B-4503BA8E5168}"/>
              </a:ext>
            </a:extLst>
          </p:cNvPr>
          <p:cNvSpPr txBox="1">
            <a:spLocks/>
          </p:cNvSpPr>
          <p:nvPr/>
        </p:nvSpPr>
        <p:spPr>
          <a:xfrm>
            <a:off x="294114" y="264068"/>
            <a:ext cx="7444968" cy="42862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400" b="1" kern="1200" baseline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</a:lstStyle>
          <a:p>
            <a:r>
              <a:rPr lang="ko-KR" altLang="en-US" sz="2000" dirty="0">
                <a:solidFill>
                  <a:prstClr val="black"/>
                </a:solidFill>
                <a:latin typeface="+mj-lt"/>
                <a:ea typeface="+mn-ea"/>
                <a:cs typeface="Arial" charset="0"/>
              </a:rPr>
              <a:t> </a:t>
            </a:r>
            <a:endParaRPr lang="ko-KR" altLang="en-US" sz="2200" dirty="0">
              <a:latin typeface="+mj-lt"/>
              <a:ea typeface="+mn-ea"/>
            </a:endParaRP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5832F6AD-6F74-2908-D4B4-260354F34BC5}"/>
              </a:ext>
            </a:extLst>
          </p:cNvPr>
          <p:cNvSpPr txBox="1">
            <a:spLocks/>
          </p:cNvSpPr>
          <p:nvPr/>
        </p:nvSpPr>
        <p:spPr>
          <a:xfrm>
            <a:off x="200472" y="275306"/>
            <a:ext cx="7444968" cy="42862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400" b="1" kern="1200" baseline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</a:lstStyle>
          <a:p>
            <a:pPr lvl="0" algn="l">
              <a:lnSpc>
                <a:spcPct val="150000"/>
              </a:lnSpc>
              <a:defRPr/>
            </a:pPr>
            <a:r>
              <a:rPr lang="en-US" altLang="ko-KR" sz="1600" dirty="0" err="1">
                <a:solidFill>
                  <a:prstClr val="black"/>
                </a:solidFill>
                <a:latin typeface="Arial" charset="0"/>
                <a:cs typeface="Arial" charset="0"/>
              </a:rPr>
              <a:t>Istio</a:t>
            </a:r>
            <a:r>
              <a:rPr lang="en-US" altLang="ko-KR" sz="1600" dirty="0">
                <a:solidFill>
                  <a:prstClr val="black"/>
                </a:solidFill>
                <a:latin typeface="Arial" charset="0"/>
                <a:cs typeface="Arial" charset="0"/>
              </a:rPr>
              <a:t> </a:t>
            </a:r>
            <a:r>
              <a:rPr lang="ko-KR" altLang="en-US" sz="1600" dirty="0">
                <a:solidFill>
                  <a:prstClr val="black"/>
                </a:solidFill>
                <a:latin typeface="Arial" charset="0"/>
                <a:cs typeface="Arial" charset="0"/>
              </a:rPr>
              <a:t>이외의 </a:t>
            </a:r>
            <a:r>
              <a:rPr lang="en-US" altLang="ko-KR" sz="1600" dirty="0">
                <a:solidFill>
                  <a:prstClr val="black"/>
                </a:solidFill>
                <a:latin typeface="Arial" charset="0"/>
                <a:cs typeface="Arial" charset="0"/>
              </a:rPr>
              <a:t>Service Mesh</a:t>
            </a:r>
            <a:endParaRPr lang="ko-KR" altLang="en-US" sz="1600" dirty="0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07975" y="938786"/>
            <a:ext cx="9037513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>
              <a:latin typeface="+mj-ea"/>
              <a:ea typeface="+mj-ea"/>
            </a:endParaRPr>
          </a:p>
          <a:p>
            <a:pPr lvl="1"/>
            <a:endParaRPr lang="en-US" altLang="ko-KR" sz="1600" dirty="0">
              <a:latin typeface="+mj-ea"/>
              <a:ea typeface="+mj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600" dirty="0" err="1">
                <a:latin typeface="+mj-ea"/>
                <a:ea typeface="+mj-ea"/>
              </a:rPr>
              <a:t>Hashicorp</a:t>
            </a:r>
            <a:r>
              <a:rPr lang="ko-KR" altLang="en-US" sz="1600" dirty="0">
                <a:latin typeface="+mj-ea"/>
                <a:ea typeface="+mj-ea"/>
              </a:rPr>
              <a:t>에서 출시함</a:t>
            </a:r>
            <a:r>
              <a:rPr lang="en-US" altLang="ko-KR" sz="1600" dirty="0">
                <a:latin typeface="+mj-ea"/>
                <a:ea typeface="+mj-ea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600" dirty="0">
              <a:latin typeface="+mj-ea"/>
              <a:ea typeface="+mj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+mj-ea"/>
                <a:ea typeface="+mj-ea"/>
              </a:rPr>
              <a:t>여러 프록시를 사용할  수 있는 </a:t>
            </a:r>
            <a:r>
              <a:rPr lang="en-US" altLang="ko-KR" sz="1600" dirty="0">
                <a:latin typeface="+mj-ea"/>
                <a:ea typeface="+mj-ea"/>
              </a:rPr>
              <a:t>data plane</a:t>
            </a:r>
            <a:r>
              <a:rPr lang="ko-KR" altLang="en-US" sz="1600" dirty="0">
                <a:latin typeface="+mj-ea"/>
                <a:ea typeface="+mj-ea"/>
              </a:rPr>
              <a:t>을 위한 </a:t>
            </a:r>
            <a:r>
              <a:rPr lang="ko-KR" altLang="en-US" sz="1600" dirty="0" err="1">
                <a:latin typeface="+mj-ea"/>
                <a:ea typeface="+mj-ea"/>
              </a:rPr>
              <a:t>플러그형</a:t>
            </a:r>
            <a:r>
              <a:rPr lang="ko-KR" altLang="en-US" sz="1600" dirty="0">
                <a:latin typeface="+mj-ea"/>
                <a:ea typeface="+mj-ea"/>
              </a:rPr>
              <a:t> 아키텍처를 갖고 있음</a:t>
            </a:r>
            <a:endParaRPr lang="en-US" altLang="ko-KR" sz="1600" dirty="0">
              <a:latin typeface="+mj-ea"/>
              <a:ea typeface="+mj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600" dirty="0">
              <a:latin typeface="+mj-ea"/>
              <a:ea typeface="+mj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+mj-ea"/>
                <a:ea typeface="+mj-ea"/>
              </a:rPr>
              <a:t>최근에</a:t>
            </a:r>
            <a:r>
              <a:rPr lang="en-US" altLang="ko-KR" sz="1600" dirty="0">
                <a:latin typeface="+mj-ea"/>
                <a:ea typeface="+mj-ea"/>
              </a:rPr>
              <a:t> routing, traffic shifting, load balancing, telemetry </a:t>
            </a:r>
            <a:r>
              <a:rPr lang="ko-KR" altLang="en-US" sz="1600" dirty="0">
                <a:latin typeface="+mj-ea"/>
                <a:ea typeface="+mj-ea"/>
              </a:rPr>
              <a:t>등을 추가하며 </a:t>
            </a:r>
            <a:r>
              <a:rPr lang="en-US" altLang="ko-KR" sz="1600" dirty="0" err="1">
                <a:latin typeface="+mj-ea"/>
                <a:ea typeface="+mj-ea"/>
              </a:rPr>
              <a:t>Istio</a:t>
            </a:r>
            <a:r>
              <a:rPr lang="ko-KR" altLang="en-US" sz="1600" dirty="0">
                <a:latin typeface="+mj-ea"/>
                <a:ea typeface="+mj-ea"/>
              </a:rPr>
              <a:t>의 기능을 따라잡으려 하고 있음</a:t>
            </a:r>
            <a:endParaRPr lang="en-US" altLang="ko-KR" sz="1600" dirty="0">
              <a:latin typeface="+mj-ea"/>
              <a:ea typeface="+mj-ea"/>
            </a:endParaRPr>
          </a:p>
          <a:p>
            <a:pPr lvl="1"/>
            <a:endParaRPr lang="en-US" altLang="ko-KR" sz="1600" dirty="0">
              <a:latin typeface="+mj-ea"/>
              <a:ea typeface="+mj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600" dirty="0" err="1">
                <a:latin typeface="+mj-ea"/>
                <a:ea typeface="+mj-ea"/>
              </a:rPr>
              <a:t>Istio</a:t>
            </a:r>
            <a:r>
              <a:rPr lang="ko-KR" altLang="en-US" sz="1600" dirty="0">
                <a:latin typeface="+mj-ea"/>
                <a:ea typeface="+mj-ea"/>
              </a:rPr>
              <a:t>에 비해 간단하고 유연한 솔루션이다</a:t>
            </a:r>
            <a:r>
              <a:rPr lang="en-US" altLang="ko-KR" sz="1600" dirty="0">
                <a:latin typeface="+mj-ea"/>
                <a:ea typeface="+mj-ea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600" dirty="0">
              <a:latin typeface="+mj-ea"/>
              <a:ea typeface="+mj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+mj-ea"/>
                <a:ea typeface="+mj-ea"/>
              </a:rPr>
              <a:t>검색 수를 보았을 때는 </a:t>
            </a:r>
            <a:r>
              <a:rPr lang="en-US" altLang="ko-KR" sz="1600" dirty="0" err="1">
                <a:latin typeface="+mj-ea"/>
                <a:ea typeface="+mj-ea"/>
              </a:rPr>
              <a:t>istio</a:t>
            </a:r>
            <a:r>
              <a:rPr lang="ko-KR" altLang="en-US" sz="1600" dirty="0">
                <a:latin typeface="+mj-ea"/>
                <a:ea typeface="+mj-ea"/>
              </a:rPr>
              <a:t>가 가장 많은 것을 볼 수 있다</a:t>
            </a:r>
            <a:r>
              <a:rPr lang="en-US" altLang="ko-KR" sz="1600" dirty="0">
                <a:latin typeface="+mj-ea"/>
                <a:ea typeface="+mj-ea"/>
              </a:rPr>
              <a:t>.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520" y="836712"/>
            <a:ext cx="1584176" cy="589729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6576" y="4016552"/>
            <a:ext cx="5544616" cy="2678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21056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6D266705-4549-450F-8002-532771B16F79}"/>
              </a:ext>
            </a:extLst>
          </p:cNvPr>
          <p:cNvSpPr/>
          <p:nvPr/>
        </p:nvSpPr>
        <p:spPr>
          <a:xfrm>
            <a:off x="0" y="-27404"/>
            <a:ext cx="9906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14586E-404E-4C7B-B866-D27F8C6382D0}"/>
              </a:ext>
            </a:extLst>
          </p:cNvPr>
          <p:cNvSpPr txBox="1"/>
          <p:nvPr/>
        </p:nvSpPr>
        <p:spPr>
          <a:xfrm>
            <a:off x="4139315" y="2852936"/>
            <a:ext cx="1627369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000" b="1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QnA</a:t>
            </a:r>
            <a:endParaRPr lang="ko-KR" altLang="en-US" sz="5000" b="1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9893776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1BEF1B6D-EDD0-46B0-8C4B-4503BA8E5168}"/>
              </a:ext>
            </a:extLst>
          </p:cNvPr>
          <p:cNvSpPr txBox="1">
            <a:spLocks/>
          </p:cNvSpPr>
          <p:nvPr/>
        </p:nvSpPr>
        <p:spPr>
          <a:xfrm>
            <a:off x="294114" y="264068"/>
            <a:ext cx="7444968" cy="42862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400" b="1" kern="1200" baseline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</a:lstStyle>
          <a:p>
            <a:r>
              <a:rPr lang="ko-KR" altLang="en-US" sz="2000" dirty="0">
                <a:solidFill>
                  <a:prstClr val="black"/>
                </a:solidFill>
                <a:cs typeface="Arial" charset="0"/>
              </a:rPr>
              <a:t>참고 자료</a:t>
            </a:r>
            <a:endParaRPr lang="ko-KR" altLang="en-US" sz="2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547F7BA-6823-921A-0FBF-85C5DFAC3B2D}"/>
              </a:ext>
            </a:extLst>
          </p:cNvPr>
          <p:cNvSpPr txBox="1"/>
          <p:nvPr/>
        </p:nvSpPr>
        <p:spPr>
          <a:xfrm>
            <a:off x="317808" y="1290888"/>
            <a:ext cx="9285234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MSA </a:t>
            </a:r>
            <a:r>
              <a:rPr lang="ko-KR" altLang="en-US" dirty="0">
                <a:latin typeface="+mj-ea"/>
                <a:ea typeface="+mj-ea"/>
              </a:rPr>
              <a:t>등장 배경 </a:t>
            </a:r>
            <a:r>
              <a:rPr lang="en-US" altLang="ko-KR" dirty="0">
                <a:latin typeface="+mj-ea"/>
                <a:ea typeface="+mj-ea"/>
              </a:rPr>
              <a:t>: https://akasai.space/architecture/about_msa/</a:t>
            </a:r>
          </a:p>
          <a:p>
            <a:endParaRPr lang="en-US" altLang="ko-KR" dirty="0">
              <a:latin typeface="+mj-ea"/>
              <a:ea typeface="+mj-ea"/>
            </a:endParaRPr>
          </a:p>
          <a:p>
            <a:r>
              <a:rPr lang="en-US" altLang="ko-KR" dirty="0">
                <a:latin typeface="+mj-ea"/>
                <a:ea typeface="+mj-ea"/>
              </a:rPr>
              <a:t>Istio Traffic management : https://bcho.tistory.com/1367</a:t>
            </a:r>
          </a:p>
          <a:p>
            <a:endParaRPr lang="en-US" altLang="ko-KR" dirty="0">
              <a:latin typeface="+mj-ea"/>
              <a:ea typeface="+mj-ea"/>
            </a:endParaRPr>
          </a:p>
          <a:p>
            <a:r>
              <a:rPr lang="en-US" altLang="ko-KR" dirty="0">
                <a:latin typeface="+mj-ea"/>
                <a:ea typeface="+mj-ea"/>
              </a:rPr>
              <a:t>Gateway</a:t>
            </a:r>
            <a:r>
              <a:rPr lang="ko-KR" altLang="en-US" dirty="0">
                <a:latin typeface="+mj-ea"/>
                <a:ea typeface="+mj-ea"/>
              </a:rPr>
              <a:t>와 </a:t>
            </a:r>
            <a:r>
              <a:rPr lang="en-US" altLang="ko-KR" dirty="0">
                <a:latin typeface="+mj-ea"/>
                <a:ea typeface="+mj-ea"/>
              </a:rPr>
              <a:t>Virtual Service : https://cwal.tistory.com/42</a:t>
            </a:r>
          </a:p>
          <a:p>
            <a:endParaRPr lang="en-US" altLang="ko-KR" dirty="0">
              <a:latin typeface="+mj-ea"/>
              <a:ea typeface="+mj-ea"/>
            </a:endParaRPr>
          </a:p>
          <a:p>
            <a:r>
              <a:rPr lang="ko-KR" altLang="en-US" dirty="0" err="1">
                <a:latin typeface="+mj-ea"/>
                <a:ea typeface="+mj-ea"/>
              </a:rPr>
              <a:t>쿠버네티스</a:t>
            </a:r>
            <a:r>
              <a:rPr lang="ko-KR" altLang="en-US" dirty="0">
                <a:latin typeface="+mj-ea"/>
                <a:ea typeface="+mj-ea"/>
              </a:rPr>
              <a:t> 개념 </a:t>
            </a:r>
            <a:r>
              <a:rPr lang="en-US" altLang="ko-KR" dirty="0">
                <a:latin typeface="+mj-ea"/>
                <a:ea typeface="+mj-ea"/>
              </a:rPr>
              <a:t>: https://bcho.tistory.com/1256</a:t>
            </a:r>
          </a:p>
          <a:p>
            <a:endParaRPr lang="en-US" altLang="ko-KR" dirty="0">
              <a:latin typeface="+mj-ea"/>
              <a:ea typeface="+mj-ea"/>
            </a:endParaRPr>
          </a:p>
          <a:p>
            <a:r>
              <a:rPr lang="en-US" altLang="ko-KR" dirty="0">
                <a:latin typeface="+mj-ea"/>
                <a:ea typeface="+mj-ea"/>
              </a:rPr>
              <a:t>Istio </a:t>
            </a:r>
            <a:r>
              <a:rPr lang="ko-KR" altLang="en-US" dirty="0" err="1">
                <a:latin typeface="+mj-ea"/>
                <a:ea typeface="+mj-ea"/>
              </a:rPr>
              <a:t>아키첵처와</a:t>
            </a:r>
            <a:r>
              <a:rPr lang="ko-KR" altLang="en-US" dirty="0">
                <a:latin typeface="+mj-ea"/>
                <a:ea typeface="+mj-ea"/>
              </a:rPr>
              <a:t> 기능 이해 </a:t>
            </a:r>
            <a:r>
              <a:rPr lang="en-US" altLang="ko-KR" dirty="0">
                <a:latin typeface="+mj-ea"/>
                <a:ea typeface="+mj-ea"/>
              </a:rPr>
              <a:t>: https://velog.io/@beryl/Istio-%EA%B0%9C%EB%85%90</a:t>
            </a:r>
          </a:p>
          <a:p>
            <a:endParaRPr lang="en-US" altLang="ko-KR" dirty="0">
              <a:latin typeface="+mj-ea"/>
              <a:ea typeface="+mj-ea"/>
            </a:endParaRPr>
          </a:p>
          <a:p>
            <a:r>
              <a:rPr lang="en-US" altLang="ko-KR" dirty="0">
                <a:latin typeface="+mj-ea"/>
                <a:ea typeface="+mj-ea"/>
              </a:rPr>
              <a:t>Istio </a:t>
            </a:r>
            <a:r>
              <a:rPr lang="ko-KR" altLang="en-US" dirty="0">
                <a:latin typeface="+mj-ea"/>
                <a:ea typeface="+mj-ea"/>
              </a:rPr>
              <a:t>개념 </a:t>
            </a:r>
            <a:r>
              <a:rPr lang="en-US" altLang="ko-KR" dirty="0">
                <a:latin typeface="+mj-ea"/>
                <a:ea typeface="+mj-ea"/>
              </a:rPr>
              <a:t>: https://azderica.github.io/00-architecture-istio/</a:t>
            </a:r>
          </a:p>
          <a:p>
            <a:endParaRPr lang="en-US" altLang="ko-KR" dirty="0">
              <a:latin typeface="+mj-ea"/>
              <a:ea typeface="+mj-ea"/>
            </a:endParaRPr>
          </a:p>
          <a:p>
            <a:r>
              <a:rPr lang="en-US" altLang="ko-KR" dirty="0">
                <a:latin typeface="+mj-ea"/>
                <a:ea typeface="+mj-ea"/>
              </a:rPr>
              <a:t>Service Mesh Architecture &amp; Istio : https://gruuuuu.github.io/cloud/service-mesh-istio/</a:t>
            </a:r>
            <a:endParaRPr lang="ko-KR" altLang="en-US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70411049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1BEF1B6D-EDD0-46B0-8C4B-4503BA8E5168}"/>
              </a:ext>
            </a:extLst>
          </p:cNvPr>
          <p:cNvSpPr txBox="1">
            <a:spLocks/>
          </p:cNvSpPr>
          <p:nvPr/>
        </p:nvSpPr>
        <p:spPr>
          <a:xfrm>
            <a:off x="294114" y="264068"/>
            <a:ext cx="7444968" cy="42862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400" b="1" kern="1200" baseline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</a:lstStyle>
          <a:p>
            <a:r>
              <a:rPr lang="ko-KR" altLang="en-US" sz="2000" dirty="0">
                <a:solidFill>
                  <a:prstClr val="black"/>
                </a:solidFill>
                <a:cs typeface="Arial" charset="0"/>
              </a:rPr>
              <a:t>참고 자료</a:t>
            </a:r>
            <a:endParaRPr lang="ko-KR" altLang="en-US" sz="2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547F7BA-6823-921A-0FBF-85C5DFAC3B2D}"/>
              </a:ext>
            </a:extLst>
          </p:cNvPr>
          <p:cNvSpPr txBox="1"/>
          <p:nvPr/>
        </p:nvSpPr>
        <p:spPr>
          <a:xfrm>
            <a:off x="317808" y="1290888"/>
            <a:ext cx="8383257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+mj-ea"/>
                <a:ea typeface="+mj-ea"/>
              </a:rPr>
              <a:t>사이드 카 패턴 </a:t>
            </a:r>
            <a:r>
              <a:rPr lang="en-US" altLang="ko-KR" dirty="0">
                <a:latin typeface="+mj-ea"/>
                <a:ea typeface="+mj-ea"/>
              </a:rPr>
              <a:t>: https://blog.leocat.kr/notes/2019/02/16/cloud-sidecar-pattern</a:t>
            </a:r>
          </a:p>
          <a:p>
            <a:endParaRPr lang="en-US" altLang="ko-KR" dirty="0">
              <a:latin typeface="+mj-ea"/>
              <a:ea typeface="+mj-ea"/>
            </a:endParaRPr>
          </a:p>
          <a:p>
            <a:r>
              <a:rPr lang="ko-KR" altLang="en-US" dirty="0">
                <a:latin typeface="+mj-ea"/>
                <a:ea typeface="+mj-ea"/>
              </a:rPr>
              <a:t>서킷 </a:t>
            </a:r>
            <a:r>
              <a:rPr lang="ko-KR" altLang="en-US" dirty="0" err="1">
                <a:latin typeface="+mj-ea"/>
                <a:ea typeface="+mj-ea"/>
              </a:rPr>
              <a:t>브레이커</a:t>
            </a:r>
            <a:r>
              <a:rPr lang="ko-KR" altLang="en-US" dirty="0">
                <a:latin typeface="+mj-ea"/>
                <a:ea typeface="+mj-ea"/>
              </a:rPr>
              <a:t> </a:t>
            </a:r>
            <a:r>
              <a:rPr lang="en-US" altLang="ko-KR" dirty="0">
                <a:latin typeface="+mj-ea"/>
                <a:ea typeface="+mj-ea"/>
              </a:rPr>
              <a:t>: https://qwer9412.tistory.com/2</a:t>
            </a:r>
          </a:p>
          <a:p>
            <a:endParaRPr lang="en-US" altLang="ko-KR" dirty="0">
              <a:latin typeface="+mj-ea"/>
              <a:ea typeface="+mj-ea"/>
            </a:endParaRPr>
          </a:p>
          <a:p>
            <a:r>
              <a:rPr lang="en-US" altLang="ko-KR" dirty="0" err="1">
                <a:latin typeface="+mj-ea"/>
                <a:ea typeface="+mj-ea"/>
              </a:rPr>
              <a:t>Hystrix</a:t>
            </a:r>
            <a:r>
              <a:rPr lang="en-US" altLang="ko-KR" dirty="0">
                <a:latin typeface="+mj-ea"/>
                <a:ea typeface="+mj-ea"/>
              </a:rPr>
              <a:t> : https://happycloud-lee.tistory.com/215</a:t>
            </a:r>
          </a:p>
          <a:p>
            <a:endParaRPr lang="en-US" altLang="ko-KR" dirty="0">
              <a:latin typeface="+mj-ea"/>
              <a:ea typeface="+mj-ea"/>
            </a:endParaRPr>
          </a:p>
          <a:p>
            <a:r>
              <a:rPr lang="ko-KR" altLang="en-US" dirty="0" err="1">
                <a:latin typeface="+mj-ea"/>
                <a:ea typeface="+mj-ea"/>
              </a:rPr>
              <a:t>카나리</a:t>
            </a:r>
            <a:r>
              <a:rPr lang="ko-KR" altLang="en-US" dirty="0">
                <a:latin typeface="+mj-ea"/>
                <a:ea typeface="+mj-ea"/>
              </a:rPr>
              <a:t> 배포 </a:t>
            </a:r>
            <a:r>
              <a:rPr lang="en-US" altLang="ko-KR" dirty="0">
                <a:latin typeface="+mj-ea"/>
                <a:ea typeface="+mj-ea"/>
              </a:rPr>
              <a:t>: https://woongsin94.tistory.com/356</a:t>
            </a:r>
          </a:p>
          <a:p>
            <a:endParaRPr lang="en-US" altLang="ko-KR" dirty="0">
              <a:latin typeface="+mj-ea"/>
              <a:ea typeface="+mj-ea"/>
            </a:endParaRPr>
          </a:p>
          <a:p>
            <a:r>
              <a:rPr lang="ko-KR" altLang="en-US" dirty="0">
                <a:latin typeface="+mj-ea"/>
                <a:ea typeface="+mj-ea"/>
              </a:rPr>
              <a:t>유레카 </a:t>
            </a:r>
            <a:r>
              <a:rPr lang="en-US" altLang="ko-KR" dirty="0">
                <a:latin typeface="+mj-ea"/>
                <a:ea typeface="+mj-ea"/>
              </a:rPr>
              <a:t>: https://velog.io/@jkijki12/Eureka%EB%9E%80</a:t>
            </a:r>
          </a:p>
          <a:p>
            <a:endParaRPr lang="en-US" altLang="ko-KR" dirty="0">
              <a:latin typeface="+mj-ea"/>
              <a:ea typeface="+mj-ea"/>
            </a:endParaRPr>
          </a:p>
          <a:p>
            <a:r>
              <a:rPr lang="en-US" altLang="ko-KR" dirty="0">
                <a:latin typeface="+mj-ea"/>
                <a:ea typeface="+mj-ea"/>
              </a:rPr>
              <a:t>Netflix OSS : https://bravenamme.github.io/2020/07/21/msa-netflix/</a:t>
            </a:r>
          </a:p>
          <a:p>
            <a:endParaRPr lang="en-US" altLang="ko-KR" dirty="0">
              <a:latin typeface="+mj-ea"/>
              <a:ea typeface="+mj-ea"/>
            </a:endParaRPr>
          </a:p>
          <a:p>
            <a:r>
              <a:rPr lang="en-US" altLang="ko-KR" dirty="0">
                <a:latin typeface="+mj-ea"/>
                <a:ea typeface="+mj-ea"/>
              </a:rPr>
              <a:t>Istio </a:t>
            </a:r>
            <a:r>
              <a:rPr lang="ko-KR" altLang="en-US" dirty="0">
                <a:latin typeface="+mj-ea"/>
                <a:ea typeface="+mj-ea"/>
              </a:rPr>
              <a:t>실습 자료 </a:t>
            </a:r>
            <a:endParaRPr lang="en-US" altLang="ko-KR" dirty="0">
              <a:latin typeface="+mj-ea"/>
              <a:ea typeface="+mj-ea"/>
            </a:endParaRPr>
          </a:p>
          <a:p>
            <a:r>
              <a:rPr lang="en-US" altLang="ko-KR" dirty="0">
                <a:latin typeface="+mj-ea"/>
                <a:ea typeface="+mj-ea"/>
              </a:rPr>
              <a:t> - https://istio.io/latest/docs/setup/getting-started/</a:t>
            </a:r>
          </a:p>
          <a:p>
            <a:r>
              <a:rPr lang="ko-KR" altLang="en-US" dirty="0">
                <a:latin typeface="+mj-ea"/>
                <a:ea typeface="+mj-ea"/>
              </a:rPr>
              <a:t> </a:t>
            </a:r>
            <a:r>
              <a:rPr lang="en-US" altLang="ko-KR" dirty="0">
                <a:latin typeface="+mj-ea"/>
                <a:ea typeface="+mj-ea"/>
              </a:rPr>
              <a:t>- https://istio.io/latest/docs/tasks/traffic-management/ </a:t>
            </a:r>
          </a:p>
        </p:txBody>
      </p:sp>
    </p:spTree>
    <p:extLst>
      <p:ext uri="{BB962C8B-B14F-4D97-AF65-F5344CB8AC3E}">
        <p14:creationId xmlns:p14="http://schemas.microsoft.com/office/powerpoint/2010/main" val="364416764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1BEF1B6D-EDD0-46B0-8C4B-4503BA8E5168}"/>
              </a:ext>
            </a:extLst>
          </p:cNvPr>
          <p:cNvSpPr txBox="1">
            <a:spLocks/>
          </p:cNvSpPr>
          <p:nvPr/>
        </p:nvSpPr>
        <p:spPr>
          <a:xfrm>
            <a:off x="294114" y="264068"/>
            <a:ext cx="7444968" cy="42862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400" b="1" kern="1200" baseline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</a:lstStyle>
          <a:p>
            <a:r>
              <a:rPr lang="ko-KR" altLang="en-US" sz="2000" dirty="0">
                <a:solidFill>
                  <a:prstClr val="black"/>
                </a:solidFill>
                <a:latin typeface="+mj-lt"/>
                <a:ea typeface="+mn-ea"/>
                <a:cs typeface="Arial" charset="0"/>
              </a:rPr>
              <a:t> </a:t>
            </a:r>
            <a:endParaRPr lang="ko-KR" altLang="en-US" sz="2200" dirty="0">
              <a:latin typeface="+mj-lt"/>
              <a:ea typeface="+mn-ea"/>
            </a:endParaRP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5832F6AD-6F74-2908-D4B4-260354F34BC5}"/>
              </a:ext>
            </a:extLst>
          </p:cNvPr>
          <p:cNvSpPr txBox="1">
            <a:spLocks/>
          </p:cNvSpPr>
          <p:nvPr/>
        </p:nvSpPr>
        <p:spPr>
          <a:xfrm>
            <a:off x="200472" y="275306"/>
            <a:ext cx="7444968" cy="42862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400" b="1" kern="1200" baseline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</a:lstStyle>
          <a:p>
            <a:pPr>
              <a:lnSpc>
                <a:spcPct val="150000"/>
              </a:lnSpc>
              <a:defRPr/>
            </a:pPr>
            <a:r>
              <a:rPr lang="ko-KR" altLang="en-US" sz="1600" dirty="0">
                <a:solidFill>
                  <a:prstClr val="black"/>
                </a:solidFill>
                <a:cs typeface="Arial" charset="0"/>
              </a:rPr>
              <a:t>참고 자료</a:t>
            </a:r>
            <a:endParaRPr lang="ko-KR" altLang="en-US" sz="1800" dirty="0"/>
          </a:p>
          <a:p>
            <a:pPr lvl="0" algn="l">
              <a:lnSpc>
                <a:spcPct val="150000"/>
              </a:lnSpc>
              <a:defRPr/>
            </a:pPr>
            <a:endParaRPr lang="ko-KR" altLang="en-US" sz="1600" dirty="0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6D18F5F-7AB7-1724-BC80-D91E4ACD2AE7}"/>
              </a:ext>
            </a:extLst>
          </p:cNvPr>
          <p:cNvSpPr txBox="1"/>
          <p:nvPr/>
        </p:nvSpPr>
        <p:spPr>
          <a:xfrm>
            <a:off x="488504" y="1657447"/>
            <a:ext cx="799288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 err="1">
                <a:latin typeface="+mj-ea"/>
                <a:ea typeface="+mj-ea"/>
              </a:rPr>
              <a:t>Linkerd</a:t>
            </a:r>
            <a:r>
              <a:rPr lang="en-US" altLang="ko-KR" dirty="0">
                <a:latin typeface="+mj-ea"/>
                <a:ea typeface="+mj-ea"/>
              </a:rPr>
              <a:t> docs - 2.12 </a:t>
            </a:r>
            <a:r>
              <a:rPr lang="ko-KR" altLang="en-US" dirty="0">
                <a:latin typeface="+mj-ea"/>
                <a:ea typeface="+mj-ea"/>
              </a:rPr>
              <a:t>버전부터 </a:t>
            </a:r>
            <a:r>
              <a:rPr lang="en-US" altLang="ko-KR" dirty="0">
                <a:latin typeface="+mj-ea"/>
                <a:ea typeface="+mj-ea"/>
              </a:rPr>
              <a:t>circuit breaking </a:t>
            </a:r>
            <a:r>
              <a:rPr lang="ko-KR" altLang="en-US" dirty="0">
                <a:latin typeface="+mj-ea"/>
                <a:ea typeface="+mj-ea"/>
              </a:rPr>
              <a:t>기능 제공</a:t>
            </a:r>
            <a:endParaRPr lang="en-US" altLang="ko-KR" dirty="0">
              <a:latin typeface="+mj-ea"/>
              <a:ea typeface="+mj-ea"/>
            </a:endParaRPr>
          </a:p>
          <a:p>
            <a:r>
              <a:rPr lang="en-US" altLang="ko-KR" dirty="0">
                <a:latin typeface="+mj-ea"/>
                <a:ea typeface="+mj-ea"/>
                <a:hlinkClick r:id="rId3"/>
              </a:rPr>
              <a:t>https://linkerd.io/2.12/overview/</a:t>
            </a:r>
            <a:endParaRPr lang="en-US" altLang="ko-KR" dirty="0">
              <a:latin typeface="+mj-ea"/>
              <a:ea typeface="+mj-ea"/>
            </a:endParaRPr>
          </a:p>
          <a:p>
            <a:endParaRPr lang="en-US" altLang="ko-KR" dirty="0">
              <a:latin typeface="+mj-ea"/>
              <a:ea typeface="+mj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+mj-ea"/>
                <a:ea typeface="+mj-ea"/>
              </a:rPr>
              <a:t>Linkerd2-proxy </a:t>
            </a:r>
            <a:r>
              <a:rPr lang="ko-KR" altLang="en-US" dirty="0">
                <a:latin typeface="+mj-ea"/>
                <a:ea typeface="+mj-ea"/>
              </a:rPr>
              <a:t>개발 배경과 </a:t>
            </a:r>
            <a:r>
              <a:rPr lang="en-US" altLang="ko-KR" dirty="0">
                <a:latin typeface="+mj-ea"/>
                <a:ea typeface="+mj-ea"/>
              </a:rPr>
              <a:t>lifecycle</a:t>
            </a:r>
          </a:p>
          <a:p>
            <a:r>
              <a:rPr lang="en-US" altLang="ko-KR" dirty="0">
                <a:latin typeface="+mj-ea"/>
                <a:ea typeface="+mj-ea"/>
                <a:hlinkClick r:id="rId4"/>
              </a:rPr>
              <a:t>https://linkerd.io/2020/07/23/under-the-hood-of-linkerds-state-of-the-art-rust-proxy-linkerd2-proxy/</a:t>
            </a:r>
            <a:endParaRPr lang="en-US" altLang="ko-KR" dirty="0">
              <a:latin typeface="+mj-ea"/>
              <a:ea typeface="+mj-ea"/>
            </a:endParaRPr>
          </a:p>
          <a:p>
            <a:endParaRPr lang="en-US" altLang="ko-KR" dirty="0">
              <a:latin typeface="+mj-ea"/>
              <a:ea typeface="+mj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 err="1">
                <a:latin typeface="+mj-ea"/>
                <a:ea typeface="+mj-ea"/>
              </a:rPr>
              <a:t>Linkerd</a:t>
            </a:r>
            <a:r>
              <a:rPr lang="ko-KR" altLang="en-US" dirty="0">
                <a:latin typeface="+mj-ea"/>
                <a:ea typeface="+mj-ea"/>
              </a:rPr>
              <a:t>가 </a:t>
            </a:r>
            <a:r>
              <a:rPr lang="en-US" altLang="ko-KR" dirty="0">
                <a:latin typeface="+mj-ea"/>
                <a:ea typeface="+mj-ea"/>
              </a:rPr>
              <a:t>envoy</a:t>
            </a:r>
            <a:r>
              <a:rPr lang="ko-KR" altLang="en-US" dirty="0">
                <a:latin typeface="+mj-ea"/>
                <a:ea typeface="+mj-ea"/>
              </a:rPr>
              <a:t>를 사용하지 않은 이유</a:t>
            </a:r>
            <a:endParaRPr lang="en-US" altLang="ko-KR" dirty="0">
              <a:latin typeface="+mj-ea"/>
              <a:ea typeface="+mj-ea"/>
            </a:endParaRPr>
          </a:p>
          <a:p>
            <a:r>
              <a:rPr lang="en-US" altLang="ko-KR" dirty="0">
                <a:latin typeface="+mj-ea"/>
                <a:ea typeface="+mj-ea"/>
                <a:hlinkClick r:id="rId5"/>
              </a:rPr>
              <a:t>https://linkerd.io/2020/12/03/why-linkerd-doesnt-use-envoy/</a:t>
            </a:r>
            <a:endParaRPr lang="en-US" altLang="ko-KR" dirty="0">
              <a:latin typeface="+mj-ea"/>
              <a:ea typeface="+mj-ea"/>
            </a:endParaRPr>
          </a:p>
          <a:p>
            <a:endParaRPr lang="en-US" altLang="ko-KR" dirty="0">
              <a:latin typeface="+mj-ea"/>
              <a:ea typeface="+mj-ea"/>
            </a:endParaRPr>
          </a:p>
          <a:p>
            <a:endParaRPr lang="en-US" altLang="ko-KR" dirty="0">
              <a:latin typeface="+mj-ea"/>
              <a:ea typeface="+mj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+mj-ea"/>
                <a:ea typeface="+mj-ea"/>
              </a:rPr>
              <a:t>Istio, </a:t>
            </a:r>
            <a:r>
              <a:rPr lang="en-US" altLang="ko-KR" dirty="0" err="1">
                <a:latin typeface="+mj-ea"/>
                <a:ea typeface="+mj-ea"/>
              </a:rPr>
              <a:t>linkerd</a:t>
            </a:r>
            <a:r>
              <a:rPr lang="en-US" altLang="ko-KR" dirty="0">
                <a:latin typeface="+mj-ea"/>
                <a:ea typeface="+mj-ea"/>
              </a:rPr>
              <a:t> </a:t>
            </a:r>
            <a:r>
              <a:rPr lang="ko-KR" altLang="en-US" dirty="0">
                <a:latin typeface="+mj-ea"/>
                <a:ea typeface="+mj-ea"/>
              </a:rPr>
              <a:t>포함 여러 </a:t>
            </a:r>
            <a:r>
              <a:rPr lang="ko-KR" altLang="en-US" dirty="0" err="1">
                <a:latin typeface="+mj-ea"/>
                <a:ea typeface="+mj-ea"/>
              </a:rPr>
              <a:t>서비스메시</a:t>
            </a:r>
            <a:r>
              <a:rPr lang="ko-KR" altLang="en-US" dirty="0">
                <a:latin typeface="+mj-ea"/>
                <a:ea typeface="+mj-ea"/>
              </a:rPr>
              <a:t> 구현체 주요 기능 비교</a:t>
            </a:r>
            <a:endParaRPr lang="en-US" altLang="ko-KR" dirty="0">
              <a:latin typeface="+mj-ea"/>
              <a:ea typeface="+mj-ea"/>
            </a:endParaRPr>
          </a:p>
          <a:p>
            <a:r>
              <a:rPr lang="en-US" altLang="ko-KR" dirty="0">
                <a:latin typeface="+mj-ea"/>
                <a:ea typeface="+mj-ea"/>
                <a:hlinkClick r:id="rId6"/>
              </a:rPr>
              <a:t>https://servicemesh.es/</a:t>
            </a:r>
            <a:endParaRPr lang="en-US" altLang="ko-KR" dirty="0">
              <a:latin typeface="+mj-ea"/>
              <a:ea typeface="+mj-ea"/>
            </a:endParaRPr>
          </a:p>
          <a:p>
            <a:endParaRPr lang="en-US" altLang="ko-KR" dirty="0"/>
          </a:p>
          <a:p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FFD1CBC-9A16-2678-3D68-F92BFF19B8C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504" y="980728"/>
            <a:ext cx="2674377" cy="591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01194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1BEF1B6D-EDD0-46B0-8C4B-4503BA8E5168}"/>
              </a:ext>
            </a:extLst>
          </p:cNvPr>
          <p:cNvSpPr txBox="1">
            <a:spLocks/>
          </p:cNvSpPr>
          <p:nvPr/>
        </p:nvSpPr>
        <p:spPr>
          <a:xfrm>
            <a:off x="294114" y="264068"/>
            <a:ext cx="7444968" cy="42862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400" b="1" kern="1200" baseline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</a:lstStyle>
          <a:p>
            <a:r>
              <a:rPr lang="ko-KR" altLang="en-US" sz="2000" dirty="0">
                <a:solidFill>
                  <a:prstClr val="black"/>
                </a:solidFill>
                <a:latin typeface="+mj-lt"/>
                <a:ea typeface="+mn-ea"/>
                <a:cs typeface="Arial" charset="0"/>
              </a:rPr>
              <a:t> </a:t>
            </a:r>
            <a:endParaRPr lang="ko-KR" altLang="en-US" sz="2200" dirty="0">
              <a:latin typeface="+mj-lt"/>
              <a:ea typeface="+mn-ea"/>
            </a:endParaRP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5832F6AD-6F74-2908-D4B4-260354F34BC5}"/>
              </a:ext>
            </a:extLst>
          </p:cNvPr>
          <p:cNvSpPr txBox="1">
            <a:spLocks/>
          </p:cNvSpPr>
          <p:nvPr/>
        </p:nvSpPr>
        <p:spPr>
          <a:xfrm>
            <a:off x="200472" y="275306"/>
            <a:ext cx="7444968" cy="42862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400" b="1" kern="1200" baseline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</a:lstStyle>
          <a:p>
            <a:r>
              <a:rPr lang="ko-KR" altLang="en-US" sz="1600" dirty="0">
                <a:solidFill>
                  <a:prstClr val="black"/>
                </a:solidFill>
                <a:cs typeface="Arial" charset="0"/>
              </a:rPr>
              <a:t>참고 자료</a:t>
            </a:r>
            <a:endParaRPr lang="ko-KR" altLang="en-US" sz="1800" dirty="0"/>
          </a:p>
        </p:txBody>
      </p:sp>
      <p:sp>
        <p:nvSpPr>
          <p:cNvPr id="6" name="TextBox 5"/>
          <p:cNvSpPr txBox="1"/>
          <p:nvPr/>
        </p:nvSpPr>
        <p:spPr>
          <a:xfrm>
            <a:off x="307975" y="938786"/>
            <a:ext cx="903751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+mj-ea"/>
                <a:ea typeface="+mj-ea"/>
              </a:rPr>
              <a:t>Istio vs Consul vs </a:t>
            </a:r>
            <a:r>
              <a:rPr lang="en-US" altLang="ko-KR" dirty="0" err="1">
                <a:latin typeface="+mj-ea"/>
                <a:ea typeface="+mj-ea"/>
              </a:rPr>
              <a:t>linkerd</a:t>
            </a:r>
            <a:r>
              <a:rPr lang="en-US" altLang="ko-KR" dirty="0">
                <a:latin typeface="+mj-ea"/>
                <a:ea typeface="+mj-ea"/>
              </a:rPr>
              <a:t> </a:t>
            </a:r>
            <a:r>
              <a:rPr lang="ko-KR" altLang="en-US" dirty="0">
                <a:latin typeface="+mj-ea"/>
                <a:ea typeface="+mj-ea"/>
              </a:rPr>
              <a:t>비교 자료</a:t>
            </a:r>
            <a:endParaRPr lang="en-US" altLang="ko-KR" dirty="0">
              <a:latin typeface="+mj-ea"/>
              <a:ea typeface="+mj-ea"/>
            </a:endParaRPr>
          </a:p>
          <a:p>
            <a:endParaRPr lang="en-US" altLang="ko-KR" dirty="0">
              <a:latin typeface="+mj-ea"/>
              <a:ea typeface="+mj-ea"/>
              <a:hlinkClick r:id="rId3"/>
            </a:endParaRPr>
          </a:p>
          <a:p>
            <a:pPr lvl="1"/>
            <a:r>
              <a:rPr lang="en-US" altLang="ko-KR" dirty="0">
                <a:latin typeface="+mj-ea"/>
                <a:ea typeface="+mj-ea"/>
                <a:hlinkClick r:id="rId3"/>
              </a:rPr>
              <a:t>https://logz.io/blog/istio-linkerd-consul-comparison-service-meshes/</a:t>
            </a:r>
            <a:endParaRPr lang="en-US" altLang="ko-KR" dirty="0">
              <a:latin typeface="+mj-ea"/>
              <a:ea typeface="+mj-ea"/>
            </a:endParaRPr>
          </a:p>
          <a:p>
            <a:endParaRPr lang="en-US" altLang="ko-KR" sz="1600" dirty="0">
              <a:latin typeface="+mj-ea"/>
              <a:ea typeface="+mj-ea"/>
            </a:endParaRPr>
          </a:p>
          <a:p>
            <a:pPr lvl="1"/>
            <a:r>
              <a:rPr lang="en-US" altLang="ko-KR" sz="1600" dirty="0">
                <a:latin typeface="+mj-ea"/>
                <a:ea typeface="+mj-ea"/>
                <a:hlinkClick r:id="rId4"/>
              </a:rPr>
              <a:t>https://www.containiq.com/post/comparing-service-meshes-istio-vs-linkerd-vs-consul</a:t>
            </a:r>
            <a:endParaRPr lang="en-US" altLang="ko-KR" sz="1600" dirty="0">
              <a:latin typeface="+mj-ea"/>
              <a:ea typeface="+mj-ea"/>
            </a:endParaRPr>
          </a:p>
          <a:p>
            <a:pPr lvl="1"/>
            <a:endParaRPr lang="en-US" altLang="ko-KR" sz="1600" dirty="0">
              <a:latin typeface="+mj-ea"/>
              <a:ea typeface="+mj-ea"/>
            </a:endParaRPr>
          </a:p>
          <a:p>
            <a:pPr lvl="1"/>
            <a:r>
              <a:rPr lang="en-US" altLang="ko-KR" sz="1600" dirty="0">
                <a:latin typeface="+mj-ea"/>
                <a:ea typeface="+mj-ea"/>
                <a:hlinkClick r:id="rId5"/>
              </a:rPr>
              <a:t>https://servicemesh.es/</a:t>
            </a:r>
            <a:endParaRPr lang="en-US" altLang="ko-KR" sz="1600" dirty="0">
              <a:latin typeface="+mj-ea"/>
              <a:ea typeface="+mj-ea"/>
            </a:endParaRPr>
          </a:p>
          <a:p>
            <a:pPr lvl="1"/>
            <a:endParaRPr lang="en-US" altLang="ko-KR" sz="1600" dirty="0">
              <a:latin typeface="+mj-ea"/>
              <a:ea typeface="+mj-ea"/>
            </a:endParaRPr>
          </a:p>
          <a:p>
            <a:pPr lvl="1"/>
            <a:r>
              <a:rPr lang="en-US" altLang="ko-KR" sz="1600" dirty="0">
                <a:latin typeface="+mj-ea"/>
                <a:ea typeface="+mj-ea"/>
                <a:hlinkClick r:id="rId6"/>
              </a:rPr>
              <a:t>https://www.cloudops.com/blog/comparing-service-meshes-istio-linkerd-and-consul-connect-citrix-adc/</a:t>
            </a:r>
            <a:endParaRPr lang="en-US" altLang="ko-KR" sz="1600" dirty="0">
              <a:latin typeface="+mj-ea"/>
              <a:ea typeface="+mj-ea"/>
            </a:endParaRPr>
          </a:p>
          <a:p>
            <a:pPr lvl="1"/>
            <a:endParaRPr lang="en-US" altLang="ko-KR" sz="1600" dirty="0">
              <a:latin typeface="+mj-ea"/>
              <a:ea typeface="+mj-ea"/>
            </a:endParaRPr>
          </a:p>
          <a:p>
            <a:pPr lvl="1"/>
            <a:r>
              <a:rPr lang="en-US" altLang="ko-KR" sz="1600" dirty="0">
                <a:latin typeface="+mj-ea"/>
                <a:ea typeface="+mj-ea"/>
              </a:rPr>
              <a:t>https://www.infracloud.io/blogs/service-mesh-comparison-istio-vs-linkerd/</a:t>
            </a:r>
          </a:p>
        </p:txBody>
      </p:sp>
    </p:spTree>
    <p:extLst>
      <p:ext uri="{BB962C8B-B14F-4D97-AF65-F5344CB8AC3E}">
        <p14:creationId xmlns:p14="http://schemas.microsoft.com/office/powerpoint/2010/main" val="6081709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13450</TotalTime>
  <Words>3416</Words>
  <Application>Microsoft Office PowerPoint</Application>
  <PresentationFormat>A4 용지(210x297mm)</PresentationFormat>
  <Paragraphs>545</Paragraphs>
  <Slides>44</Slides>
  <Notes>42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44</vt:i4>
      </vt:variant>
    </vt:vector>
  </HeadingPairs>
  <TitlesOfParts>
    <vt:vector size="51" baseType="lpstr">
      <vt:lpstr>HY견고딕</vt:lpstr>
      <vt:lpstr>굴림</vt:lpstr>
      <vt:lpstr>맑은 고딕</vt:lpstr>
      <vt:lpstr>Arial</vt:lpstr>
      <vt:lpstr>Univers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이주병(JB Lee, CAPS PR)</dc:creator>
  <cp:lastModifiedBy>이용광(LEE YK - 서비스개발팀)</cp:lastModifiedBy>
  <cp:revision>596</cp:revision>
  <cp:lastPrinted>2020-02-11T08:39:04Z</cp:lastPrinted>
  <dcterms:created xsi:type="dcterms:W3CDTF">2010-10-05T00:44:07Z</dcterms:created>
  <dcterms:modified xsi:type="dcterms:W3CDTF">2022-12-01T04:55:41Z</dcterms:modified>
</cp:coreProperties>
</file>